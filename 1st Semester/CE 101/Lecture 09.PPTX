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0"/>
  </p:notesMasterIdLst>
  <p:handoutMasterIdLst>
    <p:handoutMasterId r:id="rId31"/>
  </p:handoutMasterIdLst>
  <p:sldIdLst>
    <p:sldId id="315" r:id="rId2"/>
    <p:sldId id="258" r:id="rId3"/>
    <p:sldId id="317" r:id="rId4"/>
    <p:sldId id="318" r:id="rId5"/>
    <p:sldId id="263" r:id="rId6"/>
    <p:sldId id="300" r:id="rId7"/>
    <p:sldId id="264" r:id="rId8"/>
    <p:sldId id="305" r:id="rId9"/>
    <p:sldId id="266" r:id="rId10"/>
    <p:sldId id="269" r:id="rId11"/>
    <p:sldId id="271" r:id="rId12"/>
    <p:sldId id="272" r:id="rId13"/>
    <p:sldId id="273" r:id="rId14"/>
    <p:sldId id="274" r:id="rId15"/>
    <p:sldId id="302" r:id="rId16"/>
    <p:sldId id="313" r:id="rId17"/>
    <p:sldId id="314" r:id="rId18"/>
    <p:sldId id="279" r:id="rId19"/>
    <p:sldId id="291" r:id="rId20"/>
    <p:sldId id="292" r:id="rId21"/>
    <p:sldId id="293" r:id="rId22"/>
    <p:sldId id="294" r:id="rId23"/>
    <p:sldId id="319" r:id="rId24"/>
    <p:sldId id="303" r:id="rId25"/>
    <p:sldId id="310" r:id="rId26"/>
    <p:sldId id="296" r:id="rId27"/>
    <p:sldId id="299" r:id="rId28"/>
    <p:sldId id="316"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jeet Salunke" initials="SS"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867" autoAdjust="0"/>
    <p:restoredTop sz="95439"/>
  </p:normalViewPr>
  <p:slideViewPr>
    <p:cSldViewPr snapToGrid="0" snapToObjects="1">
      <p:cViewPr varScale="1">
        <p:scale>
          <a:sx n="88" d="100"/>
          <a:sy n="88" d="100"/>
        </p:scale>
        <p:origin x="1157" y="62"/>
      </p:cViewPr>
      <p:guideLst>
        <p:guide orient="horz" pos="2160"/>
        <p:guide pos="2880"/>
      </p:guideLst>
    </p:cSldViewPr>
  </p:slideViewPr>
  <p:notesTextViewPr>
    <p:cViewPr>
      <p:scale>
        <a:sx n="1" d="1"/>
        <a:sy n="1" d="1"/>
      </p:scale>
      <p:origin x="0" y="0"/>
    </p:cViewPr>
  </p:notesTextViewPr>
  <p:sorterViewPr>
    <p:cViewPr>
      <p:scale>
        <a:sx n="100" d="100"/>
        <a:sy n="100" d="100"/>
      </p:scale>
      <p:origin x="0" y="-382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34E254-41AE-1C49-8328-E6D0F0B665EA}" type="datetime1">
              <a:rPr lang="en-IN" smtClean="0"/>
              <a:t>06-10-2023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ME 111 Lec 14 -Development of Surfaces</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561A62-B0C4-274B-B93B-925EE6101189}" type="slidenum">
              <a:rPr lang="en-US" smtClean="0"/>
              <a:t>‹#›</a:t>
            </a:fld>
            <a:endParaRPr lang="en-US"/>
          </a:p>
        </p:txBody>
      </p:sp>
    </p:spTree>
    <p:extLst>
      <p:ext uri="{BB962C8B-B14F-4D97-AF65-F5344CB8AC3E}">
        <p14:creationId xmlns:p14="http://schemas.microsoft.com/office/powerpoint/2010/main" val="1308756893"/>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F54800-21ED-4B4E-BC25-935206D1757C}" type="datetime1">
              <a:rPr lang="en-IN" smtClean="0"/>
              <a:t>06-10-2023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ME 111 Lec 14 -Development of Surfaces</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A091D0-83C1-D748-94CF-4B31C3547BA8}" type="slidenum">
              <a:rPr lang="en-US" smtClean="0"/>
              <a:t>‹#›</a:t>
            </a:fld>
            <a:endParaRPr lang="en-US"/>
          </a:p>
        </p:txBody>
      </p:sp>
    </p:spTree>
    <p:extLst>
      <p:ext uri="{BB962C8B-B14F-4D97-AF65-F5344CB8AC3E}">
        <p14:creationId xmlns:p14="http://schemas.microsoft.com/office/powerpoint/2010/main" val="912211183"/>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smtClean="0"/>
              <a:t>Today we will discuss about the Modeling and </a:t>
            </a:r>
          </a:p>
        </p:txBody>
      </p:sp>
      <p:sp>
        <p:nvSpPr>
          <p:cNvPr id="4" name="Slide Number Placeholder 3"/>
          <p:cNvSpPr>
            <a:spLocks noGrp="1"/>
          </p:cNvSpPr>
          <p:nvPr>
            <p:ph type="sldNum" sz="quarter" idx="5"/>
          </p:nvPr>
        </p:nvSpPr>
        <p:spPr/>
        <p:txBody>
          <a:bodyPr/>
          <a:lstStyle/>
          <a:p>
            <a:pPr>
              <a:defRPr/>
            </a:pPr>
            <a:fld id="{F254EA00-3FE7-45BB-8861-608A115B0E74}" type="slidenum">
              <a:rPr lang="en-US" smtClean="0"/>
              <a:pPr>
                <a:defRPr/>
              </a:pPr>
              <a:t>1</a:t>
            </a:fld>
            <a:endParaRPr lang="en-US" dirty="0"/>
          </a:p>
        </p:txBody>
      </p:sp>
    </p:spTree>
    <p:extLst>
      <p:ext uri="{BB962C8B-B14F-4D97-AF65-F5344CB8AC3E}">
        <p14:creationId xmlns:p14="http://schemas.microsoft.com/office/powerpoint/2010/main" val="410255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B8D4AF7-E78A-4C56-8576-4AEDE207D23A}" type="slidenum">
              <a:rPr lang="en-IN" smtClean="0">
                <a:solidFill>
                  <a:prstClr val="black"/>
                </a:solidFill>
              </a:rPr>
              <a:pPr/>
              <a:t>2</a:t>
            </a:fld>
            <a:endParaRPr lang="en-IN">
              <a:solidFill>
                <a:prstClr val="black"/>
              </a:solidFill>
            </a:endParaRPr>
          </a:p>
        </p:txBody>
      </p:sp>
      <p:sp>
        <p:nvSpPr>
          <p:cNvPr id="5" name="Date Placeholder 4"/>
          <p:cNvSpPr>
            <a:spLocks noGrp="1"/>
          </p:cNvSpPr>
          <p:nvPr>
            <p:ph type="dt" idx="11"/>
          </p:nvPr>
        </p:nvSpPr>
        <p:spPr/>
        <p:txBody>
          <a:bodyPr/>
          <a:lstStyle/>
          <a:p>
            <a:fld id="{70804F21-5EF6-D940-ACFD-5A96BD231533}" type="datetime1">
              <a:rPr lang="en-IN" smtClean="0"/>
              <a:t>06-10-2023</a:t>
            </a:fld>
            <a:endParaRPr lang="en-US"/>
          </a:p>
        </p:txBody>
      </p:sp>
      <p:sp>
        <p:nvSpPr>
          <p:cNvPr id="6" name="Footer Placeholder 5"/>
          <p:cNvSpPr>
            <a:spLocks noGrp="1"/>
          </p:cNvSpPr>
          <p:nvPr>
            <p:ph type="ftr" sz="quarter" idx="12"/>
          </p:nvPr>
        </p:nvSpPr>
        <p:spPr/>
        <p:txBody>
          <a:bodyPr/>
          <a:lstStyle/>
          <a:p>
            <a:r>
              <a:rPr lang="en-US"/>
              <a:t>ME 111 Lec 14 -Development of Surfaces</a:t>
            </a:r>
          </a:p>
        </p:txBody>
      </p:sp>
      <p:sp>
        <p:nvSpPr>
          <p:cNvPr id="7" name="Header Placeholder 6"/>
          <p:cNvSpPr>
            <a:spLocks noGrp="1"/>
          </p:cNvSpPr>
          <p:nvPr>
            <p:ph type="hdr" sz="quarter" idx="13"/>
          </p:nvPr>
        </p:nvSpPr>
        <p:spPr/>
        <p:txBody>
          <a:bodyPr/>
          <a:lstStyle/>
          <a:p>
            <a:endParaRPr lang="en-US"/>
          </a:p>
        </p:txBody>
      </p:sp>
    </p:spTree>
    <p:extLst>
      <p:ext uri="{BB962C8B-B14F-4D97-AF65-F5344CB8AC3E}">
        <p14:creationId xmlns:p14="http://schemas.microsoft.com/office/powerpoint/2010/main" val="1766115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307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29057" indent="-280406" eaLnBrk="0" hangingPunct="0">
              <a:defRPr>
                <a:solidFill>
                  <a:schemeClr val="tx1"/>
                </a:solidFill>
                <a:latin typeface="Arial" pitchFamily="34" charset="0"/>
              </a:defRPr>
            </a:lvl2pPr>
            <a:lvl3pPr marL="1121626" indent="-224325" eaLnBrk="0" hangingPunct="0">
              <a:defRPr>
                <a:solidFill>
                  <a:schemeClr val="tx1"/>
                </a:solidFill>
                <a:latin typeface="Arial" pitchFamily="34" charset="0"/>
              </a:defRPr>
            </a:lvl3pPr>
            <a:lvl4pPr marL="1570276" indent="-224325" eaLnBrk="0" hangingPunct="0">
              <a:defRPr>
                <a:solidFill>
                  <a:schemeClr val="tx1"/>
                </a:solidFill>
                <a:latin typeface="Arial" pitchFamily="34" charset="0"/>
              </a:defRPr>
            </a:lvl4pPr>
            <a:lvl5pPr marL="2018927" indent="-224325" eaLnBrk="0" hangingPunct="0">
              <a:defRPr>
                <a:solidFill>
                  <a:schemeClr val="tx1"/>
                </a:solidFill>
                <a:latin typeface="Arial" pitchFamily="34" charset="0"/>
              </a:defRPr>
            </a:lvl5pPr>
            <a:lvl6pPr marL="2467577" indent="-224325" eaLnBrk="0" fontAlgn="base" hangingPunct="0">
              <a:spcBef>
                <a:spcPct val="0"/>
              </a:spcBef>
              <a:spcAft>
                <a:spcPct val="0"/>
              </a:spcAft>
              <a:defRPr>
                <a:solidFill>
                  <a:schemeClr val="tx1"/>
                </a:solidFill>
                <a:latin typeface="Arial" pitchFamily="34" charset="0"/>
              </a:defRPr>
            </a:lvl6pPr>
            <a:lvl7pPr marL="2916227" indent="-224325" eaLnBrk="0" fontAlgn="base" hangingPunct="0">
              <a:spcBef>
                <a:spcPct val="0"/>
              </a:spcBef>
              <a:spcAft>
                <a:spcPct val="0"/>
              </a:spcAft>
              <a:defRPr>
                <a:solidFill>
                  <a:schemeClr val="tx1"/>
                </a:solidFill>
                <a:latin typeface="Arial" pitchFamily="34" charset="0"/>
              </a:defRPr>
            </a:lvl7pPr>
            <a:lvl8pPr marL="3364878" indent="-224325" eaLnBrk="0" fontAlgn="base" hangingPunct="0">
              <a:spcBef>
                <a:spcPct val="0"/>
              </a:spcBef>
              <a:spcAft>
                <a:spcPct val="0"/>
              </a:spcAft>
              <a:defRPr>
                <a:solidFill>
                  <a:schemeClr val="tx1"/>
                </a:solidFill>
                <a:latin typeface="Arial" pitchFamily="34" charset="0"/>
              </a:defRPr>
            </a:lvl8pPr>
            <a:lvl9pPr marL="3813528" indent="-224325" eaLnBrk="0" fontAlgn="base" hangingPunct="0">
              <a:spcBef>
                <a:spcPct val="0"/>
              </a:spcBef>
              <a:spcAft>
                <a:spcPct val="0"/>
              </a:spcAft>
              <a:defRPr>
                <a:solidFill>
                  <a:schemeClr val="tx1"/>
                </a:solidFill>
                <a:latin typeface="Arial" pitchFamily="34" charset="0"/>
              </a:defRPr>
            </a:lvl9pPr>
          </a:lstStyle>
          <a:p>
            <a:pPr eaLnBrk="1" hangingPunct="1"/>
            <a:fld id="{A24B137F-7995-406F-A1F9-6CA61C51143B}" type="slidenum">
              <a:rPr lang="en-US" altLang="en-US" smtClean="0"/>
              <a:pPr eaLnBrk="1" hangingPunct="1"/>
              <a:t>3</a:t>
            </a:fld>
            <a:endParaRPr lang="en-US" altLang="en-US" smtClean="0"/>
          </a:p>
        </p:txBody>
      </p:sp>
      <p:sp>
        <p:nvSpPr>
          <p:cNvPr id="30725" name="Date Placeholder 4"/>
          <p:cNvSpPr>
            <a:spLocks noGrp="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itchFamily="34" charset="0"/>
              </a:defRPr>
            </a:lvl1pPr>
            <a:lvl2pPr marL="729057" indent="-280406" eaLnBrk="0" hangingPunct="0">
              <a:defRPr>
                <a:solidFill>
                  <a:schemeClr val="tx1"/>
                </a:solidFill>
                <a:latin typeface="Arial" pitchFamily="34" charset="0"/>
              </a:defRPr>
            </a:lvl2pPr>
            <a:lvl3pPr marL="1121626" indent="-224325" eaLnBrk="0" hangingPunct="0">
              <a:defRPr>
                <a:solidFill>
                  <a:schemeClr val="tx1"/>
                </a:solidFill>
                <a:latin typeface="Arial" pitchFamily="34" charset="0"/>
              </a:defRPr>
            </a:lvl3pPr>
            <a:lvl4pPr marL="1570276" indent="-224325" eaLnBrk="0" hangingPunct="0">
              <a:defRPr>
                <a:solidFill>
                  <a:schemeClr val="tx1"/>
                </a:solidFill>
                <a:latin typeface="Arial" pitchFamily="34" charset="0"/>
              </a:defRPr>
            </a:lvl4pPr>
            <a:lvl5pPr marL="2018927" indent="-224325" eaLnBrk="0" hangingPunct="0">
              <a:defRPr>
                <a:solidFill>
                  <a:schemeClr val="tx1"/>
                </a:solidFill>
                <a:latin typeface="Arial" pitchFamily="34" charset="0"/>
              </a:defRPr>
            </a:lvl5pPr>
            <a:lvl6pPr marL="2467577" indent="-224325" eaLnBrk="0" fontAlgn="base" hangingPunct="0">
              <a:spcBef>
                <a:spcPct val="0"/>
              </a:spcBef>
              <a:spcAft>
                <a:spcPct val="0"/>
              </a:spcAft>
              <a:defRPr>
                <a:solidFill>
                  <a:schemeClr val="tx1"/>
                </a:solidFill>
                <a:latin typeface="Arial" pitchFamily="34" charset="0"/>
              </a:defRPr>
            </a:lvl6pPr>
            <a:lvl7pPr marL="2916227" indent="-224325" eaLnBrk="0" fontAlgn="base" hangingPunct="0">
              <a:spcBef>
                <a:spcPct val="0"/>
              </a:spcBef>
              <a:spcAft>
                <a:spcPct val="0"/>
              </a:spcAft>
              <a:defRPr>
                <a:solidFill>
                  <a:schemeClr val="tx1"/>
                </a:solidFill>
                <a:latin typeface="Arial" pitchFamily="34" charset="0"/>
              </a:defRPr>
            </a:lvl7pPr>
            <a:lvl8pPr marL="3364878" indent="-224325" eaLnBrk="0" fontAlgn="base" hangingPunct="0">
              <a:spcBef>
                <a:spcPct val="0"/>
              </a:spcBef>
              <a:spcAft>
                <a:spcPct val="0"/>
              </a:spcAft>
              <a:defRPr>
                <a:solidFill>
                  <a:schemeClr val="tx1"/>
                </a:solidFill>
                <a:latin typeface="Arial" pitchFamily="34" charset="0"/>
              </a:defRPr>
            </a:lvl8pPr>
            <a:lvl9pPr marL="3813528" indent="-224325" eaLnBrk="0" fontAlgn="base" hangingPunct="0">
              <a:spcBef>
                <a:spcPct val="0"/>
              </a:spcBef>
              <a:spcAft>
                <a:spcPct val="0"/>
              </a:spcAft>
              <a:defRPr>
                <a:solidFill>
                  <a:schemeClr val="tx1"/>
                </a:solidFill>
                <a:latin typeface="Arial" pitchFamily="34" charset="0"/>
              </a:defRPr>
            </a:lvl9pPr>
          </a:lstStyle>
          <a:p>
            <a:pPr eaLnBrk="1" hangingPunct="1"/>
            <a:fld id="{B0E8102D-4EF6-42B7-912D-5C37259B7376}" type="datetime1">
              <a:rPr lang="en-US" altLang="en-US" smtClean="0"/>
              <a:pPr eaLnBrk="1" hangingPunct="1"/>
              <a:t>10/6/2023</a:t>
            </a:fld>
            <a:endParaRPr lang="en-US" altLang="en-US" smtClean="0"/>
          </a:p>
        </p:txBody>
      </p:sp>
      <p:sp>
        <p:nvSpPr>
          <p:cNvPr id="30726" name="Footer Placeholder 5"/>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29057" indent="-280406" eaLnBrk="0" hangingPunct="0">
              <a:defRPr>
                <a:solidFill>
                  <a:schemeClr val="tx1"/>
                </a:solidFill>
                <a:latin typeface="Arial" pitchFamily="34" charset="0"/>
              </a:defRPr>
            </a:lvl2pPr>
            <a:lvl3pPr marL="1121626" indent="-224325" eaLnBrk="0" hangingPunct="0">
              <a:defRPr>
                <a:solidFill>
                  <a:schemeClr val="tx1"/>
                </a:solidFill>
                <a:latin typeface="Arial" pitchFamily="34" charset="0"/>
              </a:defRPr>
            </a:lvl3pPr>
            <a:lvl4pPr marL="1570276" indent="-224325" eaLnBrk="0" hangingPunct="0">
              <a:defRPr>
                <a:solidFill>
                  <a:schemeClr val="tx1"/>
                </a:solidFill>
                <a:latin typeface="Arial" pitchFamily="34" charset="0"/>
              </a:defRPr>
            </a:lvl4pPr>
            <a:lvl5pPr marL="2018927" indent="-224325" eaLnBrk="0" hangingPunct="0">
              <a:defRPr>
                <a:solidFill>
                  <a:schemeClr val="tx1"/>
                </a:solidFill>
                <a:latin typeface="Arial" pitchFamily="34" charset="0"/>
              </a:defRPr>
            </a:lvl5pPr>
            <a:lvl6pPr marL="2467577" indent="-224325" eaLnBrk="0" fontAlgn="base" hangingPunct="0">
              <a:spcBef>
                <a:spcPct val="0"/>
              </a:spcBef>
              <a:spcAft>
                <a:spcPct val="0"/>
              </a:spcAft>
              <a:defRPr>
                <a:solidFill>
                  <a:schemeClr val="tx1"/>
                </a:solidFill>
                <a:latin typeface="Arial" pitchFamily="34" charset="0"/>
              </a:defRPr>
            </a:lvl6pPr>
            <a:lvl7pPr marL="2916227" indent="-224325" eaLnBrk="0" fontAlgn="base" hangingPunct="0">
              <a:spcBef>
                <a:spcPct val="0"/>
              </a:spcBef>
              <a:spcAft>
                <a:spcPct val="0"/>
              </a:spcAft>
              <a:defRPr>
                <a:solidFill>
                  <a:schemeClr val="tx1"/>
                </a:solidFill>
                <a:latin typeface="Arial" pitchFamily="34" charset="0"/>
              </a:defRPr>
            </a:lvl7pPr>
            <a:lvl8pPr marL="3364878" indent="-224325" eaLnBrk="0" fontAlgn="base" hangingPunct="0">
              <a:spcBef>
                <a:spcPct val="0"/>
              </a:spcBef>
              <a:spcAft>
                <a:spcPct val="0"/>
              </a:spcAft>
              <a:defRPr>
                <a:solidFill>
                  <a:schemeClr val="tx1"/>
                </a:solidFill>
                <a:latin typeface="Arial" pitchFamily="34" charset="0"/>
              </a:defRPr>
            </a:lvl8pPr>
            <a:lvl9pPr marL="3813528" indent="-224325" eaLnBrk="0" fontAlgn="base" hangingPunct="0">
              <a:spcBef>
                <a:spcPct val="0"/>
              </a:spcBef>
              <a:spcAft>
                <a:spcPct val="0"/>
              </a:spcAft>
              <a:defRPr>
                <a:solidFill>
                  <a:schemeClr val="tx1"/>
                </a:solidFill>
                <a:latin typeface="Arial" pitchFamily="34" charset="0"/>
              </a:defRPr>
            </a:lvl9pPr>
          </a:lstStyle>
          <a:p>
            <a:pPr eaLnBrk="1" hangingPunct="1"/>
            <a:r>
              <a:rPr lang="en-US" altLang="en-US" smtClean="0"/>
              <a:t>S Senthilvelan</a:t>
            </a:r>
          </a:p>
        </p:txBody>
      </p:sp>
      <p:sp>
        <p:nvSpPr>
          <p:cNvPr id="30727" name="Header Placeholder 6"/>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eaLnBrk="0" hangingPunct="0">
              <a:defRPr>
                <a:solidFill>
                  <a:schemeClr val="tx1"/>
                </a:solidFill>
                <a:latin typeface="Arial" pitchFamily="34" charset="0"/>
              </a:defRPr>
            </a:lvl1pPr>
            <a:lvl2pPr marL="729057" indent="-280406" eaLnBrk="0" hangingPunct="0">
              <a:defRPr>
                <a:solidFill>
                  <a:schemeClr val="tx1"/>
                </a:solidFill>
                <a:latin typeface="Arial" pitchFamily="34" charset="0"/>
              </a:defRPr>
            </a:lvl2pPr>
            <a:lvl3pPr marL="1121626" indent="-224325" eaLnBrk="0" hangingPunct="0">
              <a:defRPr>
                <a:solidFill>
                  <a:schemeClr val="tx1"/>
                </a:solidFill>
                <a:latin typeface="Arial" pitchFamily="34" charset="0"/>
              </a:defRPr>
            </a:lvl3pPr>
            <a:lvl4pPr marL="1570276" indent="-224325" eaLnBrk="0" hangingPunct="0">
              <a:defRPr>
                <a:solidFill>
                  <a:schemeClr val="tx1"/>
                </a:solidFill>
                <a:latin typeface="Arial" pitchFamily="34" charset="0"/>
              </a:defRPr>
            </a:lvl4pPr>
            <a:lvl5pPr marL="2018927" indent="-224325" eaLnBrk="0" hangingPunct="0">
              <a:defRPr>
                <a:solidFill>
                  <a:schemeClr val="tx1"/>
                </a:solidFill>
                <a:latin typeface="Arial" pitchFamily="34" charset="0"/>
              </a:defRPr>
            </a:lvl5pPr>
            <a:lvl6pPr marL="2467577" indent="-224325" eaLnBrk="0" fontAlgn="base" hangingPunct="0">
              <a:spcBef>
                <a:spcPct val="0"/>
              </a:spcBef>
              <a:spcAft>
                <a:spcPct val="0"/>
              </a:spcAft>
              <a:defRPr>
                <a:solidFill>
                  <a:schemeClr val="tx1"/>
                </a:solidFill>
                <a:latin typeface="Arial" pitchFamily="34" charset="0"/>
              </a:defRPr>
            </a:lvl6pPr>
            <a:lvl7pPr marL="2916227" indent="-224325" eaLnBrk="0" fontAlgn="base" hangingPunct="0">
              <a:spcBef>
                <a:spcPct val="0"/>
              </a:spcBef>
              <a:spcAft>
                <a:spcPct val="0"/>
              </a:spcAft>
              <a:defRPr>
                <a:solidFill>
                  <a:schemeClr val="tx1"/>
                </a:solidFill>
                <a:latin typeface="Arial" pitchFamily="34" charset="0"/>
              </a:defRPr>
            </a:lvl7pPr>
            <a:lvl8pPr marL="3364878" indent="-224325" eaLnBrk="0" fontAlgn="base" hangingPunct="0">
              <a:spcBef>
                <a:spcPct val="0"/>
              </a:spcBef>
              <a:spcAft>
                <a:spcPct val="0"/>
              </a:spcAft>
              <a:defRPr>
                <a:solidFill>
                  <a:schemeClr val="tx1"/>
                </a:solidFill>
                <a:latin typeface="Arial" pitchFamily="34" charset="0"/>
              </a:defRPr>
            </a:lvl8pPr>
            <a:lvl9pPr marL="3813528" indent="-224325" eaLnBrk="0" fontAlgn="base" hangingPunct="0">
              <a:spcBef>
                <a:spcPct val="0"/>
              </a:spcBef>
              <a:spcAft>
                <a:spcPct val="0"/>
              </a:spcAft>
              <a:defRPr>
                <a:solidFill>
                  <a:schemeClr val="tx1"/>
                </a:solidFill>
                <a:latin typeface="Arial" pitchFamily="34" charset="0"/>
              </a:defRPr>
            </a:lvl9pPr>
          </a:lstStyle>
          <a:p>
            <a:pPr eaLnBrk="1" hangingPunct="1"/>
            <a:r>
              <a:rPr lang="en-US" altLang="en-US" smtClean="0"/>
              <a:t>ME 111 Engineering Drawing Development of Surfaces L21</a:t>
            </a:r>
          </a:p>
        </p:txBody>
      </p:sp>
    </p:spTree>
    <p:extLst>
      <p:ext uri="{BB962C8B-B14F-4D97-AF65-F5344CB8AC3E}">
        <p14:creationId xmlns:p14="http://schemas.microsoft.com/office/powerpoint/2010/main" val="3621100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pitchFamily="34" charset="0"/>
              </a:defRPr>
            </a:lvl1pPr>
            <a:lvl2pPr marL="729057" indent="-280406" eaLnBrk="0" hangingPunct="0">
              <a:defRPr>
                <a:solidFill>
                  <a:schemeClr val="tx1"/>
                </a:solidFill>
                <a:latin typeface="Arial" pitchFamily="34" charset="0"/>
              </a:defRPr>
            </a:lvl2pPr>
            <a:lvl3pPr marL="1121626" indent="-224325" eaLnBrk="0" hangingPunct="0">
              <a:defRPr>
                <a:solidFill>
                  <a:schemeClr val="tx1"/>
                </a:solidFill>
                <a:latin typeface="Arial" pitchFamily="34" charset="0"/>
              </a:defRPr>
            </a:lvl3pPr>
            <a:lvl4pPr marL="1570276" indent="-224325" eaLnBrk="0" hangingPunct="0">
              <a:defRPr>
                <a:solidFill>
                  <a:schemeClr val="tx1"/>
                </a:solidFill>
                <a:latin typeface="Arial" pitchFamily="34" charset="0"/>
              </a:defRPr>
            </a:lvl4pPr>
            <a:lvl5pPr marL="2018927" indent="-224325" eaLnBrk="0" hangingPunct="0">
              <a:defRPr>
                <a:solidFill>
                  <a:schemeClr val="tx1"/>
                </a:solidFill>
                <a:latin typeface="Arial" pitchFamily="34" charset="0"/>
              </a:defRPr>
            </a:lvl5pPr>
            <a:lvl6pPr marL="2467577" indent="-224325" eaLnBrk="0" fontAlgn="base" hangingPunct="0">
              <a:spcBef>
                <a:spcPct val="0"/>
              </a:spcBef>
              <a:spcAft>
                <a:spcPct val="0"/>
              </a:spcAft>
              <a:defRPr>
                <a:solidFill>
                  <a:schemeClr val="tx1"/>
                </a:solidFill>
                <a:latin typeface="Arial" pitchFamily="34" charset="0"/>
              </a:defRPr>
            </a:lvl6pPr>
            <a:lvl7pPr marL="2916227" indent="-224325" eaLnBrk="0" fontAlgn="base" hangingPunct="0">
              <a:spcBef>
                <a:spcPct val="0"/>
              </a:spcBef>
              <a:spcAft>
                <a:spcPct val="0"/>
              </a:spcAft>
              <a:defRPr>
                <a:solidFill>
                  <a:schemeClr val="tx1"/>
                </a:solidFill>
                <a:latin typeface="Arial" pitchFamily="34" charset="0"/>
              </a:defRPr>
            </a:lvl7pPr>
            <a:lvl8pPr marL="3364878" indent="-224325" eaLnBrk="0" fontAlgn="base" hangingPunct="0">
              <a:spcBef>
                <a:spcPct val="0"/>
              </a:spcBef>
              <a:spcAft>
                <a:spcPct val="0"/>
              </a:spcAft>
              <a:defRPr>
                <a:solidFill>
                  <a:schemeClr val="tx1"/>
                </a:solidFill>
                <a:latin typeface="Arial" pitchFamily="34" charset="0"/>
              </a:defRPr>
            </a:lvl8pPr>
            <a:lvl9pPr marL="3813528" indent="-224325" eaLnBrk="0" fontAlgn="base" hangingPunct="0">
              <a:spcBef>
                <a:spcPct val="0"/>
              </a:spcBef>
              <a:spcAft>
                <a:spcPct val="0"/>
              </a:spcAft>
              <a:defRPr>
                <a:solidFill>
                  <a:schemeClr val="tx1"/>
                </a:solidFill>
                <a:latin typeface="Arial" pitchFamily="34" charset="0"/>
              </a:defRPr>
            </a:lvl9pPr>
          </a:lstStyle>
          <a:p>
            <a:pPr eaLnBrk="1" hangingPunct="1"/>
            <a:fld id="{0ADD3700-BEC3-440E-BFF7-9AAD3CD7BF02}" type="slidenum">
              <a:rPr lang="en-US" altLang="en-US" smtClean="0"/>
              <a:pPr eaLnBrk="1" hangingPunct="1"/>
              <a:t>4</a:t>
            </a:fld>
            <a:endParaRPr lang="en-US" altLang="en-US" smtClean="0"/>
          </a:p>
        </p:txBody>
      </p:sp>
      <p:sp>
        <p:nvSpPr>
          <p:cNvPr id="3174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SG" altLang="en-US" smtClean="0"/>
          </a:p>
        </p:txBody>
      </p:sp>
    </p:spTree>
    <p:extLst>
      <p:ext uri="{BB962C8B-B14F-4D97-AF65-F5344CB8AC3E}">
        <p14:creationId xmlns:p14="http://schemas.microsoft.com/office/powerpoint/2010/main" val="3549726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fld id="{555EAF06-0BB0-EB42-9F6B-D69E4ABB2571}" type="slidenum">
              <a:rPr lang="en-US" altLang="en-US"/>
              <a:pPr/>
              <a:t>7</a:t>
            </a:fld>
            <a:endParaRPr lang="en-US" altLang="en-US"/>
          </a:p>
        </p:txBody>
      </p:sp>
      <p:sp>
        <p:nvSpPr>
          <p:cNvPr id="184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84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 name="Date Placeholder 1"/>
          <p:cNvSpPr>
            <a:spLocks noGrp="1"/>
          </p:cNvSpPr>
          <p:nvPr>
            <p:ph type="dt" idx="10"/>
          </p:nvPr>
        </p:nvSpPr>
        <p:spPr/>
        <p:txBody>
          <a:bodyPr/>
          <a:lstStyle/>
          <a:p>
            <a:fld id="{73974F1E-C242-234F-BA1A-6E638ED9B71D}" type="datetime1">
              <a:rPr lang="en-IN" smtClean="0"/>
              <a:t>06-10-2023</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429667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fld id="{55408926-ED0D-E243-9247-52F367EAD065}" type="slidenum">
              <a:rPr lang="en-US" altLang="en-US"/>
              <a:pPr/>
              <a:t>18</a:t>
            </a:fld>
            <a:endParaRPr lang="en-US" altLang="en-US"/>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15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a:spcBef>
                <a:spcPct val="0"/>
              </a:spcBef>
            </a:pPr>
            <a:endParaRPr lang="en-US" altLang="en-US"/>
          </a:p>
        </p:txBody>
      </p:sp>
      <p:sp>
        <p:nvSpPr>
          <p:cNvPr id="2" name="Date Placeholder 1"/>
          <p:cNvSpPr>
            <a:spLocks noGrp="1"/>
          </p:cNvSpPr>
          <p:nvPr>
            <p:ph type="dt" idx="10"/>
          </p:nvPr>
        </p:nvSpPr>
        <p:spPr/>
        <p:txBody>
          <a:bodyPr/>
          <a:lstStyle/>
          <a:p>
            <a:fld id="{A87B725A-EB45-5240-91E7-30825E07DD91}" type="datetime1">
              <a:rPr lang="en-IN" smtClean="0"/>
              <a:t>06-10-2023</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038542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2"/>
          <p:cNvSpPr>
            <a:spLocks noGrp="1" noRot="1" noChangeAspect="1" noChangeArrowheads="1" noTextEdit="1"/>
          </p:cNvSpPr>
          <p:nvPr>
            <p:ph type="sldImg"/>
          </p:nvPr>
        </p:nvSpPr>
        <p:spPr>
          <a:xfrm>
            <a:off x="1143000" y="685800"/>
            <a:ext cx="4572000" cy="3429000"/>
          </a:xfrm>
          <a:ln/>
        </p:spPr>
      </p:sp>
      <p:sp>
        <p:nvSpPr>
          <p:cNvPr id="399363"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C439DFA5-2C7C-7D48-BE8A-D737A5F7C23A}" type="datetime1">
              <a:rPr lang="en-IN" smtClean="0"/>
              <a:t>06-10-2023</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942600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Rot="1" noChangeAspect="1" noChangeArrowheads="1" noTextEdit="1"/>
          </p:cNvSpPr>
          <p:nvPr>
            <p:ph type="sldImg"/>
          </p:nvPr>
        </p:nvSpPr>
        <p:spPr>
          <a:xfrm>
            <a:off x="1143000" y="685800"/>
            <a:ext cx="4572000" cy="3429000"/>
          </a:xfrm>
          <a:ln/>
        </p:spPr>
      </p:sp>
      <p:sp>
        <p:nvSpPr>
          <p:cNvPr id="401411"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BA4C2E63-53D0-C542-9F4F-F2F5AC28830A}" type="datetime1">
              <a:rPr lang="en-IN" smtClean="0"/>
              <a:t>06-10-2023</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2317650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Rot="1" noChangeAspect="1" noChangeArrowheads="1" noTextEdit="1"/>
          </p:cNvSpPr>
          <p:nvPr>
            <p:ph type="sldImg"/>
          </p:nvPr>
        </p:nvSpPr>
        <p:spPr>
          <a:xfrm>
            <a:off x="1143000" y="685800"/>
            <a:ext cx="4572000" cy="3429000"/>
          </a:xfrm>
          <a:ln/>
        </p:spPr>
      </p:sp>
      <p:sp>
        <p:nvSpPr>
          <p:cNvPr id="403459"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F7817975-8224-974D-B03A-E06DFDF53E58}" type="datetime1">
              <a:rPr lang="en-IN" smtClean="0"/>
              <a:t>06-10-2023</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576152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Rot="1" noChangeAspect="1" noChangeArrowheads="1" noTextEdit="1"/>
          </p:cNvSpPr>
          <p:nvPr>
            <p:ph type="sldImg"/>
          </p:nvPr>
        </p:nvSpPr>
        <p:spPr>
          <a:xfrm>
            <a:off x="1143000" y="685800"/>
            <a:ext cx="4572000" cy="3429000"/>
          </a:xfrm>
          <a:ln/>
        </p:spPr>
      </p:sp>
      <p:sp>
        <p:nvSpPr>
          <p:cNvPr id="405507"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D2E7CF7F-969A-8E43-9B05-072AC5E6B3D7}" type="datetime1">
              <a:rPr lang="en-IN" smtClean="0"/>
              <a:t>06-10-2023</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1010698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Rot="1" noChangeAspect="1" noChangeArrowheads="1" noTextEdit="1"/>
          </p:cNvSpPr>
          <p:nvPr>
            <p:ph type="sldImg"/>
          </p:nvPr>
        </p:nvSpPr>
        <p:spPr>
          <a:xfrm>
            <a:off x="1143000" y="685800"/>
            <a:ext cx="4572000" cy="3429000"/>
          </a:xfrm>
          <a:ln/>
        </p:spPr>
      </p:sp>
      <p:sp>
        <p:nvSpPr>
          <p:cNvPr id="409603"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0476F556-8783-634A-A793-E6ED88799CF7}" type="datetime1">
              <a:rPr lang="en-IN" smtClean="0"/>
              <a:t>06-10-2023</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353234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2"/>
          <p:cNvSpPr>
            <a:spLocks noGrp="1" noRot="1" noChangeAspect="1" noChangeArrowheads="1" noTextEdit="1"/>
          </p:cNvSpPr>
          <p:nvPr>
            <p:ph type="sldImg"/>
          </p:nvPr>
        </p:nvSpPr>
        <p:spPr>
          <a:xfrm>
            <a:off x="1143000" y="685800"/>
            <a:ext cx="4572000" cy="3429000"/>
          </a:xfrm>
          <a:ln/>
        </p:spPr>
      </p:sp>
      <p:sp>
        <p:nvSpPr>
          <p:cNvPr id="415747" name="Rectangle 3"/>
          <p:cNvSpPr>
            <a:spLocks noGrp="1" noChangeArrowheads="1"/>
          </p:cNvSpPr>
          <p:nvPr>
            <p:ph type="body" idx="1"/>
          </p:nvPr>
        </p:nvSpPr>
        <p:spPr>
          <a:xfrm>
            <a:off x="685800" y="4343400"/>
            <a:ext cx="5486400" cy="4114800"/>
          </a:xfrm>
        </p:spPr>
        <p:txBody>
          <a:bodyPr/>
          <a:lstStyle/>
          <a:p>
            <a:endParaRPr lang="en-US" altLang="en-US"/>
          </a:p>
        </p:txBody>
      </p:sp>
      <p:sp>
        <p:nvSpPr>
          <p:cNvPr id="2" name="Date Placeholder 1"/>
          <p:cNvSpPr>
            <a:spLocks noGrp="1"/>
          </p:cNvSpPr>
          <p:nvPr>
            <p:ph type="dt" idx="10"/>
          </p:nvPr>
        </p:nvSpPr>
        <p:spPr/>
        <p:txBody>
          <a:bodyPr/>
          <a:lstStyle/>
          <a:p>
            <a:fld id="{5EF9878A-5497-3B42-81F6-92DDFC40647E}" type="datetime1">
              <a:rPr lang="en-IN" smtClean="0"/>
              <a:t>06-10-2023</a:t>
            </a:fld>
            <a:endParaRPr lang="en-US"/>
          </a:p>
        </p:txBody>
      </p:sp>
      <p:sp>
        <p:nvSpPr>
          <p:cNvPr id="3" name="Footer Placeholder 2"/>
          <p:cNvSpPr>
            <a:spLocks noGrp="1"/>
          </p:cNvSpPr>
          <p:nvPr>
            <p:ph type="ftr" sz="quarter" idx="11"/>
          </p:nvPr>
        </p:nvSpPr>
        <p:spPr/>
        <p:txBody>
          <a:bodyPr/>
          <a:lstStyle/>
          <a:p>
            <a:r>
              <a:rPr lang="en-US"/>
              <a:t>ME 111 Lec 14 -Development of Surfaces</a:t>
            </a:r>
          </a:p>
        </p:txBody>
      </p:sp>
      <p:sp>
        <p:nvSpPr>
          <p:cNvPr id="4" name="Header Placeholder 3"/>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451957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lvl1pPr>
              <a:defRPr cap="all" baseline="0">
                <a:solidFill>
                  <a:schemeClr val="accent1">
                    <a:lumMod val="75000"/>
                  </a:schemeClr>
                </a:solidFill>
              </a:defRPr>
            </a:lvl1pPr>
          </a:lstStyle>
          <a:p>
            <a:r>
              <a:rPr lang="en-US" dirty="0"/>
              <a:t>Click to edit Master title style</a:t>
            </a:r>
            <a:endParaRPr lang="en-IN"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2FB69E7-C9CE-594C-9A35-EA38310480D3}" type="datetime1">
              <a:rPr lang="en-IN" smtClean="0">
                <a:solidFill>
                  <a:prstClr val="black">
                    <a:tint val="75000"/>
                  </a:prstClr>
                </a:solidFill>
              </a:rPr>
              <a:t>06-10-2023</a:t>
            </a:fld>
            <a:endParaRPr lang="en-IN">
              <a:solidFill>
                <a:prstClr val="black">
                  <a:tint val="75000"/>
                </a:prstClr>
              </a:solidFill>
            </a:endParaRPr>
          </a:p>
        </p:txBody>
      </p:sp>
      <p:sp>
        <p:nvSpPr>
          <p:cNvPr id="5" name="Footer Placeholder 4"/>
          <p:cNvSpPr>
            <a:spLocks noGrp="1"/>
          </p:cNvSpPr>
          <p:nvPr>
            <p:ph type="ftr" sz="quarter" idx="11"/>
          </p:nvPr>
        </p:nvSpPr>
        <p:spPr>
          <a:xfrm>
            <a:off x="3124200" y="6376245"/>
            <a:ext cx="2895600" cy="365125"/>
          </a:xfrm>
        </p:spPr>
        <p:txBody>
          <a:bodyPr/>
          <a:lstStyle/>
          <a:p>
            <a:r>
              <a:rPr lang="en-IN">
                <a:solidFill>
                  <a:prstClr val="black">
                    <a:tint val="75000"/>
                  </a:prstClr>
                </a:solidFill>
              </a:rPr>
              <a:t>Development of Surfaces</a:t>
            </a:r>
          </a:p>
        </p:txBody>
      </p:sp>
      <p:sp>
        <p:nvSpPr>
          <p:cNvPr id="6" name="Slide Number Placeholder 5"/>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4964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3" name="Content Placeholder 2"/>
          <p:cNvSpPr>
            <a:spLocks noGrp="1"/>
          </p:cNvSpPr>
          <p:nvPr>
            <p:ph idx="1"/>
          </p:nvPr>
        </p:nvSpPr>
        <p:spPr>
          <a:xfrm>
            <a:off x="457200" y="1285861"/>
            <a:ext cx="8229600" cy="4840303"/>
          </a:xfrm>
        </p:spPr>
        <p:txBody>
          <a:bodyPr/>
          <a:lstStyle>
            <a:lvl1pPr>
              <a:buClr>
                <a:schemeClr val="accent1">
                  <a:lumMod val="75000"/>
                </a:schemeClr>
              </a:buClr>
              <a:defRPr>
                <a:effectLst>
                  <a:outerShdw blurRad="38100" dist="38100" dir="2700000" algn="tl">
                    <a:srgbClr val="000000">
                      <a:alpha val="43137"/>
                    </a:srgbClr>
                  </a:outerShdw>
                </a:effectLst>
              </a:defRPr>
            </a:lvl1pPr>
            <a:lvl2pPr>
              <a:buClr>
                <a:schemeClr val="accent1">
                  <a:lumMod val="75000"/>
                </a:schemeClr>
              </a:buClr>
              <a:defRPr>
                <a:effectLst/>
              </a:defRPr>
            </a:lvl2pPr>
            <a:lvl3pPr>
              <a:buClr>
                <a:schemeClr val="accent1">
                  <a:lumMod val="75000"/>
                </a:schemeClr>
              </a:buClr>
              <a:defRPr>
                <a:effectLst/>
              </a:defRPr>
            </a:lvl3pPr>
            <a:lvl4pPr>
              <a:buClr>
                <a:schemeClr val="accent1">
                  <a:lumMod val="75000"/>
                </a:schemeClr>
              </a:buClr>
              <a:defRPr>
                <a:effectLst/>
              </a:defRPr>
            </a:lvl4pPr>
            <a:lvl5pPr>
              <a:buClr>
                <a:schemeClr val="accent1">
                  <a:lumMod val="75000"/>
                </a:schemeClr>
              </a:buClr>
              <a:defRPr>
                <a:effect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Title 1"/>
          <p:cNvSpPr>
            <a:spLocks noGrp="1"/>
          </p:cNvSpPr>
          <p:nvPr>
            <p:ph type="title"/>
          </p:nvPr>
        </p:nvSpPr>
        <p:spPr>
          <a:xfrm>
            <a:off x="457200" y="142852"/>
            <a:ext cx="8229600" cy="928694"/>
          </a:xfrm>
          <a:noFill/>
        </p:spPr>
        <p:txBody>
          <a:bodyPr anchor="b" anchorCtr="0">
            <a:normAutofit/>
          </a:bodyPr>
          <a:lstStyle>
            <a:lvl1pPr algn="l">
              <a:defRPr sz="3200">
                <a:solidFill>
                  <a:schemeClr val="accent1">
                    <a:lumMod val="75000"/>
                  </a:schemeClr>
                </a:solidFill>
              </a:defRPr>
            </a:lvl1pPr>
          </a:lstStyle>
          <a:p>
            <a:r>
              <a:rPr lang="en-US" dirty="0"/>
              <a:t>Click to edit Master title style</a:t>
            </a:r>
            <a:endParaRPr lang="en-IN" dirty="0"/>
          </a:p>
        </p:txBody>
      </p:sp>
      <p:sp>
        <p:nvSpPr>
          <p:cNvPr id="4" name="Date Placeholder 3"/>
          <p:cNvSpPr>
            <a:spLocks noGrp="1"/>
          </p:cNvSpPr>
          <p:nvPr>
            <p:ph type="dt" sz="half" idx="10"/>
          </p:nvPr>
        </p:nvSpPr>
        <p:spPr>
          <a:xfrm>
            <a:off x="457200" y="6385848"/>
            <a:ext cx="2133600" cy="365125"/>
          </a:xfrm>
        </p:spPr>
        <p:txBody>
          <a:bodyPr/>
          <a:lstStyle>
            <a:lvl1pPr>
              <a:defRPr>
                <a:solidFill>
                  <a:srgbClr val="00B050"/>
                </a:solidFill>
              </a:defRPr>
            </a:lvl1pPr>
          </a:lstStyle>
          <a:p>
            <a:fld id="{9BF018F9-647D-3F4E-A399-572EE3A2AA7A}" type="datetime1">
              <a:rPr lang="en-IN" smtClean="0"/>
              <a:t>06-10-2023</a:t>
            </a:fld>
            <a:endParaRPr lang="en-IN" dirty="0"/>
          </a:p>
        </p:txBody>
      </p:sp>
      <p:sp>
        <p:nvSpPr>
          <p:cNvPr id="5" name="Footer Placeholder 4"/>
          <p:cNvSpPr>
            <a:spLocks noGrp="1"/>
          </p:cNvSpPr>
          <p:nvPr>
            <p:ph type="ftr" sz="quarter" idx="11"/>
          </p:nvPr>
        </p:nvSpPr>
        <p:spPr>
          <a:xfrm>
            <a:off x="3124200" y="6376245"/>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p>
        </p:txBody>
      </p:sp>
      <p:sp>
        <p:nvSpPr>
          <p:cNvPr id="6" name="Slide Number Placeholder 5"/>
          <p:cNvSpPr>
            <a:spLocks noGrp="1"/>
          </p:cNvSpPr>
          <p:nvPr>
            <p:ph type="sldNum" sz="quarter" idx="12"/>
          </p:nvPr>
        </p:nvSpPr>
        <p:spPr>
          <a:xfrm>
            <a:off x="6938994" y="6377219"/>
            <a:ext cx="2133600" cy="365125"/>
          </a:xfrm>
        </p:spPr>
        <p:txBody>
          <a:bodyPr/>
          <a:lstStyle>
            <a:lvl1pPr>
              <a:defRPr>
                <a:solidFill>
                  <a:srgbClr val="00B050"/>
                </a:solidFill>
              </a:defRPr>
            </a:lvl1pPr>
          </a:lstStyle>
          <a:p>
            <a:fld id="{F7FF31BA-82E2-4C85-86C6-F5926E4FA1B8}" type="slidenum">
              <a:rPr lang="en-IN" smtClean="0"/>
              <a:pPr/>
              <a:t>‹#›</a:t>
            </a:fld>
            <a:endParaRPr lang="en-IN" dirty="0"/>
          </a:p>
        </p:txBody>
      </p:sp>
      <p:sp>
        <p:nvSpPr>
          <p:cNvPr id="7" name="Rectangle 6"/>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Tree>
    <p:extLst>
      <p:ext uri="{BB962C8B-B14F-4D97-AF65-F5344CB8AC3E}">
        <p14:creationId xmlns:p14="http://schemas.microsoft.com/office/powerpoint/2010/main" val="1328911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9" name="Rectangle 8"/>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2" name="Title 1"/>
          <p:cNvSpPr>
            <a:spLocks noGrp="1"/>
          </p:cNvSpPr>
          <p:nvPr>
            <p:ph type="title"/>
          </p:nvPr>
        </p:nvSpPr>
        <p:spPr>
          <a:xfrm>
            <a:off x="457200" y="142852"/>
            <a:ext cx="8229600" cy="928694"/>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4" name="Date Placeholder 3"/>
          <p:cNvSpPr>
            <a:spLocks noGrp="1"/>
          </p:cNvSpPr>
          <p:nvPr>
            <p:ph type="dt" sz="half" idx="10"/>
          </p:nvPr>
        </p:nvSpPr>
        <p:spPr>
          <a:xfrm>
            <a:off x="457200" y="6385848"/>
            <a:ext cx="2133600" cy="365125"/>
          </a:xfrm>
        </p:spPr>
        <p:txBody>
          <a:bodyPr/>
          <a:lstStyle>
            <a:lvl1pPr>
              <a:defRPr>
                <a:solidFill>
                  <a:srgbClr val="00B050"/>
                </a:solidFill>
              </a:defRPr>
            </a:lvl1pPr>
          </a:lstStyle>
          <a:p>
            <a:fld id="{E23070FA-0D28-7C4F-8576-90E4229C08A2}" type="datetime1">
              <a:rPr lang="en-IN" smtClean="0"/>
              <a:t>06-10-2023</a:t>
            </a:fld>
            <a:endParaRPr lang="en-IN" dirty="0"/>
          </a:p>
        </p:txBody>
      </p:sp>
      <p:sp>
        <p:nvSpPr>
          <p:cNvPr id="5" name="Footer Placeholder 4"/>
          <p:cNvSpPr>
            <a:spLocks noGrp="1"/>
          </p:cNvSpPr>
          <p:nvPr>
            <p:ph type="ftr" sz="quarter" idx="11"/>
          </p:nvPr>
        </p:nvSpPr>
        <p:spPr>
          <a:xfrm>
            <a:off x="3124200" y="6400380"/>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p>
        </p:txBody>
      </p:sp>
      <p:sp>
        <p:nvSpPr>
          <p:cNvPr id="6" name="Slide Number Placeholder 5"/>
          <p:cNvSpPr>
            <a:spLocks noGrp="1"/>
          </p:cNvSpPr>
          <p:nvPr>
            <p:ph type="sldNum" sz="quarter" idx="12"/>
          </p:nvPr>
        </p:nvSpPr>
        <p:spPr>
          <a:xfrm>
            <a:off x="6938994" y="6377219"/>
            <a:ext cx="2133600" cy="365125"/>
          </a:xfrm>
        </p:spPr>
        <p:txBody>
          <a:bodyPr/>
          <a:lstStyle>
            <a:lvl1pPr>
              <a:defRPr>
                <a:solidFill>
                  <a:srgbClr val="00B050"/>
                </a:solidFill>
              </a:defRPr>
            </a:lvl1pPr>
          </a:lstStyle>
          <a:p>
            <a:fld id="{F7FF31BA-82E2-4C85-86C6-F5926E4FA1B8}" type="slidenum">
              <a:rPr lang="en-IN" smtClean="0"/>
              <a:pPr/>
              <a:t>‹#›</a:t>
            </a:fld>
            <a:endParaRPr lang="en-IN" dirty="0"/>
          </a:p>
        </p:txBody>
      </p:sp>
      <p:sp>
        <p:nvSpPr>
          <p:cNvPr id="7" name="Rectangle 6"/>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Tree>
    <p:extLst>
      <p:ext uri="{BB962C8B-B14F-4D97-AF65-F5344CB8AC3E}">
        <p14:creationId xmlns:p14="http://schemas.microsoft.com/office/powerpoint/2010/main" val="764155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9" name="Rectangle 8"/>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2" name="Title 1"/>
          <p:cNvSpPr>
            <a:spLocks noGrp="1"/>
          </p:cNvSpPr>
          <p:nvPr>
            <p:ph type="title"/>
          </p:nvPr>
        </p:nvSpPr>
        <p:spPr>
          <a:xfrm>
            <a:off x="457200" y="142852"/>
            <a:ext cx="8229600" cy="928694"/>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4" name="Date Placeholder 3"/>
          <p:cNvSpPr>
            <a:spLocks noGrp="1"/>
          </p:cNvSpPr>
          <p:nvPr>
            <p:ph type="dt" sz="half" idx="10"/>
          </p:nvPr>
        </p:nvSpPr>
        <p:spPr>
          <a:xfrm>
            <a:off x="457200" y="6385848"/>
            <a:ext cx="2133600" cy="365125"/>
          </a:xfrm>
        </p:spPr>
        <p:txBody>
          <a:bodyPr/>
          <a:lstStyle>
            <a:lvl1pPr>
              <a:defRPr>
                <a:solidFill>
                  <a:srgbClr val="00B050"/>
                </a:solidFill>
              </a:defRPr>
            </a:lvl1pPr>
          </a:lstStyle>
          <a:p>
            <a:fld id="{E23070FA-0D28-7C4F-8576-90E4229C08A2}" type="datetime1">
              <a:rPr lang="en-IN" smtClean="0"/>
              <a:t>06-10-2023</a:t>
            </a:fld>
            <a:endParaRPr lang="en-IN" dirty="0"/>
          </a:p>
        </p:txBody>
      </p:sp>
      <p:sp>
        <p:nvSpPr>
          <p:cNvPr id="5" name="Footer Placeholder 4"/>
          <p:cNvSpPr>
            <a:spLocks noGrp="1"/>
          </p:cNvSpPr>
          <p:nvPr>
            <p:ph type="ftr" sz="quarter" idx="11"/>
          </p:nvPr>
        </p:nvSpPr>
        <p:spPr>
          <a:xfrm>
            <a:off x="3124200" y="6400380"/>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p>
        </p:txBody>
      </p:sp>
      <p:sp>
        <p:nvSpPr>
          <p:cNvPr id="6" name="Slide Number Placeholder 5"/>
          <p:cNvSpPr>
            <a:spLocks noGrp="1"/>
          </p:cNvSpPr>
          <p:nvPr>
            <p:ph type="sldNum" sz="quarter" idx="12"/>
          </p:nvPr>
        </p:nvSpPr>
        <p:spPr>
          <a:xfrm>
            <a:off x="6938994" y="6377219"/>
            <a:ext cx="2133600" cy="365125"/>
          </a:xfrm>
        </p:spPr>
        <p:txBody>
          <a:bodyPr/>
          <a:lstStyle>
            <a:lvl1pPr>
              <a:defRPr>
                <a:solidFill>
                  <a:srgbClr val="00B050"/>
                </a:solidFill>
              </a:defRPr>
            </a:lvl1pPr>
          </a:lstStyle>
          <a:p>
            <a:fld id="{F7FF31BA-82E2-4C85-86C6-F5926E4FA1B8}" type="slidenum">
              <a:rPr lang="en-IN" smtClean="0"/>
              <a:pPr/>
              <a:t>‹#›</a:t>
            </a:fld>
            <a:endParaRPr lang="en-IN" dirty="0"/>
          </a:p>
        </p:txBody>
      </p:sp>
    </p:spTree>
    <p:extLst>
      <p:ext uri="{BB962C8B-B14F-4D97-AF65-F5344CB8AC3E}">
        <p14:creationId xmlns:p14="http://schemas.microsoft.com/office/powerpoint/2010/main" val="2814553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solidFill>
                  <a:schemeClr val="accent1">
                    <a:lumMod val="75000"/>
                  </a:schemeClr>
                </a:solidFill>
              </a:defRPr>
            </a:lvl1pPr>
          </a:lstStyle>
          <a:p>
            <a:r>
              <a:rPr lang="en-US" dirty="0"/>
              <a:t>Click to edit Master title style</a:t>
            </a:r>
            <a:endParaRPr lang="en-IN"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E8DC898-8CB6-8847-9542-BF4D1D96AE8F}" type="datetime1">
              <a:rPr lang="en-IN" smtClean="0">
                <a:solidFill>
                  <a:prstClr val="black">
                    <a:tint val="75000"/>
                  </a:prstClr>
                </a:solidFill>
              </a:rPr>
              <a:t>06-10-2023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Development of Surfaces</a:t>
            </a:r>
          </a:p>
        </p:txBody>
      </p:sp>
      <p:sp>
        <p:nvSpPr>
          <p:cNvPr id="6" name="Slide Number Placeholder 5"/>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387411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Rectangle 13"/>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2" name="Title 1"/>
          <p:cNvSpPr>
            <a:spLocks noGrp="1"/>
          </p:cNvSpPr>
          <p:nvPr>
            <p:ph type="title"/>
          </p:nvPr>
        </p:nvSpPr>
        <p:spPr>
          <a:xfrm>
            <a:off x="457200" y="214290"/>
            <a:ext cx="8229600" cy="857256"/>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3" name="Content Placeholder 2"/>
          <p:cNvSpPr>
            <a:spLocks noGrp="1"/>
          </p:cNvSpPr>
          <p:nvPr>
            <p:ph sz="half" idx="1"/>
          </p:nvPr>
        </p:nvSpPr>
        <p:spPr>
          <a:xfrm>
            <a:off x="457200" y="1428736"/>
            <a:ext cx="4038600" cy="4857784"/>
          </a:xfrm>
        </p:spPr>
        <p:txBody>
          <a:bodyPr/>
          <a:lstStyle>
            <a:lvl1pPr>
              <a:buClr>
                <a:schemeClr val="accent1">
                  <a:lumMod val="75000"/>
                </a:schemeClr>
              </a:buClr>
              <a:defRPr sz="2100"/>
            </a:lvl1pPr>
            <a:lvl2pPr>
              <a:buClr>
                <a:schemeClr val="accent1">
                  <a:lumMod val="75000"/>
                </a:schemeClr>
              </a:buClr>
              <a:defRPr sz="1800"/>
            </a:lvl2pPr>
            <a:lvl3pPr>
              <a:buClr>
                <a:schemeClr val="accent1">
                  <a:lumMod val="75000"/>
                </a:schemeClr>
              </a:buClr>
              <a:defRPr sz="1500"/>
            </a:lvl3pPr>
            <a:lvl4pPr>
              <a:buClr>
                <a:schemeClr val="accent1">
                  <a:lumMod val="75000"/>
                </a:schemeClr>
              </a:buClr>
              <a:defRPr sz="1350"/>
            </a:lvl4pPr>
            <a:lvl5pPr>
              <a:buClr>
                <a:schemeClr val="accent1">
                  <a:lumMod val="75000"/>
                </a:schemeClr>
              </a:buClr>
              <a:defRPr sz="135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half" idx="2"/>
          </p:nvPr>
        </p:nvSpPr>
        <p:spPr>
          <a:xfrm>
            <a:off x="4648200" y="1428736"/>
            <a:ext cx="4038600" cy="4857784"/>
          </a:xfrm>
        </p:spPr>
        <p:txBody>
          <a:bodyPr/>
          <a:lstStyle>
            <a:lvl1pPr>
              <a:buClr>
                <a:schemeClr val="accent1">
                  <a:lumMod val="75000"/>
                </a:schemeClr>
              </a:buClr>
              <a:defRPr sz="2100"/>
            </a:lvl1pPr>
            <a:lvl2pPr>
              <a:buClr>
                <a:schemeClr val="accent1">
                  <a:lumMod val="75000"/>
                </a:schemeClr>
              </a:buClr>
              <a:defRPr sz="1800"/>
            </a:lvl2pPr>
            <a:lvl3pPr>
              <a:buClr>
                <a:schemeClr val="accent1">
                  <a:lumMod val="75000"/>
                </a:schemeClr>
              </a:buClr>
              <a:defRPr sz="1500"/>
            </a:lvl3pPr>
            <a:lvl4pPr>
              <a:buClr>
                <a:schemeClr val="accent1">
                  <a:lumMod val="75000"/>
                </a:schemeClr>
              </a:buClr>
              <a:defRPr sz="1350"/>
            </a:lvl4pPr>
            <a:lvl5pPr>
              <a:buClr>
                <a:schemeClr val="accent1">
                  <a:lumMod val="75000"/>
                </a:schemeClr>
              </a:buClr>
              <a:defRPr sz="135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4"/>
          <p:cNvSpPr>
            <a:spLocks noGrp="1"/>
          </p:cNvSpPr>
          <p:nvPr>
            <p:ph type="dt" sz="half" idx="10"/>
          </p:nvPr>
        </p:nvSpPr>
        <p:spPr/>
        <p:txBody>
          <a:bodyPr/>
          <a:lstStyle/>
          <a:p>
            <a:fld id="{D6DEF02A-0DB9-5147-BD08-DFBB3A3B3082}" type="datetime1">
              <a:rPr lang="en-IN" smtClean="0">
                <a:solidFill>
                  <a:prstClr val="black">
                    <a:tint val="75000"/>
                  </a:prstClr>
                </a:solidFill>
              </a:rPr>
              <a:t>06-10-2023</a:t>
            </a:fld>
            <a:endParaRPr lang="en-IN">
              <a:solidFill>
                <a:prstClr val="black">
                  <a:tint val="75000"/>
                </a:prstClr>
              </a:solidFill>
            </a:endParaRPr>
          </a:p>
        </p:txBody>
      </p:sp>
      <p:sp>
        <p:nvSpPr>
          <p:cNvPr id="6" name="Footer Placeholder 5"/>
          <p:cNvSpPr>
            <a:spLocks noGrp="1"/>
          </p:cNvSpPr>
          <p:nvPr>
            <p:ph type="ftr" sz="quarter" idx="11"/>
          </p:nvPr>
        </p:nvSpPr>
        <p:spPr>
          <a:xfrm>
            <a:off x="3124200" y="6376245"/>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endParaRPr lang="en-IN" dirty="0">
              <a:solidFill>
                <a:srgbClr val="EEECE1">
                  <a:lumMod val="25000"/>
                </a:srgbClr>
              </a:solidFill>
            </a:endParaRPr>
          </a:p>
        </p:txBody>
      </p:sp>
      <p:sp>
        <p:nvSpPr>
          <p:cNvPr id="7" name="Slide Number Placeholder 6"/>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dirty="0">
              <a:solidFill>
                <a:prstClr val="black">
                  <a:tint val="75000"/>
                </a:prstClr>
              </a:solidFill>
            </a:endParaRPr>
          </a:p>
        </p:txBody>
      </p:sp>
      <p:sp>
        <p:nvSpPr>
          <p:cNvPr id="9" name="Rectangle 8"/>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Tree>
    <p:extLst>
      <p:ext uri="{BB962C8B-B14F-4D97-AF65-F5344CB8AC3E}">
        <p14:creationId xmlns:p14="http://schemas.microsoft.com/office/powerpoint/2010/main" val="300210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F3CD452-1057-7B49-9524-02398005F5F0}" type="datetime1">
              <a:rPr lang="en-IN" smtClean="0">
                <a:solidFill>
                  <a:prstClr val="black">
                    <a:tint val="75000"/>
                  </a:prstClr>
                </a:solidFill>
              </a:rPr>
              <a:t>06-10-2023</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r>
              <a:rPr lang="en-IN">
                <a:solidFill>
                  <a:prstClr val="black">
                    <a:tint val="75000"/>
                  </a:prstClr>
                </a:solidFill>
              </a:rPr>
              <a:t>Development of Surfaces</a:t>
            </a:r>
          </a:p>
        </p:txBody>
      </p:sp>
      <p:sp>
        <p:nvSpPr>
          <p:cNvPr id="9" name="Slide Number Placeholder 8"/>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42933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928694"/>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3" name="Date Placeholder 2"/>
          <p:cNvSpPr>
            <a:spLocks noGrp="1"/>
          </p:cNvSpPr>
          <p:nvPr>
            <p:ph type="dt" sz="half" idx="10"/>
          </p:nvPr>
        </p:nvSpPr>
        <p:spPr/>
        <p:txBody>
          <a:bodyPr/>
          <a:lstStyle/>
          <a:p>
            <a:fld id="{9BC97F69-2318-2542-B37E-25FE7C1A48F3}" type="datetime1">
              <a:rPr lang="en-IN" smtClean="0">
                <a:solidFill>
                  <a:prstClr val="black">
                    <a:tint val="75000"/>
                  </a:prstClr>
                </a:solidFill>
              </a:rPr>
              <a:t>06-10-2023</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r>
              <a:rPr lang="en-IN">
                <a:solidFill>
                  <a:prstClr val="black">
                    <a:tint val="75000"/>
                  </a:prstClr>
                </a:solidFill>
              </a:rPr>
              <a:t>Development of Surfaces</a:t>
            </a:r>
          </a:p>
        </p:txBody>
      </p:sp>
      <p:sp>
        <p:nvSpPr>
          <p:cNvPr id="5" name="Slide Number Placeholder 4"/>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
        <p:nvSpPr>
          <p:cNvPr id="7" name="Rectangle 6"/>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Tree>
    <p:extLst>
      <p:ext uri="{BB962C8B-B14F-4D97-AF65-F5344CB8AC3E}">
        <p14:creationId xmlns:p14="http://schemas.microsoft.com/office/powerpoint/2010/main" val="1701706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B8E66D-77F0-6D40-A05D-AD5926F0726A}" type="datetime1">
              <a:rPr lang="en-IN" smtClean="0">
                <a:solidFill>
                  <a:prstClr val="black">
                    <a:tint val="75000"/>
                  </a:prstClr>
                </a:solidFill>
              </a:rPr>
              <a:t>06-10-2023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945478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endParaRPr lang="en-IN"/>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F9191C2-C54F-8047-B5E0-9E1B9FED28D6}" type="datetime1">
              <a:rPr lang="en-IN" smtClean="0">
                <a:solidFill>
                  <a:prstClr val="black">
                    <a:tint val="75000"/>
                  </a:prstClr>
                </a:solidFill>
              </a:rPr>
              <a:t>06-10-2023</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r>
              <a:rPr lang="en-IN">
                <a:solidFill>
                  <a:prstClr val="black">
                    <a:tint val="75000"/>
                  </a:prstClr>
                </a:solidFill>
              </a:rPr>
              <a:t>Development of Surfaces</a:t>
            </a:r>
          </a:p>
        </p:txBody>
      </p:sp>
      <p:sp>
        <p:nvSpPr>
          <p:cNvPr id="7" name="Slide Number Placeholder 6"/>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82866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59A8A4C-936A-064C-B719-5945FBE0B7E0}" type="datetime1">
              <a:rPr lang="en-IN" smtClean="0">
                <a:solidFill>
                  <a:prstClr val="black">
                    <a:tint val="75000"/>
                  </a:prstClr>
                </a:solidFill>
              </a:rPr>
              <a:t>06-10-2023</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r>
              <a:rPr lang="en-IN">
                <a:solidFill>
                  <a:prstClr val="black">
                    <a:tint val="75000"/>
                  </a:prstClr>
                </a:solidFill>
              </a:rPr>
              <a:t>Development of Surfaces</a:t>
            </a:r>
          </a:p>
        </p:txBody>
      </p:sp>
      <p:sp>
        <p:nvSpPr>
          <p:cNvPr id="7" name="Slide Number Placeholder 6"/>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787316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141721F-201D-8D49-8F52-7C56A62B7CA8}" type="datetime1">
              <a:rPr lang="en-IN" smtClean="0">
                <a:solidFill>
                  <a:prstClr val="black">
                    <a:tint val="75000"/>
                  </a:prstClr>
                </a:solidFill>
              </a:rPr>
              <a:t>06-10-2023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Development of Surfaces</a:t>
            </a:r>
          </a:p>
        </p:txBody>
      </p:sp>
      <p:sp>
        <p:nvSpPr>
          <p:cNvPr id="6" name="Slide Number Placeholder 5"/>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51513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461FC7B-68F3-194C-9DAE-C93E9A7A86DD}" type="datetime1">
              <a:rPr lang="en-IN" smtClean="0">
                <a:solidFill>
                  <a:prstClr val="black">
                    <a:tint val="75000"/>
                  </a:prstClr>
                </a:solidFill>
              </a:rPr>
              <a:t>06-10-2023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Development of Surfaces</a:t>
            </a:r>
          </a:p>
        </p:txBody>
      </p:sp>
      <p:sp>
        <p:nvSpPr>
          <p:cNvPr id="6" name="Slide Number Placeholder 5"/>
          <p:cNvSpPr>
            <a:spLocks noGrp="1"/>
          </p:cNvSpPr>
          <p:nvPr>
            <p:ph type="sldNum" sz="quarter" idx="12"/>
          </p:nvPr>
        </p:nvSpPr>
        <p:spPr/>
        <p:txBody>
          <a:body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910795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9" name="Rectangle 8"/>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2" name="Title 1"/>
          <p:cNvSpPr>
            <a:spLocks noGrp="1"/>
          </p:cNvSpPr>
          <p:nvPr>
            <p:ph type="title"/>
          </p:nvPr>
        </p:nvSpPr>
        <p:spPr>
          <a:xfrm>
            <a:off x="457200" y="142852"/>
            <a:ext cx="8229600" cy="928694"/>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4" name="Date Placeholder 3"/>
          <p:cNvSpPr>
            <a:spLocks noGrp="1"/>
          </p:cNvSpPr>
          <p:nvPr>
            <p:ph type="dt" sz="half" idx="10"/>
          </p:nvPr>
        </p:nvSpPr>
        <p:spPr>
          <a:xfrm>
            <a:off x="457200" y="6385848"/>
            <a:ext cx="2133600" cy="365125"/>
          </a:xfrm>
        </p:spPr>
        <p:txBody>
          <a:bodyPr/>
          <a:lstStyle>
            <a:lvl1pPr>
              <a:defRPr>
                <a:solidFill>
                  <a:srgbClr val="00B050"/>
                </a:solidFill>
              </a:defRPr>
            </a:lvl1pPr>
          </a:lstStyle>
          <a:p>
            <a:fld id="{E6DFCE7A-6771-8C41-825C-F3FFD06BA714}" type="datetime1">
              <a:rPr lang="en-IN" smtClean="0"/>
              <a:t>06-10-2023</a:t>
            </a:fld>
            <a:endParaRPr lang="en-IN" dirty="0"/>
          </a:p>
        </p:txBody>
      </p:sp>
      <p:sp>
        <p:nvSpPr>
          <p:cNvPr id="5" name="Footer Placeholder 4"/>
          <p:cNvSpPr>
            <a:spLocks noGrp="1"/>
          </p:cNvSpPr>
          <p:nvPr>
            <p:ph type="ftr" sz="quarter" idx="11"/>
          </p:nvPr>
        </p:nvSpPr>
        <p:spPr>
          <a:xfrm>
            <a:off x="3124200" y="6400380"/>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p>
        </p:txBody>
      </p:sp>
      <p:sp>
        <p:nvSpPr>
          <p:cNvPr id="6" name="Slide Number Placeholder 5"/>
          <p:cNvSpPr>
            <a:spLocks noGrp="1"/>
          </p:cNvSpPr>
          <p:nvPr>
            <p:ph type="sldNum" sz="quarter" idx="12"/>
          </p:nvPr>
        </p:nvSpPr>
        <p:spPr>
          <a:xfrm>
            <a:off x="6938994" y="6377219"/>
            <a:ext cx="2133600" cy="365125"/>
          </a:xfrm>
        </p:spPr>
        <p:txBody>
          <a:bodyPr/>
          <a:lstStyle>
            <a:lvl1pPr>
              <a:defRPr>
                <a:solidFill>
                  <a:srgbClr val="00B050"/>
                </a:solidFill>
              </a:defRPr>
            </a:lvl1pPr>
          </a:lstStyle>
          <a:p>
            <a:fld id="{F7FF31BA-82E2-4C85-86C6-F5926E4FA1B8}" type="slidenum">
              <a:rPr lang="en-IN" smtClean="0"/>
              <a:pPr/>
              <a:t>‹#›</a:t>
            </a:fld>
            <a:endParaRPr lang="en-IN" dirty="0"/>
          </a:p>
        </p:txBody>
      </p:sp>
      <p:sp>
        <p:nvSpPr>
          <p:cNvPr id="7" name="Rectangle 6"/>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8" name="Text Placeholder 2"/>
          <p:cNvSpPr>
            <a:spLocks noGrp="1"/>
          </p:cNvSpPr>
          <p:nvPr>
            <p:ph idx="1"/>
          </p:nvPr>
        </p:nvSpPr>
        <p:spPr>
          <a:xfrm>
            <a:off x="457200" y="1357300"/>
            <a:ext cx="8229600" cy="472600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366138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9" name="Rectangle 8"/>
          <p:cNvSpPr/>
          <p:nvPr userDrawn="1"/>
        </p:nvSpPr>
        <p:spPr>
          <a:xfrm>
            <a:off x="0" y="6429396"/>
            <a:ext cx="9144000" cy="285752"/>
          </a:xfrm>
          <a:prstGeom prst="rect">
            <a:avLst/>
          </a:prstGeom>
          <a:gradFill flip="none"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2" name="Title 1"/>
          <p:cNvSpPr>
            <a:spLocks noGrp="1"/>
          </p:cNvSpPr>
          <p:nvPr>
            <p:ph type="title"/>
          </p:nvPr>
        </p:nvSpPr>
        <p:spPr>
          <a:xfrm>
            <a:off x="457200" y="142852"/>
            <a:ext cx="8229600" cy="928694"/>
          </a:xfrm>
          <a:noFill/>
        </p:spPr>
        <p:txBody>
          <a:bodyPr anchor="b" anchorCtr="0"/>
          <a:lstStyle>
            <a:lvl1pPr algn="l">
              <a:defRPr>
                <a:solidFill>
                  <a:schemeClr val="accent1">
                    <a:lumMod val="75000"/>
                  </a:schemeClr>
                </a:solidFill>
              </a:defRPr>
            </a:lvl1pPr>
          </a:lstStyle>
          <a:p>
            <a:r>
              <a:rPr lang="en-US" dirty="0"/>
              <a:t>Click to edit Master title style</a:t>
            </a:r>
            <a:endParaRPr lang="en-IN" dirty="0"/>
          </a:p>
        </p:txBody>
      </p:sp>
      <p:sp>
        <p:nvSpPr>
          <p:cNvPr id="4" name="Date Placeholder 3"/>
          <p:cNvSpPr>
            <a:spLocks noGrp="1"/>
          </p:cNvSpPr>
          <p:nvPr>
            <p:ph type="dt" sz="half" idx="10"/>
          </p:nvPr>
        </p:nvSpPr>
        <p:spPr>
          <a:xfrm>
            <a:off x="457200" y="6385848"/>
            <a:ext cx="2133600" cy="365125"/>
          </a:xfrm>
        </p:spPr>
        <p:txBody>
          <a:bodyPr/>
          <a:lstStyle>
            <a:lvl1pPr>
              <a:defRPr>
                <a:solidFill>
                  <a:srgbClr val="00B050"/>
                </a:solidFill>
              </a:defRPr>
            </a:lvl1pPr>
          </a:lstStyle>
          <a:p>
            <a:fld id="{6BFFC979-E8C2-6640-BC3B-89AB207F2083}" type="datetime1">
              <a:rPr lang="en-IN" smtClean="0"/>
              <a:t>06-10-2023</a:t>
            </a:fld>
            <a:endParaRPr lang="en-IN" dirty="0"/>
          </a:p>
        </p:txBody>
      </p:sp>
      <p:sp>
        <p:nvSpPr>
          <p:cNvPr id="5" name="Footer Placeholder 4"/>
          <p:cNvSpPr>
            <a:spLocks noGrp="1"/>
          </p:cNvSpPr>
          <p:nvPr>
            <p:ph type="ftr" sz="quarter" idx="11"/>
          </p:nvPr>
        </p:nvSpPr>
        <p:spPr>
          <a:xfrm>
            <a:off x="3124200" y="6400380"/>
            <a:ext cx="2895600" cy="365125"/>
          </a:xfrm>
        </p:spPr>
        <p:txBody>
          <a:bodyPr/>
          <a:lstStyle>
            <a:lvl1pPr>
              <a:defRPr>
                <a:solidFill>
                  <a:schemeClr val="bg2">
                    <a:lumMod val="25000"/>
                  </a:schemeClr>
                </a:solidFill>
              </a:defRPr>
            </a:lvl1pPr>
          </a:lstStyle>
          <a:p>
            <a:r>
              <a:rPr lang="en-IN">
                <a:solidFill>
                  <a:srgbClr val="EEECE1">
                    <a:lumMod val="25000"/>
                  </a:srgbClr>
                </a:solidFill>
              </a:rPr>
              <a:t>Development of Surfaces</a:t>
            </a:r>
          </a:p>
        </p:txBody>
      </p:sp>
      <p:sp>
        <p:nvSpPr>
          <p:cNvPr id="6" name="Slide Number Placeholder 5"/>
          <p:cNvSpPr>
            <a:spLocks noGrp="1"/>
          </p:cNvSpPr>
          <p:nvPr>
            <p:ph type="sldNum" sz="quarter" idx="12"/>
          </p:nvPr>
        </p:nvSpPr>
        <p:spPr>
          <a:xfrm>
            <a:off x="6938994" y="6377219"/>
            <a:ext cx="2133600" cy="365125"/>
          </a:xfrm>
        </p:spPr>
        <p:txBody>
          <a:bodyPr/>
          <a:lstStyle>
            <a:lvl1pPr>
              <a:defRPr>
                <a:solidFill>
                  <a:srgbClr val="00B050"/>
                </a:solidFill>
              </a:defRPr>
            </a:lvl1pPr>
          </a:lstStyle>
          <a:p>
            <a:fld id="{F7FF31BA-82E2-4C85-86C6-F5926E4FA1B8}" type="slidenum">
              <a:rPr lang="en-IN" smtClean="0"/>
              <a:pPr/>
              <a:t>‹#›</a:t>
            </a:fld>
            <a:endParaRPr lang="en-IN" dirty="0"/>
          </a:p>
        </p:txBody>
      </p:sp>
      <p:sp>
        <p:nvSpPr>
          <p:cNvPr id="7" name="Rectangle 6"/>
          <p:cNvSpPr/>
          <p:nvPr userDrawn="1"/>
        </p:nvSpPr>
        <p:spPr>
          <a:xfrm>
            <a:off x="467545" y="1142984"/>
            <a:ext cx="8280920" cy="5376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solidFill>
                <a:prstClr val="white"/>
              </a:solidFill>
            </a:endParaRPr>
          </a:p>
        </p:txBody>
      </p:sp>
      <p:sp>
        <p:nvSpPr>
          <p:cNvPr id="8" name="Text Placeholder 2"/>
          <p:cNvSpPr>
            <a:spLocks noGrp="1"/>
          </p:cNvSpPr>
          <p:nvPr>
            <p:ph idx="1"/>
          </p:nvPr>
        </p:nvSpPr>
        <p:spPr>
          <a:xfrm>
            <a:off x="457200" y="1417639"/>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9977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457200" y="6356350"/>
            <a:ext cx="2133600" cy="365125"/>
          </a:xfrm>
        </p:spPr>
        <p:txBody>
          <a:bodyPr/>
          <a:lstStyle>
            <a:lvl1pPr>
              <a:defRPr/>
            </a:lvl1pPr>
          </a:lstStyle>
          <a:p>
            <a:pPr>
              <a:defRPr/>
            </a:pPr>
            <a:fld id="{CC23857C-D848-2748-B3A5-36BF59EBE4BA}" type="datetime1">
              <a:rPr lang="en-IN" smtClean="0"/>
              <a:t>06-10-2023</a:t>
            </a:fld>
            <a:endParaRPr lang="en-US"/>
          </a:p>
        </p:txBody>
      </p:sp>
      <p:sp>
        <p:nvSpPr>
          <p:cNvPr id="4" name="Footer Placeholder 3"/>
          <p:cNvSpPr>
            <a:spLocks noGrp="1"/>
          </p:cNvSpPr>
          <p:nvPr>
            <p:ph type="ftr" sz="quarter" idx="11"/>
          </p:nvPr>
        </p:nvSpPr>
        <p:spPr>
          <a:xfrm>
            <a:off x="3124200" y="6356350"/>
            <a:ext cx="2895600" cy="365125"/>
          </a:xfrm>
        </p:spPr>
        <p:txBody>
          <a:bodyPr/>
          <a:lstStyle>
            <a:lvl1pPr>
              <a:defRPr/>
            </a:lvl1pPr>
          </a:lstStyle>
          <a:p>
            <a:pPr>
              <a:defRPr/>
            </a:pPr>
            <a:r>
              <a:rPr lang="en-US"/>
              <a:t>Development of Surfaces</a:t>
            </a:r>
          </a:p>
        </p:txBody>
      </p:sp>
      <p:sp>
        <p:nvSpPr>
          <p:cNvPr id="5" name="Slide Number Placeholder 4"/>
          <p:cNvSpPr>
            <a:spLocks noGrp="1"/>
          </p:cNvSpPr>
          <p:nvPr>
            <p:ph type="sldNum" sz="quarter" idx="12"/>
          </p:nvPr>
        </p:nvSpPr>
        <p:spPr>
          <a:xfrm>
            <a:off x="6553200" y="6356350"/>
            <a:ext cx="2133600" cy="365125"/>
          </a:xfrm>
        </p:spPr>
        <p:txBody>
          <a:bodyPr/>
          <a:lstStyle>
            <a:lvl1pPr>
              <a:defRPr/>
            </a:lvl1pPr>
          </a:lstStyle>
          <a:p>
            <a:fld id="{EB0F35FB-2BCA-194F-848D-9C8B228BDA05}" type="slidenum">
              <a:rPr lang="en-US" altLang="en-US"/>
              <a:pPr/>
              <a:t>‹#›</a:t>
            </a:fld>
            <a:endParaRPr lang="en-US" altLang="en-US"/>
          </a:p>
        </p:txBody>
      </p:sp>
    </p:spTree>
    <p:extLst>
      <p:ext uri="{BB962C8B-B14F-4D97-AF65-F5344CB8AC3E}">
        <p14:creationId xmlns:p14="http://schemas.microsoft.com/office/powerpoint/2010/main" val="1210849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a:gradFill>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9AF078B-14A0-464D-AAA5-D69E363498D6}" type="datetime1">
              <a:rPr lang="en-IN" smtClean="0">
                <a:solidFill>
                  <a:prstClr val="black">
                    <a:tint val="75000"/>
                  </a:prstClr>
                </a:solidFill>
              </a:rPr>
              <a:t>06-10-2023</a:t>
            </a:fld>
            <a:endParaRPr lang="en-IN">
              <a:solidFill>
                <a:prstClr val="black">
                  <a:tint val="75000"/>
                </a:prstClr>
              </a:solidFill>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IN">
                <a:solidFill>
                  <a:prstClr val="black">
                    <a:tint val="75000"/>
                  </a:prstClr>
                </a:solidFill>
              </a:rPr>
              <a:t>Development of Surfaces</a:t>
            </a:r>
          </a:p>
        </p:txBody>
      </p:sp>
      <p:sp>
        <p:nvSpPr>
          <p:cNvPr id="6" name="Slide Number Placeholder 5"/>
          <p:cNvSpPr>
            <a:spLocks noGrp="1"/>
          </p:cNvSpPr>
          <p:nvPr>
            <p:ph type="sldNum" sz="quarter" idx="4"/>
          </p:nvPr>
        </p:nvSpPr>
        <p:spPr>
          <a:xfrm>
            <a:off x="6938994"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7FF31BA-82E2-4C85-86C6-F5926E4FA1B8}"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8786760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76"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7" r:id="rId16"/>
  </p:sldLayoutIdLst>
  <p:hf hdr="0"/>
  <p:txStyles>
    <p:titleStyle>
      <a:lvl1pPr algn="ctr" defTabSz="685800" rtl="0" eaLnBrk="1" latinLnBrk="0" hangingPunct="1">
        <a:spcBef>
          <a:spcPct val="0"/>
        </a:spcBef>
        <a:buNone/>
        <a:defRPr sz="2400" kern="1200">
          <a:solidFill>
            <a:schemeClr val="accent6"/>
          </a:solidFill>
          <a:effectLst>
            <a:outerShdw blurRad="38100" dist="38100" dir="2700000" algn="tl">
              <a:srgbClr val="000000">
                <a:alpha val="43137"/>
              </a:srgbClr>
            </a:outerShdw>
          </a:effectLst>
          <a:latin typeface="Arial" pitchFamily="34" charset="0"/>
          <a:ea typeface="+mj-ea"/>
          <a:cs typeface="Arial" pitchFamily="34" charset="0"/>
        </a:defRPr>
      </a:lvl1pPr>
    </p:titleStyle>
    <p:bodyStyle>
      <a:lvl1pPr marL="257175" indent="-257175" algn="l" defTabSz="685800" rtl="0" eaLnBrk="1" latinLnBrk="0" hangingPunct="1">
        <a:spcBef>
          <a:spcPct val="20000"/>
        </a:spcBef>
        <a:buFont typeface="Wingdings" pitchFamily="2" charset="2"/>
        <a:buChar char="§"/>
        <a:defRPr sz="2100" kern="1200">
          <a:solidFill>
            <a:schemeClr val="tx1"/>
          </a:solidFill>
          <a:latin typeface="Arial" pitchFamily="34" charset="0"/>
          <a:ea typeface="+mn-ea"/>
          <a:cs typeface="Arial" pitchFamily="34" charset="0"/>
        </a:defRPr>
      </a:lvl1pPr>
      <a:lvl2pPr marL="557213" indent="-214313" algn="l" defTabSz="685800" rtl="0" eaLnBrk="1" latinLnBrk="0" hangingPunct="1">
        <a:spcBef>
          <a:spcPct val="20000"/>
        </a:spcBef>
        <a:buSzPct val="54000"/>
        <a:buFont typeface="Arial" pitchFamily="34" charset="0"/>
        <a:buChar char="►"/>
        <a:defRPr sz="1800" kern="1200">
          <a:solidFill>
            <a:schemeClr val="tx1"/>
          </a:solidFill>
          <a:latin typeface="Arial" pitchFamily="34" charset="0"/>
          <a:ea typeface="+mn-ea"/>
          <a:cs typeface="Arial" pitchFamily="34" charset="0"/>
        </a:defRPr>
      </a:lvl2pPr>
      <a:lvl3pPr marL="857250" indent="-171450" algn="l" defTabSz="685800" rtl="0" eaLnBrk="1" latinLnBrk="0" hangingPunct="1">
        <a:spcBef>
          <a:spcPct val="20000"/>
        </a:spcBef>
        <a:buFont typeface="Arial" pitchFamily="34" charset="0"/>
        <a:buChar char="•"/>
        <a:defRPr sz="1500" kern="1200">
          <a:solidFill>
            <a:schemeClr val="tx1"/>
          </a:solidFill>
          <a:latin typeface="Arial" pitchFamily="34" charset="0"/>
          <a:ea typeface="+mn-ea"/>
          <a:cs typeface="Arial" pitchFamily="34" charset="0"/>
        </a:defRPr>
      </a:lvl3pPr>
      <a:lvl4pPr marL="1200150" indent="-171450" algn="l" defTabSz="685800" rtl="0" eaLnBrk="1" latinLnBrk="0" hangingPunct="1">
        <a:spcBef>
          <a:spcPct val="20000"/>
        </a:spcBef>
        <a:buFont typeface="Arial" pitchFamily="34" charset="0"/>
        <a:buChar char="–"/>
        <a:defRPr sz="1350" kern="1200">
          <a:solidFill>
            <a:schemeClr val="tx1"/>
          </a:solidFill>
          <a:latin typeface="Arial" pitchFamily="34" charset="0"/>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4.xml"/><Relationship Id="rId1" Type="http://schemas.openxmlformats.org/officeDocument/2006/relationships/vmlDrawing" Target="../drawings/vmlDrawing1.vml"/><Relationship Id="rId4" Type="http://schemas.openxmlformats.org/officeDocument/2006/relationships/image" Target="../media/image16.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8.xml"/><Relationship Id="rId7" Type="http://schemas.openxmlformats.org/officeDocument/2006/relationships/image" Target="../media/image17.wmf"/><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16.wmf"/><Relationship Id="rId4" Type="http://schemas.openxmlformats.org/officeDocument/2006/relationships/oleObject" Target="../embeddings/oleObject2.bin"/><Relationship Id="rId9" Type="http://schemas.openxmlformats.org/officeDocument/2006/relationships/image" Target="../media/image18.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0.wmf"/><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9.wmf"/><Relationship Id="rId4" Type="http://schemas.openxmlformats.org/officeDocument/2006/relationships/oleObject" Target="../embeddings/oleObject5.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9.xml"/><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2.wmf"/><Relationship Id="rId2" Type="http://schemas.openxmlformats.org/officeDocument/2006/relationships/slideLayout" Target="../slideLayouts/slideLayout9.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21.wmf"/><Relationship Id="rId4" Type="http://schemas.openxmlformats.org/officeDocument/2006/relationships/oleObject" Target="../embeddings/oleObject7.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3"/>
          <p:cNvPicPr>
            <a:picLocks noChangeAspect="1" noChangeArrowheads="1"/>
          </p:cNvPicPr>
          <p:nvPr/>
        </p:nvPicPr>
        <p:blipFill>
          <a:blip r:embed="rId3" cstate="print">
            <a:clrChange>
              <a:clrFrom>
                <a:srgbClr val="000000"/>
              </a:clrFrom>
              <a:clrTo>
                <a:srgbClr val="000000">
                  <a:alpha val="0"/>
                </a:srgbClr>
              </a:clrTo>
            </a:clrChange>
          </a:blip>
          <a:srcRect/>
          <a:stretch>
            <a:fillRect/>
          </a:stretch>
        </p:blipFill>
        <p:spPr bwMode="auto">
          <a:xfrm>
            <a:off x="6572250" y="4733925"/>
            <a:ext cx="1581150" cy="1581150"/>
          </a:xfrm>
          <a:prstGeom prst="rect">
            <a:avLst/>
          </a:prstGeom>
          <a:noFill/>
          <a:ln w="28575" algn="ctr">
            <a:noFill/>
            <a:miter lim="800000"/>
            <a:headEnd/>
            <a:tailEnd/>
          </a:ln>
        </p:spPr>
      </p:pic>
      <p:sp>
        <p:nvSpPr>
          <p:cNvPr id="2" name="Title 1"/>
          <p:cNvSpPr>
            <a:spLocks noGrp="1"/>
          </p:cNvSpPr>
          <p:nvPr>
            <p:ph type="ctrTitle"/>
          </p:nvPr>
        </p:nvSpPr>
        <p:spPr>
          <a:xfrm>
            <a:off x="217449" y="696248"/>
            <a:ext cx="8763000" cy="3785652"/>
          </a:xfr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a:spAutoFit/>
          </a:bodyPr>
          <a:lstStyle/>
          <a:p>
            <a:pPr algn="ctr">
              <a:defRPr/>
            </a:pPr>
            <a:r>
              <a:rPr lang="en-US" sz="4000" dirty="0" smtClean="0">
                <a:solidFill>
                  <a:srgbClr val="3333FF"/>
                </a:solidFill>
                <a:effectLst>
                  <a:outerShdw blurRad="38100" dist="38100" dir="2700000" algn="tl">
                    <a:srgbClr val="000000">
                      <a:alpha val="43137"/>
                    </a:srgbClr>
                  </a:outerShdw>
                </a:effectLst>
              </a:rPr>
              <a:t>CE101</a:t>
            </a:r>
            <a:br>
              <a:rPr lang="en-US" sz="4000" dirty="0" smtClean="0">
                <a:solidFill>
                  <a:srgbClr val="3333FF"/>
                </a:solidFill>
                <a:effectLst>
                  <a:outerShdw blurRad="38100" dist="38100" dir="2700000" algn="tl">
                    <a:srgbClr val="000000">
                      <a:alpha val="43137"/>
                    </a:srgbClr>
                  </a:outerShdw>
                </a:effectLst>
              </a:rPr>
            </a:br>
            <a:r>
              <a:rPr lang="en-US" sz="4000" dirty="0" smtClean="0">
                <a:solidFill>
                  <a:srgbClr val="3333FF"/>
                </a:solidFill>
                <a:effectLst>
                  <a:outerShdw blurRad="38100" dist="38100" dir="2700000" algn="tl">
                    <a:srgbClr val="000000">
                      <a:alpha val="43137"/>
                    </a:srgbClr>
                  </a:outerShdw>
                </a:effectLst>
              </a:rPr>
              <a:t/>
            </a:r>
            <a:br>
              <a:rPr lang="en-US" sz="4000" dirty="0" smtClean="0">
                <a:solidFill>
                  <a:srgbClr val="3333FF"/>
                </a:solidFill>
                <a:effectLst>
                  <a:outerShdw blurRad="38100" dist="38100" dir="2700000" algn="tl">
                    <a:srgbClr val="000000">
                      <a:alpha val="43137"/>
                    </a:srgbClr>
                  </a:outerShdw>
                </a:effectLst>
              </a:rPr>
            </a:br>
            <a:r>
              <a:rPr lang="en-US" sz="4000" dirty="0" smtClean="0">
                <a:solidFill>
                  <a:srgbClr val="3333FF"/>
                </a:solidFill>
                <a:effectLst>
                  <a:outerShdw blurRad="38100" dist="38100" dir="2700000" algn="tl">
                    <a:srgbClr val="000000">
                      <a:alpha val="43137"/>
                    </a:srgbClr>
                  </a:outerShdw>
                </a:effectLst>
              </a:rPr>
              <a:t>Engineering Drawing</a:t>
            </a:r>
            <a:br>
              <a:rPr lang="en-US" sz="4000" dirty="0" smtClean="0">
                <a:solidFill>
                  <a:srgbClr val="3333FF"/>
                </a:solidFill>
                <a:effectLst>
                  <a:outerShdw blurRad="38100" dist="38100" dir="2700000" algn="tl">
                    <a:srgbClr val="000000">
                      <a:alpha val="43137"/>
                    </a:srgbClr>
                  </a:outerShdw>
                </a:effectLst>
              </a:rPr>
            </a:br>
            <a:r>
              <a:rPr lang="en-US" sz="4000" dirty="0" smtClean="0">
                <a:solidFill>
                  <a:srgbClr val="3333FF"/>
                </a:solidFill>
                <a:effectLst>
                  <a:outerShdw blurRad="38100" dist="38100" dir="2700000" algn="tl">
                    <a:srgbClr val="000000">
                      <a:alpha val="43137"/>
                    </a:srgbClr>
                  </a:outerShdw>
                </a:effectLst>
              </a:rPr>
              <a:t/>
            </a:r>
            <a:br>
              <a:rPr lang="en-US" sz="4000" dirty="0" smtClean="0">
                <a:solidFill>
                  <a:srgbClr val="3333FF"/>
                </a:solidFill>
                <a:effectLst>
                  <a:outerShdw blurRad="38100" dist="38100" dir="2700000" algn="tl">
                    <a:srgbClr val="000000">
                      <a:alpha val="43137"/>
                    </a:srgbClr>
                  </a:outerShdw>
                </a:effectLst>
              </a:rPr>
            </a:br>
            <a:r>
              <a:rPr lang="en-US" sz="4000" dirty="0" smtClean="0">
                <a:solidFill>
                  <a:srgbClr val="3333FF"/>
                </a:solidFill>
                <a:effectLst>
                  <a:outerShdw blurRad="38100" dist="38100" dir="2700000" algn="tl">
                    <a:srgbClr val="000000">
                      <a:alpha val="43137"/>
                    </a:srgbClr>
                  </a:outerShdw>
                </a:effectLst>
              </a:rPr>
              <a:t>Lec8: Development of Surfaces</a:t>
            </a:r>
            <a:endParaRPr lang="en-US" sz="2800" dirty="0">
              <a:solidFill>
                <a:srgbClr val="3333FF"/>
              </a:solidFill>
              <a:effectLst>
                <a:outerShdw blurRad="38100" dist="38100" dir="2700000" algn="tl">
                  <a:srgbClr val="000000">
                    <a:alpha val="43137"/>
                  </a:srgbClr>
                </a:outerShdw>
              </a:effectLst>
            </a:endParaRPr>
          </a:p>
        </p:txBody>
      </p:sp>
      <p:sp>
        <p:nvSpPr>
          <p:cNvPr id="3" name="Rectangle 2"/>
          <p:cNvSpPr/>
          <p:nvPr/>
        </p:nvSpPr>
        <p:spPr>
          <a:xfrm>
            <a:off x="533400" y="5518404"/>
            <a:ext cx="5943600" cy="461665"/>
          </a:xfrm>
          <a:prstGeom prst="rect">
            <a:avLst/>
          </a:prstGeom>
        </p:spPr>
        <p:txBody>
          <a:bodyPr wrap="square">
            <a:spAutoFit/>
          </a:bodyPr>
          <a:lstStyle/>
          <a:p>
            <a:pPr algn="l">
              <a:spcBef>
                <a:spcPts val="0"/>
              </a:spcBef>
              <a:defRPr/>
            </a:pPr>
            <a:r>
              <a:rPr lang="en-US" sz="2400" b="1" dirty="0" smtClean="0">
                <a:effectLst>
                  <a:outerShdw blurRad="38100" dist="38100" dir="2700000" algn="tl">
                    <a:srgbClr val="000000">
                      <a:alpha val="43137"/>
                    </a:srgbClr>
                  </a:outerShdw>
                </a:effectLst>
              </a:rPr>
              <a:t>Indian Institute of Technology Guwahati</a:t>
            </a:r>
            <a:endParaRPr lang="en-US" sz="2400" b="1" dirty="0"/>
          </a:p>
        </p:txBody>
      </p:sp>
    </p:spTree>
    <p:extLst>
      <p:ext uri="{BB962C8B-B14F-4D97-AF65-F5344CB8AC3E}">
        <p14:creationId xmlns:p14="http://schemas.microsoft.com/office/powerpoint/2010/main" val="10642080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IN" sz="2800" dirty="0"/>
              <a:t>So far</a:t>
            </a:r>
          </a:p>
          <a:p>
            <a:pPr lvl="1"/>
            <a:r>
              <a:rPr lang="en-US" altLang="en-US" sz="2400" dirty="0">
                <a:solidFill>
                  <a:srgbClr val="CC0000"/>
                </a:solidFill>
                <a:effectLst>
                  <a:outerShdw blurRad="38100" dist="38100" dir="2700000" algn="tl">
                    <a:srgbClr val="000000"/>
                  </a:outerShdw>
                </a:effectLst>
                <a:latin typeface="Arial" charset="0"/>
              </a:rPr>
              <a:t>Engineering Applications of the Principles of Projections of Solids.</a:t>
            </a:r>
          </a:p>
          <a:p>
            <a:pPr lvl="1"/>
            <a:r>
              <a:rPr lang="en-US" altLang="en-US" sz="2400" dirty="0">
                <a:solidFill>
                  <a:srgbClr val="CC0000"/>
                </a:solidFill>
                <a:effectLst>
                  <a:outerShdw blurRad="38100" dist="38100" dir="2700000" algn="tl">
                    <a:srgbClr val="000000"/>
                  </a:outerShdw>
                </a:effectLst>
                <a:latin typeface="Arial" charset="0"/>
              </a:rPr>
              <a:t>Sections of Solids.</a:t>
            </a:r>
          </a:p>
          <a:p>
            <a:r>
              <a:rPr lang="en-US" altLang="en-US" sz="2800" dirty="0">
                <a:solidFill>
                  <a:srgbClr val="CC0000"/>
                </a:solidFill>
                <a:effectLst>
                  <a:outerShdw blurRad="38100" dist="38100" dir="2700000" algn="tl">
                    <a:srgbClr val="000000"/>
                  </a:outerShdw>
                </a:effectLst>
                <a:latin typeface="Arial" charset="0"/>
              </a:rPr>
              <a:t>Now	</a:t>
            </a:r>
          </a:p>
          <a:p>
            <a:pPr lvl="1"/>
            <a:r>
              <a:rPr lang="en-US" altLang="en-US" sz="2400" dirty="0">
                <a:solidFill>
                  <a:srgbClr val="CC0000"/>
                </a:solidFill>
                <a:effectLst>
                  <a:outerShdw blurRad="38100" dist="38100" dir="2700000" algn="tl">
                    <a:srgbClr val="000000"/>
                  </a:outerShdw>
                </a:effectLst>
                <a:latin typeface="Arial" charset="0"/>
              </a:rPr>
              <a:t>Development.</a:t>
            </a:r>
          </a:p>
          <a:p>
            <a:pPr lvl="1"/>
            <a:r>
              <a:rPr lang="en-US" altLang="en-US" sz="2400" dirty="0">
                <a:solidFill>
                  <a:srgbClr val="CC0000"/>
                </a:solidFill>
                <a:effectLst>
                  <a:outerShdw blurRad="38100" dist="38100" dir="2700000" algn="tl">
                    <a:srgbClr val="000000"/>
                  </a:outerShdw>
                </a:effectLst>
                <a:latin typeface="Arial" charset="0"/>
              </a:rPr>
              <a:t>Intersections</a:t>
            </a:r>
          </a:p>
          <a:p>
            <a:r>
              <a:rPr lang="en-IN" sz="2800" dirty="0"/>
              <a:t>What is Development?</a:t>
            </a:r>
          </a:p>
          <a:p>
            <a:r>
              <a:rPr lang="en-IN" sz="2800" dirty="0"/>
              <a:t>Why develop at all? - Applications </a:t>
            </a:r>
          </a:p>
          <a:p>
            <a:r>
              <a:rPr lang="en-IN" sz="2800" dirty="0"/>
              <a:t>Methods of Development</a:t>
            </a:r>
          </a:p>
          <a:p>
            <a:r>
              <a:rPr lang="en-IN" sz="2800" dirty="0"/>
              <a:t>Examples on development of various shapes</a:t>
            </a:r>
          </a:p>
        </p:txBody>
      </p:sp>
      <p:sp>
        <p:nvSpPr>
          <p:cNvPr id="2" name="Title 1"/>
          <p:cNvSpPr>
            <a:spLocks noGrp="1"/>
          </p:cNvSpPr>
          <p:nvPr>
            <p:ph type="title"/>
          </p:nvPr>
        </p:nvSpPr>
        <p:spPr/>
        <p:txBody>
          <a:bodyPr/>
          <a:lstStyle/>
          <a:p>
            <a:r>
              <a:rPr lang="en-US" dirty="0"/>
              <a:t>Outline</a:t>
            </a:r>
            <a:endParaRPr lang="en-IN" dirty="0"/>
          </a:p>
        </p:txBody>
      </p:sp>
      <p:sp>
        <p:nvSpPr>
          <p:cNvPr id="5" name="Footer Placeholder 4"/>
          <p:cNvSpPr>
            <a:spLocks noGrp="1"/>
          </p:cNvSpPr>
          <p:nvPr>
            <p:ph type="ftr" sz="quarter" idx="11"/>
          </p:nvPr>
        </p:nvSpPr>
        <p:spPr/>
        <p:txBody>
          <a:bodyPr/>
          <a:lstStyle/>
          <a:p>
            <a:r>
              <a:rPr lang="en-IN">
                <a:solidFill>
                  <a:srgbClr val="EEECE1">
                    <a:lumMod val="25000"/>
                  </a:srgbClr>
                </a:solidFill>
              </a:rPr>
              <a:t>Development of Surfaces</a:t>
            </a:r>
            <a:endParaRPr lang="en-IN" dirty="0">
              <a:solidFill>
                <a:srgbClr val="EEECE1">
                  <a:lumMod val="25000"/>
                </a:srgbClr>
              </a:solidFill>
            </a:endParaRPr>
          </a:p>
        </p:txBody>
      </p:sp>
      <p:sp>
        <p:nvSpPr>
          <p:cNvPr id="4" name="Slide Number Placeholder 3"/>
          <p:cNvSpPr>
            <a:spLocks noGrp="1"/>
          </p:cNvSpPr>
          <p:nvPr>
            <p:ph type="sldNum" sz="quarter" idx="12"/>
          </p:nvPr>
        </p:nvSpPr>
        <p:spPr/>
        <p:txBody>
          <a:bodyPr/>
          <a:lstStyle/>
          <a:p>
            <a:fld id="{F7FF31BA-82E2-4C85-86C6-F5926E4FA1B8}" type="slidenum">
              <a:rPr lang="en-IN" smtClean="0"/>
              <a:pPr/>
              <a:t>2</a:t>
            </a:fld>
            <a:endParaRPr lang="en-IN" dirty="0"/>
          </a:p>
        </p:txBody>
      </p:sp>
      <p:sp>
        <p:nvSpPr>
          <p:cNvPr id="6" name="Date Placeholder 5"/>
          <p:cNvSpPr>
            <a:spLocks noGrp="1"/>
          </p:cNvSpPr>
          <p:nvPr>
            <p:ph type="dt" sz="half" idx="10"/>
          </p:nvPr>
        </p:nvSpPr>
        <p:spPr/>
        <p:txBody>
          <a:bodyPr/>
          <a:lstStyle/>
          <a:p>
            <a:fld id="{20DEC539-A3CC-F74A-8BF7-E6AC72E148D2}" type="datetime1">
              <a:rPr lang="en-IN" smtClean="0"/>
              <a:t>06-10-2023</a:t>
            </a:fld>
            <a:endParaRPr lang="en-IN" dirty="0"/>
          </a:p>
        </p:txBody>
      </p:sp>
    </p:spTree>
    <p:extLst>
      <p:ext uri="{BB962C8B-B14F-4D97-AF65-F5344CB8AC3E}">
        <p14:creationId xmlns:p14="http://schemas.microsoft.com/office/powerpoint/2010/main" val="9677312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81200"/>
            <a:ext cx="6858000" cy="453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2"/>
          <p:cNvSpPr>
            <a:spLocks noChangeArrowheads="1"/>
          </p:cNvSpPr>
          <p:nvPr/>
        </p:nvSpPr>
        <p:spPr bwMode="auto">
          <a:xfrm>
            <a:off x="0" y="0"/>
            <a:ext cx="9144000" cy="143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just" eaLnBrk="1" hangingPunct="1">
              <a:lnSpc>
                <a:spcPct val="150000"/>
              </a:lnSpc>
            </a:pPr>
            <a:r>
              <a:rPr lang="en-US" altLang="en-US" sz="2000" b="1">
                <a:latin typeface="Garamond" pitchFamily="18" charset="0"/>
              </a:rPr>
              <a:t>Development</a:t>
            </a:r>
            <a:r>
              <a:rPr lang="en-US" altLang="en-US" sz="2000">
                <a:latin typeface="Garamond" pitchFamily="18" charset="0"/>
              </a:rPr>
              <a:t> is a graphical method of obtaining the area of the surfaces of a solid. When a solid is opened out and its complete surface is laid on a plane, the surface of the solid is said to be developed. </a:t>
            </a:r>
          </a:p>
        </p:txBody>
      </p:sp>
      <p:sp>
        <p:nvSpPr>
          <p:cNvPr id="4" name="TextBox 3"/>
          <p:cNvSpPr txBox="1">
            <a:spLocks noChangeArrowheads="1"/>
          </p:cNvSpPr>
          <p:nvPr/>
        </p:nvSpPr>
        <p:spPr bwMode="auto">
          <a:xfrm>
            <a:off x="6705600" y="1828800"/>
            <a:ext cx="2438400" cy="1754188"/>
          </a:xfrm>
          <a:prstGeom prst="rect">
            <a:avLst/>
          </a:prstGeom>
          <a:solidFill>
            <a:schemeClr val="accent2">
              <a:lumMod val="20000"/>
              <a:lumOff val="80000"/>
            </a:schemeClr>
          </a:solidFill>
          <a:ln w="9525">
            <a:noFill/>
            <a:miter lim="800000"/>
            <a:headEnd/>
            <a:tailEnd/>
          </a:ln>
        </p:spPr>
        <p:txBody>
          <a:bodyPr>
            <a:spAutoFit/>
          </a:bodyPr>
          <a:lstStyle/>
          <a:p>
            <a:pPr algn="just">
              <a:defRPr/>
            </a:pPr>
            <a:r>
              <a:rPr lang="en-US" b="1" dirty="0"/>
              <a:t>Every line on the development should be true length of the corresponding line on the surface of the solid.</a:t>
            </a:r>
          </a:p>
        </p:txBody>
      </p:sp>
    </p:spTree>
    <p:extLst>
      <p:ext uri="{BB962C8B-B14F-4D97-AF65-F5344CB8AC3E}">
        <p14:creationId xmlns:p14="http://schemas.microsoft.com/office/powerpoint/2010/main" val="36980927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57200" y="895350"/>
            <a:ext cx="604838" cy="1143000"/>
            <a:chOff x="2208" y="864"/>
            <a:chExt cx="432" cy="816"/>
          </a:xfrm>
        </p:grpSpPr>
        <p:sp>
          <p:nvSpPr>
            <p:cNvPr id="5257" name="Oval 3"/>
            <p:cNvSpPr>
              <a:spLocks noChangeArrowheads="1"/>
            </p:cNvSpPr>
            <p:nvPr/>
          </p:nvSpPr>
          <p:spPr bwMode="auto">
            <a:xfrm>
              <a:off x="2208" y="864"/>
              <a:ext cx="432" cy="192"/>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258" name="Line 4"/>
            <p:cNvSpPr>
              <a:spLocks noChangeShapeType="1"/>
            </p:cNvSpPr>
            <p:nvPr/>
          </p:nvSpPr>
          <p:spPr bwMode="auto">
            <a:xfrm>
              <a:off x="2208" y="960"/>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59" name="Line 5"/>
            <p:cNvSpPr>
              <a:spLocks noChangeShapeType="1"/>
            </p:cNvSpPr>
            <p:nvPr/>
          </p:nvSpPr>
          <p:spPr bwMode="auto">
            <a:xfrm>
              <a:off x="2640" y="960"/>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60" name="Oval 6"/>
            <p:cNvSpPr>
              <a:spLocks noChangeArrowheads="1"/>
            </p:cNvSpPr>
            <p:nvPr/>
          </p:nvSpPr>
          <p:spPr bwMode="auto">
            <a:xfrm>
              <a:off x="2208" y="1488"/>
              <a:ext cx="432" cy="192"/>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grpSp>
      <p:grpSp>
        <p:nvGrpSpPr>
          <p:cNvPr id="3" name="Group 7"/>
          <p:cNvGrpSpPr>
            <a:grpSpLocks/>
          </p:cNvGrpSpPr>
          <p:nvPr/>
        </p:nvGrpSpPr>
        <p:grpSpPr bwMode="auto">
          <a:xfrm>
            <a:off x="381000" y="2895600"/>
            <a:ext cx="688975" cy="1295400"/>
            <a:chOff x="1056" y="1104"/>
            <a:chExt cx="432" cy="912"/>
          </a:xfrm>
        </p:grpSpPr>
        <p:sp>
          <p:nvSpPr>
            <p:cNvPr id="5251" name="AutoShape 8"/>
            <p:cNvSpPr>
              <a:spLocks noChangeArrowheads="1"/>
            </p:cNvSpPr>
            <p:nvPr/>
          </p:nvSpPr>
          <p:spPr bwMode="auto">
            <a:xfrm>
              <a:off x="1056" y="1104"/>
              <a:ext cx="432" cy="192"/>
            </a:xfrm>
            <a:prstGeom prst="pentagon">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252" name="Line 9"/>
            <p:cNvSpPr>
              <a:spLocks noChangeShapeType="1"/>
            </p:cNvSpPr>
            <p:nvPr/>
          </p:nvSpPr>
          <p:spPr bwMode="auto">
            <a:xfrm>
              <a:off x="1056" y="1200"/>
              <a:ext cx="0"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53" name="Line 10"/>
            <p:cNvSpPr>
              <a:spLocks noChangeShapeType="1"/>
            </p:cNvSpPr>
            <p:nvPr/>
          </p:nvSpPr>
          <p:spPr bwMode="auto">
            <a:xfrm>
              <a:off x="1488" y="1200"/>
              <a:ext cx="0"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54" name="AutoShape 11"/>
            <p:cNvSpPr>
              <a:spLocks noChangeArrowheads="1"/>
            </p:cNvSpPr>
            <p:nvPr/>
          </p:nvSpPr>
          <p:spPr bwMode="auto">
            <a:xfrm>
              <a:off x="1056" y="1824"/>
              <a:ext cx="432" cy="192"/>
            </a:xfrm>
            <a:prstGeom prst="pentagon">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255" name="Line 12"/>
            <p:cNvSpPr>
              <a:spLocks noChangeShapeType="1"/>
            </p:cNvSpPr>
            <p:nvPr/>
          </p:nvSpPr>
          <p:spPr bwMode="auto">
            <a:xfrm>
              <a:off x="1392" y="1296"/>
              <a:ext cx="0"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56" name="Line 13"/>
            <p:cNvSpPr>
              <a:spLocks noChangeShapeType="1"/>
            </p:cNvSpPr>
            <p:nvPr/>
          </p:nvSpPr>
          <p:spPr bwMode="auto">
            <a:xfrm>
              <a:off x="1152" y="1296"/>
              <a:ext cx="0" cy="7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 name="Group 14"/>
          <p:cNvGrpSpPr>
            <a:grpSpLocks/>
          </p:cNvGrpSpPr>
          <p:nvPr/>
        </p:nvGrpSpPr>
        <p:grpSpPr bwMode="auto">
          <a:xfrm rot="10800000">
            <a:off x="4452938" y="1114425"/>
            <a:ext cx="685800" cy="1219200"/>
            <a:chOff x="3024" y="912"/>
            <a:chExt cx="432" cy="768"/>
          </a:xfrm>
        </p:grpSpPr>
        <p:sp>
          <p:nvSpPr>
            <p:cNvPr id="5248" name="Oval 15"/>
            <p:cNvSpPr>
              <a:spLocks noChangeArrowheads="1"/>
            </p:cNvSpPr>
            <p:nvPr/>
          </p:nvSpPr>
          <p:spPr bwMode="auto">
            <a:xfrm>
              <a:off x="3024" y="1488"/>
              <a:ext cx="432" cy="192"/>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249" name="Line 16"/>
            <p:cNvSpPr>
              <a:spLocks noChangeShapeType="1"/>
            </p:cNvSpPr>
            <p:nvPr/>
          </p:nvSpPr>
          <p:spPr bwMode="auto">
            <a:xfrm flipH="1">
              <a:off x="3024" y="912"/>
              <a:ext cx="192"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50" name="Line 17"/>
            <p:cNvSpPr>
              <a:spLocks noChangeShapeType="1"/>
            </p:cNvSpPr>
            <p:nvPr/>
          </p:nvSpPr>
          <p:spPr bwMode="auto">
            <a:xfrm rot="19437180" flipH="1">
              <a:off x="3240" y="912"/>
              <a:ext cx="192"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354" name="Rectangle 18"/>
          <p:cNvSpPr>
            <a:spLocks noChangeArrowheads="1"/>
          </p:cNvSpPr>
          <p:nvPr/>
        </p:nvSpPr>
        <p:spPr bwMode="auto">
          <a:xfrm>
            <a:off x="1219200" y="971550"/>
            <a:ext cx="2133600" cy="9906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grpSp>
        <p:nvGrpSpPr>
          <p:cNvPr id="5" name="Group 19"/>
          <p:cNvGrpSpPr>
            <a:grpSpLocks/>
          </p:cNvGrpSpPr>
          <p:nvPr/>
        </p:nvGrpSpPr>
        <p:grpSpPr bwMode="auto">
          <a:xfrm>
            <a:off x="5138738" y="1266825"/>
            <a:ext cx="1152525" cy="1704975"/>
            <a:chOff x="3120" y="414"/>
            <a:chExt cx="726" cy="1074"/>
          </a:xfrm>
        </p:grpSpPr>
        <p:sp>
          <p:nvSpPr>
            <p:cNvPr id="5244" name="Line 20"/>
            <p:cNvSpPr>
              <a:spLocks noChangeShapeType="1"/>
            </p:cNvSpPr>
            <p:nvPr/>
          </p:nvSpPr>
          <p:spPr bwMode="auto">
            <a:xfrm rot="21358933" flipH="1">
              <a:off x="3120" y="432"/>
              <a:ext cx="240" cy="6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245" name="Group 21"/>
            <p:cNvGrpSpPr>
              <a:grpSpLocks/>
            </p:cNvGrpSpPr>
            <p:nvPr/>
          </p:nvGrpSpPr>
          <p:grpSpPr bwMode="auto">
            <a:xfrm>
              <a:off x="3168" y="414"/>
              <a:ext cx="678" cy="1074"/>
              <a:chOff x="3168" y="414"/>
              <a:chExt cx="678" cy="1074"/>
            </a:xfrm>
          </p:grpSpPr>
          <p:sp>
            <p:nvSpPr>
              <p:cNvPr id="5246" name="Arc 22"/>
              <p:cNvSpPr>
                <a:spLocks/>
              </p:cNvSpPr>
              <p:nvPr/>
            </p:nvSpPr>
            <p:spPr bwMode="auto">
              <a:xfrm rot="-117896">
                <a:off x="3174" y="414"/>
                <a:ext cx="672" cy="1068"/>
              </a:xfrm>
              <a:custGeom>
                <a:avLst/>
                <a:gdLst>
                  <a:gd name="T0" fmla="*/ 0 w 21600"/>
                  <a:gd name="T1" fmla="*/ 0 h 36050"/>
                  <a:gd name="T2" fmla="*/ 0 w 21600"/>
                  <a:gd name="T3" fmla="*/ 0 h 36050"/>
                  <a:gd name="T4" fmla="*/ 0 w 21600"/>
                  <a:gd name="T5" fmla="*/ 0 h 36050"/>
                  <a:gd name="T6" fmla="*/ 0 60000 65536"/>
                  <a:gd name="T7" fmla="*/ 0 60000 65536"/>
                  <a:gd name="T8" fmla="*/ 0 60000 65536"/>
                  <a:gd name="T9" fmla="*/ 0 w 21600"/>
                  <a:gd name="T10" fmla="*/ 0 h 36050"/>
                  <a:gd name="T11" fmla="*/ 21600 w 21600"/>
                  <a:gd name="T12" fmla="*/ 36050 h 36050"/>
                </a:gdLst>
                <a:ahLst/>
                <a:cxnLst>
                  <a:cxn ang="T6">
                    <a:pos x="T0" y="T1"/>
                  </a:cxn>
                  <a:cxn ang="T7">
                    <a:pos x="T2" y="T3"/>
                  </a:cxn>
                  <a:cxn ang="T8">
                    <a:pos x="T4" y="T5"/>
                  </a:cxn>
                </a:cxnLst>
                <a:rect l="T9" t="T10" r="T11" b="T12"/>
                <a:pathLst>
                  <a:path w="21600" h="36050" fill="none" extrusionOk="0">
                    <a:moveTo>
                      <a:pt x="6149" y="0"/>
                    </a:moveTo>
                    <a:cubicBezTo>
                      <a:pt x="15314" y="2722"/>
                      <a:pt x="21600" y="11145"/>
                      <a:pt x="21600" y="20706"/>
                    </a:cubicBezTo>
                    <a:cubicBezTo>
                      <a:pt x="21600" y="26469"/>
                      <a:pt x="19296" y="31993"/>
                      <a:pt x="15202" y="36049"/>
                    </a:cubicBezTo>
                  </a:path>
                  <a:path w="21600" h="36050" stroke="0" extrusionOk="0">
                    <a:moveTo>
                      <a:pt x="6149" y="0"/>
                    </a:moveTo>
                    <a:cubicBezTo>
                      <a:pt x="15314" y="2722"/>
                      <a:pt x="21600" y="11145"/>
                      <a:pt x="21600" y="20706"/>
                    </a:cubicBezTo>
                    <a:cubicBezTo>
                      <a:pt x="21600" y="26469"/>
                      <a:pt x="19296" y="31993"/>
                      <a:pt x="15202" y="36049"/>
                    </a:cubicBezTo>
                    <a:lnTo>
                      <a:pt x="0" y="20706"/>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5247" name="Line 23"/>
              <p:cNvSpPr>
                <a:spLocks noChangeShapeType="1"/>
              </p:cNvSpPr>
              <p:nvPr/>
            </p:nvSpPr>
            <p:spPr bwMode="auto">
              <a:xfrm>
                <a:off x="3168" y="1104"/>
                <a:ext cx="528"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7" name="Group 24"/>
          <p:cNvGrpSpPr>
            <a:grpSpLocks/>
          </p:cNvGrpSpPr>
          <p:nvPr/>
        </p:nvGrpSpPr>
        <p:grpSpPr bwMode="auto">
          <a:xfrm>
            <a:off x="1219200" y="1885950"/>
            <a:ext cx="2133600" cy="549275"/>
            <a:chOff x="768" y="1188"/>
            <a:chExt cx="1344" cy="346"/>
          </a:xfrm>
        </p:grpSpPr>
        <p:sp>
          <p:nvSpPr>
            <p:cNvPr id="5239" name="Rectangle 25"/>
            <p:cNvSpPr>
              <a:spLocks noChangeArrowheads="1"/>
            </p:cNvSpPr>
            <p:nvPr/>
          </p:nvSpPr>
          <p:spPr bwMode="auto">
            <a:xfrm>
              <a:off x="1248" y="1188"/>
              <a:ext cx="480"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a:latin typeface="Times New Roman" pitchFamily="18" charset="0"/>
                  <a:cs typeface="Times New Roman" pitchFamily="18" charset="0"/>
                  <a:sym typeface="Symbol" pitchFamily="18" charset="2"/>
                </a:rPr>
                <a:t></a:t>
              </a:r>
              <a:r>
                <a:rPr lang="en-US" altLang="en-US" sz="1600">
                  <a:latin typeface="Times New Roman" pitchFamily="18" charset="0"/>
                  <a:cs typeface="Times New Roman" pitchFamily="18" charset="0"/>
                  <a:sym typeface="Symbol" pitchFamily="18" charset="2"/>
                </a:rPr>
                <a:t>D</a:t>
              </a:r>
              <a:endParaRPr lang="en-US" altLang="en-US" sz="1600">
                <a:latin typeface="Times New Roman" pitchFamily="18" charset="0"/>
                <a:cs typeface="Times New Roman" pitchFamily="18" charset="0"/>
              </a:endParaRPr>
            </a:p>
            <a:p>
              <a:endParaRPr lang="en-US" altLang="en-US" sz="1200">
                <a:latin typeface="Times New Roman" pitchFamily="18" charset="0"/>
                <a:cs typeface="Times New Roman" pitchFamily="18" charset="0"/>
                <a:sym typeface="Symbol" pitchFamily="18" charset="2"/>
              </a:endParaRPr>
            </a:p>
          </p:txBody>
        </p:sp>
        <p:sp>
          <p:nvSpPr>
            <p:cNvPr id="5240" name="Line 26"/>
            <p:cNvSpPr>
              <a:spLocks noChangeShapeType="1"/>
            </p:cNvSpPr>
            <p:nvPr/>
          </p:nvSpPr>
          <p:spPr bwMode="auto">
            <a:xfrm>
              <a:off x="768" y="123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1" name="Line 27"/>
            <p:cNvSpPr>
              <a:spLocks noChangeShapeType="1"/>
            </p:cNvSpPr>
            <p:nvPr/>
          </p:nvSpPr>
          <p:spPr bwMode="auto">
            <a:xfrm>
              <a:off x="2112" y="118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42" name="Line 28"/>
            <p:cNvSpPr>
              <a:spLocks noChangeShapeType="1"/>
            </p:cNvSpPr>
            <p:nvPr/>
          </p:nvSpPr>
          <p:spPr bwMode="auto">
            <a:xfrm>
              <a:off x="768" y="1332"/>
              <a:ext cx="480" cy="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5243" name="Line 29"/>
            <p:cNvSpPr>
              <a:spLocks noChangeShapeType="1"/>
            </p:cNvSpPr>
            <p:nvPr/>
          </p:nvSpPr>
          <p:spPr bwMode="auto">
            <a:xfrm>
              <a:off x="1536" y="1332"/>
              <a:ext cx="57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8" name="Group 30"/>
          <p:cNvGrpSpPr>
            <a:grpSpLocks/>
          </p:cNvGrpSpPr>
          <p:nvPr/>
        </p:nvGrpSpPr>
        <p:grpSpPr bwMode="auto">
          <a:xfrm rot="2214912">
            <a:off x="4872038" y="1177925"/>
            <a:ext cx="685800" cy="1219200"/>
            <a:chOff x="3024" y="432"/>
            <a:chExt cx="432" cy="768"/>
          </a:xfrm>
        </p:grpSpPr>
        <p:sp>
          <p:nvSpPr>
            <p:cNvPr id="5235" name="Line 31"/>
            <p:cNvSpPr>
              <a:spLocks noChangeShapeType="1"/>
            </p:cNvSpPr>
            <p:nvPr/>
          </p:nvSpPr>
          <p:spPr bwMode="auto">
            <a:xfrm flipH="1">
              <a:off x="3024" y="432"/>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6" name="Line 32"/>
            <p:cNvSpPr>
              <a:spLocks noChangeShapeType="1"/>
            </p:cNvSpPr>
            <p:nvPr/>
          </p:nvSpPr>
          <p:spPr bwMode="auto">
            <a:xfrm flipH="1">
              <a:off x="3264" y="1104"/>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37" name="Line 33"/>
            <p:cNvSpPr>
              <a:spLocks noChangeShapeType="1"/>
            </p:cNvSpPr>
            <p:nvPr/>
          </p:nvSpPr>
          <p:spPr bwMode="auto">
            <a:xfrm>
              <a:off x="3072" y="480"/>
              <a:ext cx="96" cy="288"/>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5238" name="Line 34"/>
            <p:cNvSpPr>
              <a:spLocks noChangeShapeType="1"/>
            </p:cNvSpPr>
            <p:nvPr/>
          </p:nvSpPr>
          <p:spPr bwMode="auto">
            <a:xfrm>
              <a:off x="3228" y="918"/>
              <a:ext cx="96"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9" name="Group 35"/>
          <p:cNvGrpSpPr>
            <a:grpSpLocks/>
          </p:cNvGrpSpPr>
          <p:nvPr/>
        </p:nvGrpSpPr>
        <p:grpSpPr bwMode="auto">
          <a:xfrm>
            <a:off x="152400" y="971550"/>
            <a:ext cx="685800" cy="1404938"/>
            <a:chOff x="96" y="612"/>
            <a:chExt cx="432" cy="885"/>
          </a:xfrm>
        </p:grpSpPr>
        <p:sp>
          <p:nvSpPr>
            <p:cNvPr id="5226" name="Line 36"/>
            <p:cNvSpPr>
              <a:spLocks noChangeShapeType="1"/>
            </p:cNvSpPr>
            <p:nvPr/>
          </p:nvSpPr>
          <p:spPr bwMode="auto">
            <a:xfrm>
              <a:off x="144" y="612"/>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7" name="Line 37"/>
            <p:cNvSpPr>
              <a:spLocks noChangeShapeType="1"/>
            </p:cNvSpPr>
            <p:nvPr/>
          </p:nvSpPr>
          <p:spPr bwMode="auto">
            <a:xfrm>
              <a:off x="144" y="118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8" name="Line 38"/>
            <p:cNvSpPr>
              <a:spLocks noChangeShapeType="1"/>
            </p:cNvSpPr>
            <p:nvPr/>
          </p:nvSpPr>
          <p:spPr bwMode="auto">
            <a:xfrm>
              <a:off x="192" y="612"/>
              <a:ext cx="0" cy="192"/>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5229" name="Line 39"/>
            <p:cNvSpPr>
              <a:spLocks noChangeShapeType="1"/>
            </p:cNvSpPr>
            <p:nvPr/>
          </p:nvSpPr>
          <p:spPr bwMode="auto">
            <a:xfrm>
              <a:off x="192" y="948"/>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5230" name="Group 40"/>
            <p:cNvGrpSpPr>
              <a:grpSpLocks/>
            </p:cNvGrpSpPr>
            <p:nvPr/>
          </p:nvGrpSpPr>
          <p:grpSpPr bwMode="auto">
            <a:xfrm flipH="1" flipV="1">
              <a:off x="336" y="1269"/>
              <a:ext cx="192" cy="144"/>
              <a:chOff x="144" y="1248"/>
              <a:chExt cx="192" cy="144"/>
            </a:xfrm>
          </p:grpSpPr>
          <p:sp>
            <p:nvSpPr>
              <p:cNvPr id="5233" name="Line 41"/>
              <p:cNvSpPr>
                <a:spLocks noChangeShapeType="1"/>
              </p:cNvSpPr>
              <p:nvPr/>
            </p:nvSpPr>
            <p:spPr bwMode="auto">
              <a:xfrm>
                <a:off x="144" y="1248"/>
                <a:ext cx="96"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234" name="Line 42"/>
              <p:cNvSpPr>
                <a:spLocks noChangeShapeType="1"/>
              </p:cNvSpPr>
              <p:nvPr/>
            </p:nvSpPr>
            <p:spPr bwMode="auto">
              <a:xfrm>
                <a:off x="144" y="124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231" name="Text Box 43"/>
            <p:cNvSpPr txBox="1">
              <a:spLocks noChangeArrowheads="1"/>
            </p:cNvSpPr>
            <p:nvPr/>
          </p:nvSpPr>
          <p:spPr bwMode="auto">
            <a:xfrm>
              <a:off x="96" y="78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H</a:t>
              </a:r>
            </a:p>
          </p:txBody>
        </p:sp>
        <p:sp>
          <p:nvSpPr>
            <p:cNvPr id="5232" name="Text Box 44"/>
            <p:cNvSpPr txBox="1">
              <a:spLocks noChangeArrowheads="1"/>
            </p:cNvSpPr>
            <p:nvPr/>
          </p:nvSpPr>
          <p:spPr bwMode="auto">
            <a:xfrm>
              <a:off x="180" y="1305"/>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D</a:t>
              </a:r>
            </a:p>
          </p:txBody>
        </p:sp>
      </p:grpSp>
      <p:grpSp>
        <p:nvGrpSpPr>
          <p:cNvPr id="11" name="Group 45"/>
          <p:cNvGrpSpPr>
            <a:grpSpLocks/>
          </p:cNvGrpSpPr>
          <p:nvPr/>
        </p:nvGrpSpPr>
        <p:grpSpPr bwMode="auto">
          <a:xfrm>
            <a:off x="528638" y="2971800"/>
            <a:ext cx="2984500" cy="1524000"/>
            <a:chOff x="333" y="1872"/>
            <a:chExt cx="1880" cy="960"/>
          </a:xfrm>
        </p:grpSpPr>
        <p:grpSp>
          <p:nvGrpSpPr>
            <p:cNvPr id="5206" name="Group 46"/>
            <p:cNvGrpSpPr>
              <a:grpSpLocks/>
            </p:cNvGrpSpPr>
            <p:nvPr/>
          </p:nvGrpSpPr>
          <p:grpSpPr bwMode="auto">
            <a:xfrm>
              <a:off x="768" y="1872"/>
              <a:ext cx="1200" cy="720"/>
              <a:chOff x="912" y="1488"/>
              <a:chExt cx="1200" cy="720"/>
            </a:xfrm>
          </p:grpSpPr>
          <p:sp>
            <p:nvSpPr>
              <p:cNvPr id="5221" name="Rectangle 47"/>
              <p:cNvSpPr>
                <a:spLocks noChangeArrowheads="1"/>
              </p:cNvSpPr>
              <p:nvPr/>
            </p:nvSpPr>
            <p:spPr bwMode="auto">
              <a:xfrm>
                <a:off x="912" y="1488"/>
                <a:ext cx="240" cy="72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222" name="Rectangle 48"/>
              <p:cNvSpPr>
                <a:spLocks noChangeArrowheads="1"/>
              </p:cNvSpPr>
              <p:nvPr/>
            </p:nvSpPr>
            <p:spPr bwMode="auto">
              <a:xfrm>
                <a:off x="1152" y="1488"/>
                <a:ext cx="240" cy="72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223" name="Rectangle 49"/>
              <p:cNvSpPr>
                <a:spLocks noChangeArrowheads="1"/>
              </p:cNvSpPr>
              <p:nvPr/>
            </p:nvSpPr>
            <p:spPr bwMode="auto">
              <a:xfrm>
                <a:off x="1392" y="1488"/>
                <a:ext cx="240" cy="72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224" name="Rectangle 50"/>
              <p:cNvSpPr>
                <a:spLocks noChangeArrowheads="1"/>
              </p:cNvSpPr>
              <p:nvPr/>
            </p:nvSpPr>
            <p:spPr bwMode="auto">
              <a:xfrm>
                <a:off x="1632" y="1488"/>
                <a:ext cx="240" cy="72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225" name="Rectangle 51"/>
              <p:cNvSpPr>
                <a:spLocks noChangeArrowheads="1"/>
              </p:cNvSpPr>
              <p:nvPr/>
            </p:nvSpPr>
            <p:spPr bwMode="auto">
              <a:xfrm>
                <a:off x="1872" y="1488"/>
                <a:ext cx="240" cy="72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grpSp>
        <p:sp>
          <p:nvSpPr>
            <p:cNvPr id="5207" name="Line 52"/>
            <p:cNvSpPr>
              <a:spLocks noChangeShapeType="1"/>
            </p:cNvSpPr>
            <p:nvPr/>
          </p:nvSpPr>
          <p:spPr bwMode="auto">
            <a:xfrm>
              <a:off x="2064" y="187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8" name="Line 53"/>
            <p:cNvSpPr>
              <a:spLocks noChangeShapeType="1"/>
            </p:cNvSpPr>
            <p:nvPr/>
          </p:nvSpPr>
          <p:spPr bwMode="auto">
            <a:xfrm>
              <a:off x="2064" y="2592"/>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9" name="Line 54"/>
            <p:cNvSpPr>
              <a:spLocks noChangeShapeType="1"/>
            </p:cNvSpPr>
            <p:nvPr/>
          </p:nvSpPr>
          <p:spPr bwMode="auto">
            <a:xfrm>
              <a:off x="2112" y="1872"/>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10" name="Line 55"/>
            <p:cNvSpPr>
              <a:spLocks noChangeShapeType="1"/>
            </p:cNvSpPr>
            <p:nvPr/>
          </p:nvSpPr>
          <p:spPr bwMode="auto">
            <a:xfrm>
              <a:off x="2112" y="230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211" name="Group 56"/>
            <p:cNvGrpSpPr>
              <a:grpSpLocks/>
            </p:cNvGrpSpPr>
            <p:nvPr/>
          </p:nvGrpSpPr>
          <p:grpSpPr bwMode="auto">
            <a:xfrm>
              <a:off x="768" y="2640"/>
              <a:ext cx="240" cy="192"/>
              <a:chOff x="912" y="2256"/>
              <a:chExt cx="240" cy="192"/>
            </a:xfrm>
          </p:grpSpPr>
          <p:sp>
            <p:nvSpPr>
              <p:cNvPr id="5217" name="Line 57"/>
              <p:cNvSpPr>
                <a:spLocks noChangeShapeType="1"/>
              </p:cNvSpPr>
              <p:nvPr/>
            </p:nvSpPr>
            <p:spPr bwMode="auto">
              <a:xfrm>
                <a:off x="912" y="2256"/>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18" name="Line 58"/>
              <p:cNvSpPr>
                <a:spLocks noChangeShapeType="1"/>
              </p:cNvSpPr>
              <p:nvPr/>
            </p:nvSpPr>
            <p:spPr bwMode="auto">
              <a:xfrm>
                <a:off x="1152" y="2256"/>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19" name="Text Box 59"/>
              <p:cNvSpPr txBox="1">
                <a:spLocks noChangeArrowheads="1"/>
              </p:cNvSpPr>
              <p:nvPr/>
            </p:nvSpPr>
            <p:spPr bwMode="auto">
              <a:xfrm>
                <a:off x="948" y="2256"/>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S</a:t>
                </a:r>
              </a:p>
            </p:txBody>
          </p:sp>
          <p:sp>
            <p:nvSpPr>
              <p:cNvPr id="5220" name="Line 60"/>
              <p:cNvSpPr>
                <a:spLocks noChangeShapeType="1"/>
              </p:cNvSpPr>
              <p:nvPr/>
            </p:nvSpPr>
            <p:spPr bwMode="auto">
              <a:xfrm>
                <a:off x="912" y="2280"/>
                <a:ext cx="24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5212" name="Line 61"/>
            <p:cNvSpPr>
              <a:spLocks noChangeShapeType="1"/>
            </p:cNvSpPr>
            <p:nvPr/>
          </p:nvSpPr>
          <p:spPr bwMode="auto">
            <a:xfrm>
              <a:off x="333" y="2667"/>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13" name="Line 62"/>
            <p:cNvSpPr>
              <a:spLocks noChangeShapeType="1"/>
            </p:cNvSpPr>
            <p:nvPr/>
          </p:nvSpPr>
          <p:spPr bwMode="auto">
            <a:xfrm>
              <a:off x="573" y="2667"/>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14" name="Text Box 63"/>
            <p:cNvSpPr txBox="1">
              <a:spLocks noChangeArrowheads="1"/>
            </p:cNvSpPr>
            <p:nvPr/>
          </p:nvSpPr>
          <p:spPr bwMode="auto">
            <a:xfrm>
              <a:off x="363" y="2622"/>
              <a:ext cx="1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S</a:t>
              </a:r>
            </a:p>
          </p:txBody>
        </p:sp>
        <p:sp>
          <p:nvSpPr>
            <p:cNvPr id="5215" name="Line 64"/>
            <p:cNvSpPr>
              <a:spLocks noChangeShapeType="1"/>
            </p:cNvSpPr>
            <p:nvPr/>
          </p:nvSpPr>
          <p:spPr bwMode="auto">
            <a:xfrm>
              <a:off x="333" y="2691"/>
              <a:ext cx="24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216" name="Text Box 65"/>
            <p:cNvSpPr txBox="1">
              <a:spLocks noChangeArrowheads="1"/>
            </p:cNvSpPr>
            <p:nvPr/>
          </p:nvSpPr>
          <p:spPr bwMode="auto">
            <a:xfrm>
              <a:off x="2016" y="213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H</a:t>
              </a:r>
            </a:p>
          </p:txBody>
        </p:sp>
      </p:grpSp>
      <p:sp>
        <p:nvSpPr>
          <p:cNvPr id="14402" name="Text Box 66"/>
          <p:cNvSpPr txBox="1">
            <a:spLocks noChangeArrowheads="1"/>
          </p:cNvSpPr>
          <p:nvPr/>
        </p:nvSpPr>
        <p:spPr bwMode="auto">
          <a:xfrm rot="1017300">
            <a:off x="4986338" y="1647825"/>
            <a:ext cx="292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L</a:t>
            </a:r>
          </a:p>
        </p:txBody>
      </p:sp>
      <p:sp>
        <p:nvSpPr>
          <p:cNvPr id="14403" name="Rectangle 67"/>
          <p:cNvSpPr>
            <a:spLocks noChangeArrowheads="1"/>
          </p:cNvSpPr>
          <p:nvPr/>
        </p:nvSpPr>
        <p:spPr bwMode="auto">
          <a:xfrm>
            <a:off x="5186363" y="2085975"/>
            <a:ext cx="3032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a:latin typeface="Times New Roman" pitchFamily="18" charset="0"/>
                <a:cs typeface="Times New Roman" pitchFamily="18" charset="0"/>
                <a:sym typeface="Symbol" pitchFamily="18" charset="2"/>
              </a:rPr>
              <a:t></a:t>
            </a:r>
          </a:p>
        </p:txBody>
      </p:sp>
      <p:grpSp>
        <p:nvGrpSpPr>
          <p:cNvPr id="14" name="Group 68"/>
          <p:cNvGrpSpPr>
            <a:grpSpLocks/>
          </p:cNvGrpSpPr>
          <p:nvPr/>
        </p:nvGrpSpPr>
        <p:grpSpPr bwMode="auto">
          <a:xfrm>
            <a:off x="3962400" y="2489200"/>
            <a:ext cx="1720850" cy="892175"/>
            <a:chOff x="2496" y="1568"/>
            <a:chExt cx="1084" cy="562"/>
          </a:xfrm>
        </p:grpSpPr>
        <p:grpSp>
          <p:nvGrpSpPr>
            <p:cNvPr id="5196" name="Group 69"/>
            <p:cNvGrpSpPr>
              <a:grpSpLocks/>
            </p:cNvGrpSpPr>
            <p:nvPr/>
          </p:nvGrpSpPr>
          <p:grpSpPr bwMode="auto">
            <a:xfrm>
              <a:off x="2496" y="1824"/>
              <a:ext cx="815" cy="306"/>
              <a:chOff x="768" y="738"/>
              <a:chExt cx="815" cy="306"/>
            </a:xfrm>
          </p:grpSpPr>
          <p:sp>
            <p:nvSpPr>
              <p:cNvPr id="5198" name="Rectangle 70"/>
              <p:cNvSpPr>
                <a:spLocks noChangeArrowheads="1"/>
              </p:cNvSpPr>
              <p:nvPr/>
            </p:nvSpPr>
            <p:spPr bwMode="auto">
              <a:xfrm>
                <a:off x="768" y="768"/>
                <a:ext cx="1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a:latin typeface="Times New Roman" pitchFamily="18" charset="0"/>
                    <a:cs typeface="Times New Roman" pitchFamily="18" charset="0"/>
                    <a:sym typeface="Symbol" pitchFamily="18" charset="2"/>
                  </a:rPr>
                  <a:t></a:t>
                </a:r>
              </a:p>
            </p:txBody>
          </p:sp>
          <p:sp>
            <p:nvSpPr>
              <p:cNvPr id="5199" name="Text Box 71"/>
              <p:cNvSpPr txBox="1">
                <a:spLocks noChangeArrowheads="1"/>
              </p:cNvSpPr>
              <p:nvPr/>
            </p:nvSpPr>
            <p:spPr bwMode="auto">
              <a:xfrm>
                <a:off x="902" y="746"/>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2400">
                    <a:latin typeface="Times New Roman" pitchFamily="18" charset="0"/>
                  </a:rPr>
                  <a:t>=</a:t>
                </a:r>
                <a:endParaRPr lang="en-US" altLang="en-US" sz="1400">
                  <a:latin typeface="Times New Roman" pitchFamily="18" charset="0"/>
                </a:endParaRPr>
              </a:p>
            </p:txBody>
          </p:sp>
          <p:grpSp>
            <p:nvGrpSpPr>
              <p:cNvPr id="5200" name="Group 72"/>
              <p:cNvGrpSpPr>
                <a:grpSpLocks/>
              </p:cNvGrpSpPr>
              <p:nvPr/>
            </p:nvGrpSpPr>
            <p:grpSpPr bwMode="auto">
              <a:xfrm>
                <a:off x="1071" y="738"/>
                <a:ext cx="512" cy="306"/>
                <a:chOff x="2016" y="1248"/>
                <a:chExt cx="512" cy="306"/>
              </a:xfrm>
            </p:grpSpPr>
            <p:sp>
              <p:nvSpPr>
                <p:cNvPr id="5201" name="Rectangle 73"/>
                <p:cNvSpPr>
                  <a:spLocks noChangeArrowheads="1"/>
                </p:cNvSpPr>
                <p:nvPr/>
              </p:nvSpPr>
              <p:spPr bwMode="auto">
                <a:xfrm>
                  <a:off x="2016" y="1248"/>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R</a:t>
                  </a:r>
                </a:p>
              </p:txBody>
            </p:sp>
            <p:sp>
              <p:nvSpPr>
                <p:cNvPr id="5202" name="Text Box 74"/>
                <p:cNvSpPr txBox="1">
                  <a:spLocks noChangeArrowheads="1"/>
                </p:cNvSpPr>
                <p:nvPr/>
              </p:nvSpPr>
              <p:spPr bwMode="auto">
                <a:xfrm>
                  <a:off x="2028" y="1362"/>
                  <a:ext cx="1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L</a:t>
                  </a:r>
                </a:p>
              </p:txBody>
            </p:sp>
            <p:sp>
              <p:nvSpPr>
                <p:cNvPr id="5203" name="Line 75"/>
                <p:cNvSpPr>
                  <a:spLocks noChangeShapeType="1"/>
                </p:cNvSpPr>
                <p:nvPr/>
              </p:nvSpPr>
              <p:spPr bwMode="auto">
                <a:xfrm>
                  <a:off x="2064" y="1401"/>
                  <a:ext cx="9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4" name="Text Box 76"/>
                <p:cNvSpPr txBox="1">
                  <a:spLocks noChangeArrowheads="1"/>
                </p:cNvSpPr>
                <p:nvPr/>
              </p:nvSpPr>
              <p:spPr bwMode="auto">
                <a:xfrm rot="2750489">
                  <a:off x="2123" y="1279"/>
                  <a:ext cx="1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b="1">
                      <a:latin typeface="Times New Roman" pitchFamily="18" charset="0"/>
                    </a:rPr>
                    <a:t>+</a:t>
                  </a:r>
                </a:p>
              </p:txBody>
            </p:sp>
            <p:sp>
              <p:nvSpPr>
                <p:cNvPr id="5205" name="Text Box 77"/>
                <p:cNvSpPr txBox="1">
                  <a:spLocks noChangeArrowheads="1"/>
                </p:cNvSpPr>
                <p:nvPr/>
              </p:nvSpPr>
              <p:spPr bwMode="auto">
                <a:xfrm>
                  <a:off x="2208" y="1296"/>
                  <a:ext cx="3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360</a:t>
                  </a:r>
                  <a:r>
                    <a:rPr lang="en-US" altLang="en-US" sz="1400" baseline="30000">
                      <a:latin typeface="Times New Roman" pitchFamily="18" charset="0"/>
                    </a:rPr>
                    <a:t>0</a:t>
                  </a:r>
                </a:p>
              </p:txBody>
            </p:sp>
          </p:grpSp>
        </p:grpSp>
        <p:sp>
          <p:nvSpPr>
            <p:cNvPr id="5197" name="Text Box 78"/>
            <p:cNvSpPr txBox="1">
              <a:spLocks noChangeArrowheads="1"/>
            </p:cNvSpPr>
            <p:nvPr/>
          </p:nvSpPr>
          <p:spPr bwMode="auto">
            <a:xfrm>
              <a:off x="2496" y="1568"/>
              <a:ext cx="1084"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R=Base circle radius</a:t>
              </a:r>
              <a:r>
                <a:rPr lang="en-US" altLang="en-US" sz="1600">
                  <a:latin typeface="Times New Roman" pitchFamily="18" charset="0"/>
                </a:rPr>
                <a:t>.</a:t>
              </a:r>
            </a:p>
            <a:p>
              <a:pPr eaLnBrk="1" hangingPunct="1"/>
              <a:r>
                <a:rPr lang="en-US" altLang="en-US" sz="1400">
                  <a:latin typeface="Times New Roman" pitchFamily="18" charset="0"/>
                </a:rPr>
                <a:t>L=Slant height.</a:t>
              </a:r>
            </a:p>
          </p:txBody>
        </p:sp>
      </p:grpSp>
      <p:sp>
        <p:nvSpPr>
          <p:cNvPr id="14415" name="Text Box 79"/>
          <p:cNvSpPr txBox="1">
            <a:spLocks noChangeArrowheads="1"/>
          </p:cNvSpPr>
          <p:nvPr/>
        </p:nvSpPr>
        <p:spPr bwMode="auto">
          <a:xfrm>
            <a:off x="6705600" y="2590800"/>
            <a:ext cx="1390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L= Slant edge.</a:t>
            </a:r>
          </a:p>
          <a:p>
            <a:pPr eaLnBrk="1" hangingPunct="1"/>
            <a:r>
              <a:rPr lang="en-US" altLang="en-US" sz="1400">
                <a:latin typeface="Times New Roman" pitchFamily="18" charset="0"/>
              </a:rPr>
              <a:t>S = Edge of base</a:t>
            </a:r>
          </a:p>
        </p:txBody>
      </p:sp>
      <p:grpSp>
        <p:nvGrpSpPr>
          <p:cNvPr id="17" name="Group 80"/>
          <p:cNvGrpSpPr>
            <a:grpSpLocks/>
          </p:cNvGrpSpPr>
          <p:nvPr/>
        </p:nvGrpSpPr>
        <p:grpSpPr bwMode="auto">
          <a:xfrm flipV="1">
            <a:off x="6858000" y="1130300"/>
            <a:ext cx="981075" cy="1219200"/>
            <a:chOff x="3926" y="2016"/>
            <a:chExt cx="428" cy="637"/>
          </a:xfrm>
        </p:grpSpPr>
        <p:sp>
          <p:nvSpPr>
            <p:cNvPr id="5192" name="Line 81"/>
            <p:cNvSpPr>
              <a:spLocks noChangeShapeType="1"/>
            </p:cNvSpPr>
            <p:nvPr/>
          </p:nvSpPr>
          <p:spPr bwMode="auto">
            <a:xfrm flipH="1">
              <a:off x="3931" y="2016"/>
              <a:ext cx="209" cy="5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93" name="Line 82"/>
            <p:cNvSpPr>
              <a:spLocks noChangeShapeType="1"/>
            </p:cNvSpPr>
            <p:nvPr/>
          </p:nvSpPr>
          <p:spPr bwMode="auto">
            <a:xfrm>
              <a:off x="4140" y="2016"/>
              <a:ext cx="209" cy="5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94" name="AutoShape 83"/>
            <p:cNvSpPr>
              <a:spLocks noChangeArrowheads="1"/>
            </p:cNvSpPr>
            <p:nvPr/>
          </p:nvSpPr>
          <p:spPr bwMode="auto">
            <a:xfrm>
              <a:off x="3926" y="2481"/>
              <a:ext cx="428" cy="172"/>
            </a:xfrm>
            <a:prstGeom prst="diamond">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195" name="Line 84"/>
            <p:cNvSpPr>
              <a:spLocks noChangeShapeType="1"/>
            </p:cNvSpPr>
            <p:nvPr/>
          </p:nvSpPr>
          <p:spPr bwMode="auto">
            <a:xfrm>
              <a:off x="4140" y="2016"/>
              <a:ext cx="0"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421" name="Arc 85"/>
          <p:cNvSpPr>
            <a:spLocks/>
          </p:cNvSpPr>
          <p:nvPr/>
        </p:nvSpPr>
        <p:spPr bwMode="auto">
          <a:xfrm>
            <a:off x="7751763" y="1454150"/>
            <a:ext cx="1057275" cy="1906588"/>
          </a:xfrm>
          <a:custGeom>
            <a:avLst/>
            <a:gdLst>
              <a:gd name="T0" fmla="*/ 2147483647 w 21600"/>
              <a:gd name="T1" fmla="*/ 0 h 38939"/>
              <a:gd name="T2" fmla="*/ 2147483647 w 21600"/>
              <a:gd name="T3" fmla="*/ 2147483647 h 38939"/>
              <a:gd name="T4" fmla="*/ 0 w 21600"/>
              <a:gd name="T5" fmla="*/ 2147483647 h 38939"/>
              <a:gd name="T6" fmla="*/ 0 60000 65536"/>
              <a:gd name="T7" fmla="*/ 0 60000 65536"/>
              <a:gd name="T8" fmla="*/ 0 60000 65536"/>
              <a:gd name="T9" fmla="*/ 0 w 21600"/>
              <a:gd name="T10" fmla="*/ 0 h 38939"/>
              <a:gd name="T11" fmla="*/ 21600 w 21600"/>
              <a:gd name="T12" fmla="*/ 38939 h 38939"/>
            </a:gdLst>
            <a:ahLst/>
            <a:cxnLst>
              <a:cxn ang="T6">
                <a:pos x="T0" y="T1"/>
              </a:cxn>
              <a:cxn ang="T7">
                <a:pos x="T2" y="T3"/>
              </a:cxn>
              <a:cxn ang="T8">
                <a:pos x="T4" y="T5"/>
              </a:cxn>
            </a:cxnLst>
            <a:rect l="T9" t="T10" r="T11" b="T12"/>
            <a:pathLst>
              <a:path w="21600" h="38939" fill="none" extrusionOk="0">
                <a:moveTo>
                  <a:pt x="7610" y="0"/>
                </a:moveTo>
                <a:cubicBezTo>
                  <a:pt x="16027" y="3169"/>
                  <a:pt x="21600" y="11221"/>
                  <a:pt x="21600" y="20215"/>
                </a:cubicBezTo>
                <a:cubicBezTo>
                  <a:pt x="21600" y="27944"/>
                  <a:pt x="17469" y="35084"/>
                  <a:pt x="10769" y="38938"/>
                </a:cubicBezTo>
              </a:path>
              <a:path w="21600" h="38939" stroke="0" extrusionOk="0">
                <a:moveTo>
                  <a:pt x="7610" y="0"/>
                </a:moveTo>
                <a:cubicBezTo>
                  <a:pt x="16027" y="3169"/>
                  <a:pt x="21600" y="11221"/>
                  <a:pt x="21600" y="20215"/>
                </a:cubicBezTo>
                <a:cubicBezTo>
                  <a:pt x="21600" y="27944"/>
                  <a:pt x="17469" y="35084"/>
                  <a:pt x="10769" y="38938"/>
                </a:cubicBezTo>
                <a:lnTo>
                  <a:pt x="0" y="20215"/>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422" name="Line 86"/>
          <p:cNvSpPr>
            <a:spLocks noChangeShapeType="1"/>
          </p:cNvSpPr>
          <p:nvPr/>
        </p:nvSpPr>
        <p:spPr bwMode="auto">
          <a:xfrm flipH="1">
            <a:off x="7785100" y="1460500"/>
            <a:ext cx="355600" cy="981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23" name="Line 87"/>
          <p:cNvSpPr>
            <a:spLocks noChangeShapeType="1"/>
          </p:cNvSpPr>
          <p:nvPr/>
        </p:nvSpPr>
        <p:spPr bwMode="auto">
          <a:xfrm>
            <a:off x="8140700" y="1460500"/>
            <a:ext cx="446088" cy="371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24" name="Line 88"/>
          <p:cNvSpPr>
            <a:spLocks noChangeShapeType="1"/>
          </p:cNvSpPr>
          <p:nvPr/>
        </p:nvSpPr>
        <p:spPr bwMode="auto">
          <a:xfrm rot="1625557">
            <a:off x="8469313" y="1906588"/>
            <a:ext cx="446087" cy="371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25" name="Line 89"/>
          <p:cNvSpPr>
            <a:spLocks noChangeShapeType="1"/>
          </p:cNvSpPr>
          <p:nvPr/>
        </p:nvSpPr>
        <p:spPr bwMode="auto">
          <a:xfrm rot="4220727">
            <a:off x="8501063" y="2503487"/>
            <a:ext cx="484188" cy="303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26" name="Line 90"/>
          <p:cNvSpPr>
            <a:spLocks noChangeShapeType="1"/>
          </p:cNvSpPr>
          <p:nvPr/>
        </p:nvSpPr>
        <p:spPr bwMode="auto">
          <a:xfrm rot="6042457">
            <a:off x="8238332" y="2988468"/>
            <a:ext cx="482600" cy="3032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27" name="Line 91"/>
          <p:cNvSpPr>
            <a:spLocks noChangeShapeType="1"/>
          </p:cNvSpPr>
          <p:nvPr/>
        </p:nvSpPr>
        <p:spPr bwMode="auto">
          <a:xfrm flipV="1">
            <a:off x="7785100" y="1817688"/>
            <a:ext cx="801688" cy="623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28" name="Line 92"/>
          <p:cNvSpPr>
            <a:spLocks noChangeShapeType="1"/>
          </p:cNvSpPr>
          <p:nvPr/>
        </p:nvSpPr>
        <p:spPr bwMode="auto">
          <a:xfrm flipV="1">
            <a:off x="7785100" y="2352675"/>
            <a:ext cx="979488" cy="88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29" name="Line 93"/>
          <p:cNvSpPr>
            <a:spLocks noChangeShapeType="1"/>
          </p:cNvSpPr>
          <p:nvPr/>
        </p:nvSpPr>
        <p:spPr bwMode="auto">
          <a:xfrm>
            <a:off x="7785100" y="2441575"/>
            <a:ext cx="890588" cy="487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430" name="Line 94"/>
          <p:cNvSpPr>
            <a:spLocks noChangeShapeType="1"/>
          </p:cNvSpPr>
          <p:nvPr/>
        </p:nvSpPr>
        <p:spPr bwMode="auto">
          <a:xfrm>
            <a:off x="7785100" y="2441575"/>
            <a:ext cx="485775" cy="892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 name="Group 95"/>
          <p:cNvGrpSpPr>
            <a:grpSpLocks/>
          </p:cNvGrpSpPr>
          <p:nvPr/>
        </p:nvGrpSpPr>
        <p:grpSpPr bwMode="auto">
          <a:xfrm>
            <a:off x="7400925" y="866775"/>
            <a:ext cx="676275" cy="1558925"/>
            <a:chOff x="4662" y="546"/>
            <a:chExt cx="426" cy="982"/>
          </a:xfrm>
        </p:grpSpPr>
        <p:sp>
          <p:nvSpPr>
            <p:cNvPr id="5182" name="Line 96"/>
            <p:cNvSpPr>
              <a:spLocks noChangeShapeType="1"/>
            </p:cNvSpPr>
            <p:nvPr/>
          </p:nvSpPr>
          <p:spPr bwMode="auto">
            <a:xfrm>
              <a:off x="4992" y="85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83" name="Line 97"/>
            <p:cNvSpPr>
              <a:spLocks noChangeShapeType="1"/>
            </p:cNvSpPr>
            <p:nvPr/>
          </p:nvSpPr>
          <p:spPr bwMode="auto">
            <a:xfrm>
              <a:off x="4752" y="1480"/>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184" name="Group 98"/>
            <p:cNvGrpSpPr>
              <a:grpSpLocks/>
            </p:cNvGrpSpPr>
            <p:nvPr/>
          </p:nvGrpSpPr>
          <p:grpSpPr bwMode="auto">
            <a:xfrm>
              <a:off x="4662" y="546"/>
              <a:ext cx="374" cy="954"/>
              <a:chOff x="4662" y="546"/>
              <a:chExt cx="374" cy="954"/>
            </a:xfrm>
          </p:grpSpPr>
          <p:sp>
            <p:nvSpPr>
              <p:cNvPr id="5185" name="Line 99"/>
              <p:cNvSpPr>
                <a:spLocks noChangeShapeType="1"/>
              </p:cNvSpPr>
              <p:nvPr/>
            </p:nvSpPr>
            <p:spPr bwMode="auto">
              <a:xfrm flipH="1">
                <a:off x="4796" y="876"/>
                <a:ext cx="240" cy="62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86" name="Text Box 100"/>
              <p:cNvSpPr txBox="1">
                <a:spLocks noChangeArrowheads="1"/>
              </p:cNvSpPr>
              <p:nvPr/>
            </p:nvSpPr>
            <p:spPr bwMode="auto">
              <a:xfrm rot="1017300">
                <a:off x="4780" y="1080"/>
                <a:ext cx="1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L</a:t>
                </a:r>
              </a:p>
            </p:txBody>
          </p:sp>
          <p:grpSp>
            <p:nvGrpSpPr>
              <p:cNvPr id="5187" name="Group 101"/>
              <p:cNvGrpSpPr>
                <a:grpSpLocks/>
              </p:cNvGrpSpPr>
              <p:nvPr/>
            </p:nvGrpSpPr>
            <p:grpSpPr bwMode="auto">
              <a:xfrm rot="-9675146">
                <a:off x="4662" y="546"/>
                <a:ext cx="320" cy="190"/>
                <a:chOff x="912" y="2258"/>
                <a:chExt cx="240" cy="190"/>
              </a:xfrm>
            </p:grpSpPr>
            <p:sp>
              <p:nvSpPr>
                <p:cNvPr id="5188" name="Line 102"/>
                <p:cNvSpPr>
                  <a:spLocks noChangeShapeType="1"/>
                </p:cNvSpPr>
                <p:nvPr/>
              </p:nvSpPr>
              <p:spPr bwMode="auto">
                <a:xfrm>
                  <a:off x="912" y="2258"/>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89" name="Line 103"/>
                <p:cNvSpPr>
                  <a:spLocks noChangeShapeType="1"/>
                </p:cNvSpPr>
                <p:nvPr/>
              </p:nvSpPr>
              <p:spPr bwMode="auto">
                <a:xfrm>
                  <a:off x="1152" y="2258"/>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90" name="Text Box 104"/>
                <p:cNvSpPr txBox="1">
                  <a:spLocks noChangeArrowheads="1"/>
                </p:cNvSpPr>
                <p:nvPr/>
              </p:nvSpPr>
              <p:spPr bwMode="auto">
                <a:xfrm>
                  <a:off x="950" y="2275"/>
                  <a:ext cx="12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200">
                      <a:latin typeface="Times New Roman" pitchFamily="18" charset="0"/>
                    </a:rPr>
                    <a:t>S</a:t>
                  </a:r>
                </a:p>
              </p:txBody>
            </p:sp>
            <p:sp>
              <p:nvSpPr>
                <p:cNvPr id="5191" name="Line 105"/>
                <p:cNvSpPr>
                  <a:spLocks noChangeShapeType="1"/>
                </p:cNvSpPr>
                <p:nvPr/>
              </p:nvSpPr>
              <p:spPr bwMode="auto">
                <a:xfrm>
                  <a:off x="912" y="2282"/>
                  <a:ext cx="24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grpSp>
      </p:grpSp>
      <p:grpSp>
        <p:nvGrpSpPr>
          <p:cNvPr id="21" name="Group 106"/>
          <p:cNvGrpSpPr>
            <a:grpSpLocks/>
          </p:cNvGrpSpPr>
          <p:nvPr/>
        </p:nvGrpSpPr>
        <p:grpSpPr bwMode="auto">
          <a:xfrm rot="-8399221">
            <a:off x="8235950" y="1309688"/>
            <a:ext cx="577850" cy="306387"/>
            <a:chOff x="913" y="2254"/>
            <a:chExt cx="240" cy="193"/>
          </a:xfrm>
        </p:grpSpPr>
        <p:sp>
          <p:nvSpPr>
            <p:cNvPr id="5178" name="Line 107"/>
            <p:cNvSpPr>
              <a:spLocks noChangeShapeType="1"/>
            </p:cNvSpPr>
            <p:nvPr/>
          </p:nvSpPr>
          <p:spPr bwMode="auto">
            <a:xfrm>
              <a:off x="913" y="2254"/>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79" name="Line 108"/>
            <p:cNvSpPr>
              <a:spLocks noChangeShapeType="1"/>
            </p:cNvSpPr>
            <p:nvPr/>
          </p:nvSpPr>
          <p:spPr bwMode="auto">
            <a:xfrm>
              <a:off x="1153" y="2254"/>
              <a:ext cx="0"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80" name="Text Box 109"/>
            <p:cNvSpPr txBox="1">
              <a:spLocks noChangeArrowheads="1"/>
            </p:cNvSpPr>
            <p:nvPr/>
          </p:nvSpPr>
          <p:spPr bwMode="auto">
            <a:xfrm>
              <a:off x="950" y="2255"/>
              <a:ext cx="1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S</a:t>
              </a:r>
            </a:p>
          </p:txBody>
        </p:sp>
        <p:sp>
          <p:nvSpPr>
            <p:cNvPr id="5181" name="Line 110"/>
            <p:cNvSpPr>
              <a:spLocks noChangeShapeType="1"/>
            </p:cNvSpPr>
            <p:nvPr/>
          </p:nvSpPr>
          <p:spPr bwMode="auto">
            <a:xfrm>
              <a:off x="913" y="2278"/>
              <a:ext cx="240"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4447" name="Text Box 111"/>
          <p:cNvSpPr txBox="1">
            <a:spLocks noChangeArrowheads="1"/>
          </p:cNvSpPr>
          <p:nvPr/>
        </p:nvSpPr>
        <p:spPr bwMode="auto">
          <a:xfrm>
            <a:off x="1690688" y="4148138"/>
            <a:ext cx="2362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H= Height    S = Edge of base</a:t>
            </a:r>
          </a:p>
        </p:txBody>
      </p:sp>
      <p:sp>
        <p:nvSpPr>
          <p:cNvPr id="14448" name="Text Box 112"/>
          <p:cNvSpPr txBox="1">
            <a:spLocks noChangeArrowheads="1"/>
          </p:cNvSpPr>
          <p:nvPr/>
        </p:nvSpPr>
        <p:spPr bwMode="auto">
          <a:xfrm>
            <a:off x="914400" y="2190750"/>
            <a:ext cx="2438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altLang="en-US" sz="1400">
                <a:latin typeface="Times New Roman" pitchFamily="18" charset="0"/>
              </a:rPr>
              <a:t>H= Height   D= base diameter</a:t>
            </a:r>
          </a:p>
        </p:txBody>
      </p:sp>
      <p:sp>
        <p:nvSpPr>
          <p:cNvPr id="6174" name="Text Box 113"/>
          <p:cNvSpPr txBox="1">
            <a:spLocks noChangeArrowheads="1"/>
          </p:cNvSpPr>
          <p:nvPr/>
        </p:nvSpPr>
        <p:spPr bwMode="auto">
          <a:xfrm>
            <a:off x="1985963" y="0"/>
            <a:ext cx="5662612" cy="646113"/>
          </a:xfrm>
          <a:prstGeom prst="rect">
            <a:avLst/>
          </a:prstGeom>
          <a:solidFill>
            <a:schemeClr val="accent2">
              <a:lumMod val="20000"/>
              <a:lumOff val="80000"/>
            </a:schemeClr>
          </a:solidFill>
          <a:ln w="9525">
            <a:noFill/>
            <a:miter lim="800000"/>
            <a:headEnd/>
            <a:tailEnd/>
          </a:ln>
        </p:spPr>
        <p:txBody>
          <a:bodyPr wrap="none">
            <a:spAutoFit/>
          </a:bodyPr>
          <a:lstStyle/>
          <a:p>
            <a:pPr algn="ctr">
              <a:defRPr/>
            </a:pPr>
            <a:r>
              <a:rPr lang="en-US" sz="2000" b="1" dirty="0">
                <a:latin typeface="Times New Roman" pitchFamily="18" charset="0"/>
              </a:rPr>
              <a:t>Development of lateral surfaces of different solids.</a:t>
            </a:r>
          </a:p>
          <a:p>
            <a:pPr algn="ctr">
              <a:defRPr/>
            </a:pPr>
            <a:r>
              <a:rPr lang="en-US" sz="1600" dirty="0">
                <a:latin typeface="Times New Roman" pitchFamily="18" charset="0"/>
              </a:rPr>
              <a:t>(Lateral surface is the surface excluding top &amp; base)</a:t>
            </a:r>
          </a:p>
        </p:txBody>
      </p:sp>
      <p:sp>
        <p:nvSpPr>
          <p:cNvPr id="14450" name="Text Box 114"/>
          <p:cNvSpPr txBox="1">
            <a:spLocks noChangeArrowheads="1"/>
          </p:cNvSpPr>
          <p:nvPr/>
        </p:nvSpPr>
        <p:spPr bwMode="auto">
          <a:xfrm>
            <a:off x="381000" y="2562225"/>
            <a:ext cx="2743200" cy="346075"/>
          </a:xfrm>
          <a:prstGeom prst="rect">
            <a:avLst/>
          </a:prstGeom>
          <a:solidFill>
            <a:schemeClr val="accent3">
              <a:lumMod val="85000"/>
            </a:schemeClr>
          </a:solidFill>
          <a:ln w="9525">
            <a:solidFill>
              <a:schemeClr val="bg1"/>
            </a:solidFill>
            <a:miter lim="800000"/>
            <a:headEnd/>
            <a:tailEnd/>
          </a:ln>
        </p:spPr>
        <p:txBody>
          <a:bodyPr>
            <a:spAutoFit/>
          </a:bodyPr>
          <a:lstStyle/>
          <a:p>
            <a:pPr>
              <a:spcBef>
                <a:spcPct val="50000"/>
              </a:spcBef>
              <a:defRPr/>
            </a:pPr>
            <a:r>
              <a:rPr lang="en-US" sz="1600" i="1" dirty="0">
                <a:latin typeface="Times New Roman" pitchFamily="18" charset="0"/>
              </a:rPr>
              <a:t>Prisms</a:t>
            </a:r>
            <a:r>
              <a:rPr lang="en-US" sz="1400" dirty="0">
                <a:latin typeface="Times New Roman" pitchFamily="18" charset="0"/>
              </a:rPr>
              <a:t>:         </a:t>
            </a:r>
            <a:r>
              <a:rPr lang="en-US" sz="1400" dirty="0" err="1">
                <a:latin typeface="Times New Roman" pitchFamily="18" charset="0"/>
              </a:rPr>
              <a:t>No.of</a:t>
            </a:r>
            <a:r>
              <a:rPr lang="en-US" sz="1400" dirty="0">
                <a:latin typeface="Times New Roman" pitchFamily="18" charset="0"/>
              </a:rPr>
              <a:t> Rectangles</a:t>
            </a:r>
          </a:p>
        </p:txBody>
      </p:sp>
      <p:sp>
        <p:nvSpPr>
          <p:cNvPr id="14451" name="AutoShape 115"/>
          <p:cNvSpPr>
            <a:spLocks noChangeArrowheads="1"/>
          </p:cNvSpPr>
          <p:nvPr/>
        </p:nvSpPr>
        <p:spPr bwMode="auto">
          <a:xfrm>
            <a:off x="2836863" y="5162550"/>
            <a:ext cx="801687" cy="695325"/>
          </a:xfrm>
          <a:prstGeom prst="triangle">
            <a:avLst>
              <a:gd name="adj" fmla="val 50000"/>
            </a:avLst>
          </a:prstGeom>
          <a:solidFill>
            <a:schemeClr val="accent1"/>
          </a:solidFill>
          <a:ln w="19050">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14452" name="AutoShape 116"/>
          <p:cNvSpPr>
            <a:spLocks noChangeArrowheads="1"/>
          </p:cNvSpPr>
          <p:nvPr/>
        </p:nvSpPr>
        <p:spPr bwMode="auto">
          <a:xfrm flipH="1" flipV="1">
            <a:off x="3230563" y="5159375"/>
            <a:ext cx="803275" cy="695325"/>
          </a:xfrm>
          <a:prstGeom prst="triangle">
            <a:avLst>
              <a:gd name="adj" fmla="val 50000"/>
            </a:avLst>
          </a:prstGeom>
          <a:solidFill>
            <a:schemeClr val="bg1"/>
          </a:solidFill>
          <a:ln w="19050">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14453" name="AutoShape 117"/>
          <p:cNvSpPr>
            <a:spLocks noChangeArrowheads="1"/>
          </p:cNvSpPr>
          <p:nvPr/>
        </p:nvSpPr>
        <p:spPr bwMode="auto">
          <a:xfrm flipH="1" flipV="1">
            <a:off x="2438400" y="5159375"/>
            <a:ext cx="803275" cy="695325"/>
          </a:xfrm>
          <a:prstGeom prst="triangle">
            <a:avLst>
              <a:gd name="adj" fmla="val 50000"/>
            </a:avLst>
          </a:prstGeom>
          <a:solidFill>
            <a:schemeClr val="bg1"/>
          </a:solidFill>
          <a:ln w="19050">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14454" name="AutoShape 118"/>
          <p:cNvSpPr>
            <a:spLocks noChangeArrowheads="1"/>
          </p:cNvSpPr>
          <p:nvPr/>
        </p:nvSpPr>
        <p:spPr bwMode="auto">
          <a:xfrm flipH="1" flipV="1">
            <a:off x="2836863" y="5857875"/>
            <a:ext cx="801687" cy="695325"/>
          </a:xfrm>
          <a:prstGeom prst="triangle">
            <a:avLst>
              <a:gd name="adj" fmla="val 50000"/>
            </a:avLst>
          </a:prstGeom>
          <a:solidFill>
            <a:schemeClr val="bg1"/>
          </a:solidFill>
          <a:ln w="19050">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grpSp>
        <p:nvGrpSpPr>
          <p:cNvPr id="22" name="Group 119"/>
          <p:cNvGrpSpPr>
            <a:grpSpLocks/>
          </p:cNvGrpSpPr>
          <p:nvPr/>
        </p:nvGrpSpPr>
        <p:grpSpPr bwMode="auto">
          <a:xfrm>
            <a:off x="4711700" y="4724400"/>
            <a:ext cx="1084263" cy="1160463"/>
            <a:chOff x="2968" y="2928"/>
            <a:chExt cx="728" cy="779"/>
          </a:xfrm>
        </p:grpSpPr>
        <p:sp>
          <p:nvSpPr>
            <p:cNvPr id="5175" name="AutoShape 120"/>
            <p:cNvSpPr>
              <a:spLocks noChangeArrowheads="1"/>
            </p:cNvSpPr>
            <p:nvPr/>
          </p:nvSpPr>
          <p:spPr bwMode="auto">
            <a:xfrm>
              <a:off x="2992" y="2928"/>
              <a:ext cx="678" cy="357"/>
            </a:xfrm>
            <a:prstGeom prst="diamond">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2400">
                  <a:latin typeface="Times New Roman" pitchFamily="18" charset="0"/>
                </a:rPr>
                <a:t>     </a:t>
              </a:r>
            </a:p>
          </p:txBody>
        </p:sp>
        <p:sp>
          <p:nvSpPr>
            <p:cNvPr id="5176" name="AutoShape 121"/>
            <p:cNvSpPr>
              <a:spLocks noChangeArrowheads="1"/>
            </p:cNvSpPr>
            <p:nvPr/>
          </p:nvSpPr>
          <p:spPr bwMode="auto">
            <a:xfrm rot="-3614584">
              <a:off x="3173" y="3183"/>
              <a:ext cx="653" cy="392"/>
            </a:xfrm>
            <a:prstGeom prst="diamond">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177" name="AutoShape 122"/>
            <p:cNvSpPr>
              <a:spLocks noChangeArrowheads="1"/>
            </p:cNvSpPr>
            <p:nvPr/>
          </p:nvSpPr>
          <p:spPr bwMode="auto">
            <a:xfrm rot="3474606" flipH="1">
              <a:off x="2844" y="3189"/>
              <a:ext cx="642" cy="393"/>
            </a:xfrm>
            <a:prstGeom prst="diamond">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grpSp>
      <p:grpSp>
        <p:nvGrpSpPr>
          <p:cNvPr id="23" name="Group 123"/>
          <p:cNvGrpSpPr>
            <a:grpSpLocks/>
          </p:cNvGrpSpPr>
          <p:nvPr/>
        </p:nvGrpSpPr>
        <p:grpSpPr bwMode="auto">
          <a:xfrm>
            <a:off x="6019800" y="4987925"/>
            <a:ext cx="2533650" cy="574675"/>
            <a:chOff x="3552" y="3360"/>
            <a:chExt cx="1968" cy="447"/>
          </a:xfrm>
        </p:grpSpPr>
        <p:sp>
          <p:nvSpPr>
            <p:cNvPr id="5171" name="Rectangle 124"/>
            <p:cNvSpPr>
              <a:spLocks noChangeArrowheads="1"/>
            </p:cNvSpPr>
            <p:nvPr/>
          </p:nvSpPr>
          <p:spPr bwMode="auto">
            <a:xfrm>
              <a:off x="3552" y="3360"/>
              <a:ext cx="492" cy="447"/>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172" name="Rectangle 125"/>
            <p:cNvSpPr>
              <a:spLocks noChangeArrowheads="1"/>
            </p:cNvSpPr>
            <p:nvPr/>
          </p:nvSpPr>
          <p:spPr bwMode="auto">
            <a:xfrm>
              <a:off x="4044" y="3360"/>
              <a:ext cx="492" cy="447"/>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173" name="Rectangle 126"/>
            <p:cNvSpPr>
              <a:spLocks noChangeArrowheads="1"/>
            </p:cNvSpPr>
            <p:nvPr/>
          </p:nvSpPr>
          <p:spPr bwMode="auto">
            <a:xfrm>
              <a:off x="4536" y="3360"/>
              <a:ext cx="492" cy="447"/>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174" name="Rectangle 127"/>
            <p:cNvSpPr>
              <a:spLocks noChangeArrowheads="1"/>
            </p:cNvSpPr>
            <p:nvPr/>
          </p:nvSpPr>
          <p:spPr bwMode="auto">
            <a:xfrm>
              <a:off x="5028" y="3360"/>
              <a:ext cx="492" cy="447"/>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grpSp>
      <p:sp>
        <p:nvSpPr>
          <p:cNvPr id="14464" name="Rectangle 128"/>
          <p:cNvSpPr>
            <a:spLocks noChangeArrowheads="1"/>
          </p:cNvSpPr>
          <p:nvPr/>
        </p:nvSpPr>
        <p:spPr bwMode="auto">
          <a:xfrm>
            <a:off x="7915275" y="4419600"/>
            <a:ext cx="633413" cy="574675"/>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14465" name="Rectangle 129"/>
          <p:cNvSpPr>
            <a:spLocks noChangeArrowheads="1"/>
          </p:cNvSpPr>
          <p:nvPr/>
        </p:nvSpPr>
        <p:spPr bwMode="auto">
          <a:xfrm>
            <a:off x="7924800" y="5562600"/>
            <a:ext cx="633413" cy="574675"/>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14466" name="Text Box 130"/>
          <p:cNvSpPr txBox="1">
            <a:spLocks noChangeArrowheads="1"/>
          </p:cNvSpPr>
          <p:nvPr/>
        </p:nvSpPr>
        <p:spPr bwMode="auto">
          <a:xfrm>
            <a:off x="381000" y="514350"/>
            <a:ext cx="2743200" cy="346075"/>
          </a:xfrm>
          <a:prstGeom prst="rect">
            <a:avLst/>
          </a:prstGeom>
          <a:solidFill>
            <a:schemeClr val="accent3">
              <a:lumMod val="85000"/>
            </a:schemeClr>
          </a:solidFill>
          <a:ln w="9525">
            <a:solidFill>
              <a:schemeClr val="bg1"/>
            </a:solidFill>
            <a:miter lim="800000"/>
            <a:headEnd/>
            <a:tailEnd/>
          </a:ln>
        </p:spPr>
        <p:txBody>
          <a:bodyPr>
            <a:spAutoFit/>
          </a:bodyPr>
          <a:lstStyle/>
          <a:p>
            <a:pPr>
              <a:spcBef>
                <a:spcPct val="50000"/>
              </a:spcBef>
              <a:defRPr/>
            </a:pPr>
            <a:r>
              <a:rPr lang="en-US" sz="1600" i="1" dirty="0">
                <a:latin typeface="Times New Roman" pitchFamily="18" charset="0"/>
              </a:rPr>
              <a:t>Cylinder</a:t>
            </a:r>
            <a:r>
              <a:rPr lang="en-US" sz="1400" i="1" dirty="0">
                <a:latin typeface="Times New Roman" pitchFamily="18" charset="0"/>
              </a:rPr>
              <a:t>:</a:t>
            </a:r>
            <a:r>
              <a:rPr lang="en-US" sz="1400" dirty="0">
                <a:latin typeface="Times New Roman" pitchFamily="18" charset="0"/>
              </a:rPr>
              <a:t>         A  Rectangle</a:t>
            </a:r>
          </a:p>
        </p:txBody>
      </p:sp>
      <p:sp>
        <p:nvSpPr>
          <p:cNvPr id="14467" name="Text Box 131"/>
          <p:cNvSpPr txBox="1">
            <a:spLocks noChangeArrowheads="1"/>
          </p:cNvSpPr>
          <p:nvPr/>
        </p:nvSpPr>
        <p:spPr bwMode="auto">
          <a:xfrm>
            <a:off x="4191000" y="685800"/>
            <a:ext cx="2057400" cy="336550"/>
          </a:xfrm>
          <a:prstGeom prst="rect">
            <a:avLst/>
          </a:prstGeom>
          <a:solidFill>
            <a:schemeClr val="accent3">
              <a:lumMod val="85000"/>
            </a:schemeClr>
          </a:solidFill>
          <a:ln w="9525">
            <a:noFill/>
            <a:miter lim="800000"/>
            <a:headEnd/>
            <a:tailEnd/>
          </a:ln>
        </p:spPr>
        <p:txBody>
          <a:bodyPr>
            <a:spAutoFit/>
          </a:bodyPr>
          <a:lstStyle/>
          <a:p>
            <a:pPr>
              <a:defRPr/>
            </a:pPr>
            <a:r>
              <a:rPr lang="en-US" sz="1600" i="1" dirty="0">
                <a:latin typeface="Times New Roman" pitchFamily="18" charset="0"/>
              </a:rPr>
              <a:t>Cone:</a:t>
            </a:r>
            <a:r>
              <a:rPr lang="en-US" sz="1400" dirty="0">
                <a:latin typeface="Times New Roman" pitchFamily="18" charset="0"/>
              </a:rPr>
              <a:t> (Sector of circle)</a:t>
            </a:r>
          </a:p>
        </p:txBody>
      </p:sp>
      <p:sp>
        <p:nvSpPr>
          <p:cNvPr id="14468" name="Text Box 132"/>
          <p:cNvSpPr txBox="1">
            <a:spLocks noChangeArrowheads="1"/>
          </p:cNvSpPr>
          <p:nvPr/>
        </p:nvSpPr>
        <p:spPr bwMode="auto">
          <a:xfrm>
            <a:off x="6553200" y="609600"/>
            <a:ext cx="2286000" cy="336550"/>
          </a:xfrm>
          <a:prstGeom prst="rect">
            <a:avLst/>
          </a:prstGeom>
          <a:solidFill>
            <a:schemeClr val="accent3">
              <a:lumMod val="85000"/>
            </a:schemeClr>
          </a:solidFill>
          <a:ln w="9525">
            <a:noFill/>
            <a:miter lim="800000"/>
            <a:headEnd/>
            <a:tailEnd/>
          </a:ln>
        </p:spPr>
        <p:txBody>
          <a:bodyPr>
            <a:spAutoFit/>
          </a:bodyPr>
          <a:lstStyle/>
          <a:p>
            <a:pPr>
              <a:defRPr/>
            </a:pPr>
            <a:r>
              <a:rPr lang="en-US" sz="1600" i="1" dirty="0">
                <a:latin typeface="Times New Roman" pitchFamily="18" charset="0"/>
              </a:rPr>
              <a:t>Pyramids</a:t>
            </a:r>
            <a:r>
              <a:rPr lang="en-US" sz="1400" dirty="0">
                <a:latin typeface="Times New Roman" pitchFamily="18" charset="0"/>
              </a:rPr>
              <a:t>: (</a:t>
            </a:r>
            <a:r>
              <a:rPr lang="en-US" sz="1400" dirty="0" err="1">
                <a:latin typeface="Times New Roman" pitchFamily="18" charset="0"/>
              </a:rPr>
              <a:t>No.of</a:t>
            </a:r>
            <a:r>
              <a:rPr lang="en-US" sz="1400" dirty="0">
                <a:latin typeface="Times New Roman" pitchFamily="18" charset="0"/>
              </a:rPr>
              <a:t> triangles)</a:t>
            </a:r>
          </a:p>
        </p:txBody>
      </p:sp>
      <p:grpSp>
        <p:nvGrpSpPr>
          <p:cNvPr id="24" name="Group 133"/>
          <p:cNvGrpSpPr>
            <a:grpSpLocks/>
          </p:cNvGrpSpPr>
          <p:nvPr/>
        </p:nvGrpSpPr>
        <p:grpSpPr bwMode="auto">
          <a:xfrm>
            <a:off x="914400" y="5181600"/>
            <a:ext cx="1143000" cy="1054100"/>
            <a:chOff x="4128" y="3216"/>
            <a:chExt cx="624" cy="528"/>
          </a:xfrm>
        </p:grpSpPr>
        <p:sp>
          <p:nvSpPr>
            <p:cNvPr id="5167" name="AutoShape 134"/>
            <p:cNvSpPr>
              <a:spLocks noChangeArrowheads="1"/>
            </p:cNvSpPr>
            <p:nvPr/>
          </p:nvSpPr>
          <p:spPr bwMode="auto">
            <a:xfrm flipV="1">
              <a:off x="4128" y="3504"/>
              <a:ext cx="624" cy="240"/>
            </a:xfrm>
            <a:prstGeom prst="triangle">
              <a:avLst>
                <a:gd name="adj" fmla="val 55449"/>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endParaRPr lang="en-IN" altLang="en-US"/>
            </a:p>
          </p:txBody>
        </p:sp>
        <p:sp>
          <p:nvSpPr>
            <p:cNvPr id="5168" name="Line 135"/>
            <p:cNvSpPr>
              <a:spLocks noChangeShapeType="1"/>
            </p:cNvSpPr>
            <p:nvPr/>
          </p:nvSpPr>
          <p:spPr bwMode="auto">
            <a:xfrm flipV="1">
              <a:off x="4128" y="3216"/>
              <a:ext cx="33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69" name="Line 136"/>
            <p:cNvSpPr>
              <a:spLocks noChangeShapeType="1"/>
            </p:cNvSpPr>
            <p:nvPr/>
          </p:nvSpPr>
          <p:spPr bwMode="auto">
            <a:xfrm>
              <a:off x="4464" y="3216"/>
              <a:ext cx="288"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70" name="Line 137"/>
            <p:cNvSpPr>
              <a:spLocks noChangeShapeType="1"/>
            </p:cNvSpPr>
            <p:nvPr/>
          </p:nvSpPr>
          <p:spPr bwMode="auto">
            <a:xfrm>
              <a:off x="4464" y="3216"/>
              <a:ext cx="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474" name="Text Box 138"/>
          <p:cNvSpPr txBox="1">
            <a:spLocks noChangeArrowheads="1"/>
          </p:cNvSpPr>
          <p:nvPr/>
        </p:nvSpPr>
        <p:spPr bwMode="auto">
          <a:xfrm>
            <a:off x="1214438" y="4811713"/>
            <a:ext cx="3052762" cy="304800"/>
          </a:xfrm>
          <a:prstGeom prst="rect">
            <a:avLst/>
          </a:prstGeom>
          <a:solidFill>
            <a:schemeClr val="accent3">
              <a:lumMod val="85000"/>
            </a:schemeClr>
          </a:solidFill>
          <a:ln w="9525">
            <a:noFill/>
            <a:miter lim="800000"/>
            <a:headEnd/>
            <a:tailEnd/>
          </a:ln>
        </p:spPr>
        <p:txBody>
          <a:bodyPr wrap="none">
            <a:spAutoFit/>
          </a:bodyPr>
          <a:lstStyle/>
          <a:p>
            <a:pPr>
              <a:defRPr/>
            </a:pPr>
            <a:r>
              <a:rPr lang="en-US" sz="1400" i="1" dirty="0">
                <a:latin typeface="Times New Roman" pitchFamily="18" charset="0"/>
              </a:rPr>
              <a:t>Tetrahedron: </a:t>
            </a:r>
            <a:r>
              <a:rPr lang="en-US" sz="1400" dirty="0">
                <a:latin typeface="Times New Roman" pitchFamily="18" charset="0"/>
              </a:rPr>
              <a:t>Four Equilateral Triangles</a:t>
            </a:r>
          </a:p>
        </p:txBody>
      </p:sp>
      <p:sp>
        <p:nvSpPr>
          <p:cNvPr id="14475" name="Text Box 139"/>
          <p:cNvSpPr txBox="1">
            <a:spLocks noChangeArrowheads="1"/>
          </p:cNvSpPr>
          <p:nvPr/>
        </p:nvSpPr>
        <p:spPr bwMode="auto">
          <a:xfrm>
            <a:off x="1730375" y="5791200"/>
            <a:ext cx="12414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altLang="en-US" sz="1400">
                <a:latin typeface="Times New Roman" pitchFamily="18" charset="0"/>
              </a:rPr>
              <a:t>All sides </a:t>
            </a:r>
          </a:p>
          <a:p>
            <a:pPr algn="ctr" eaLnBrk="1" hangingPunct="1"/>
            <a:r>
              <a:rPr lang="en-US" altLang="en-US" sz="1400">
                <a:latin typeface="Times New Roman" pitchFamily="18" charset="0"/>
              </a:rPr>
              <a:t>equal in length</a:t>
            </a:r>
          </a:p>
        </p:txBody>
      </p:sp>
      <p:sp>
        <p:nvSpPr>
          <p:cNvPr id="14476" name="Text Box 140"/>
          <p:cNvSpPr txBox="1">
            <a:spLocks noChangeArrowheads="1"/>
          </p:cNvSpPr>
          <p:nvPr/>
        </p:nvSpPr>
        <p:spPr bwMode="auto">
          <a:xfrm>
            <a:off x="5410200" y="4343400"/>
            <a:ext cx="1597025" cy="304800"/>
          </a:xfrm>
          <a:prstGeom prst="rect">
            <a:avLst/>
          </a:prstGeom>
          <a:solidFill>
            <a:schemeClr val="accent3">
              <a:lumMod val="85000"/>
            </a:schemeClr>
          </a:solidFill>
          <a:ln w="9525">
            <a:noFill/>
            <a:miter lim="800000"/>
            <a:headEnd/>
            <a:tailEnd/>
          </a:ln>
        </p:spPr>
        <p:txBody>
          <a:bodyPr wrap="none">
            <a:spAutoFit/>
          </a:bodyPr>
          <a:lstStyle/>
          <a:p>
            <a:pPr>
              <a:defRPr/>
            </a:pPr>
            <a:r>
              <a:rPr lang="en-US" sz="1400" i="1" dirty="0">
                <a:latin typeface="Times New Roman" pitchFamily="18" charset="0"/>
              </a:rPr>
              <a:t>Cube:</a:t>
            </a:r>
            <a:r>
              <a:rPr lang="en-US" sz="1400" dirty="0">
                <a:latin typeface="Times New Roman" pitchFamily="18" charset="0"/>
              </a:rPr>
              <a:t>  Six Squares.</a:t>
            </a:r>
          </a:p>
        </p:txBody>
      </p:sp>
    </p:spTree>
    <p:extLst>
      <p:ext uri="{BB962C8B-B14F-4D97-AF65-F5344CB8AC3E}">
        <p14:creationId xmlns:p14="http://schemas.microsoft.com/office/powerpoint/2010/main" val="11944758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iterate type="wd">
                                    <p:tmPct val="100000"/>
                                  </p:iterate>
                                  <p:childTnLst>
                                    <p:set>
                                      <p:cBhvr>
                                        <p:cTn id="6" dur="1" fill="hold">
                                          <p:stCondLst>
                                            <p:cond delay="0"/>
                                          </p:stCondLst>
                                        </p:cTn>
                                        <p:tgtEl>
                                          <p:spTgt spid="14466"/>
                                        </p:tgtEl>
                                        <p:attrNameLst>
                                          <p:attrName>style.visibility</p:attrName>
                                        </p:attrNameLst>
                                      </p:cBhvr>
                                      <p:to>
                                        <p:strVal val="visible"/>
                                      </p:to>
                                    </p:set>
                                    <p:anim calcmode="lin" valueType="num">
                                      <p:cBhvr>
                                        <p:cTn id="7" dur="300" fill="hold"/>
                                        <p:tgtEl>
                                          <p:spTgt spid="14466"/>
                                        </p:tgtEl>
                                        <p:attrNameLst>
                                          <p:attrName>ppt_x</p:attrName>
                                        </p:attrNameLst>
                                      </p:cBhvr>
                                      <p:tavLst>
                                        <p:tav tm="0">
                                          <p:val>
                                            <p:strVal val="#ppt_x-#ppt_w/2"/>
                                          </p:val>
                                        </p:tav>
                                        <p:tav tm="100000">
                                          <p:val>
                                            <p:strVal val="#ppt_x"/>
                                          </p:val>
                                        </p:tav>
                                      </p:tavLst>
                                    </p:anim>
                                    <p:anim calcmode="lin" valueType="num">
                                      <p:cBhvr>
                                        <p:cTn id="8" dur="300" fill="hold"/>
                                        <p:tgtEl>
                                          <p:spTgt spid="14466"/>
                                        </p:tgtEl>
                                        <p:attrNameLst>
                                          <p:attrName>ppt_y</p:attrName>
                                        </p:attrNameLst>
                                      </p:cBhvr>
                                      <p:tavLst>
                                        <p:tav tm="0">
                                          <p:val>
                                            <p:strVal val="#ppt_y"/>
                                          </p:val>
                                        </p:tav>
                                        <p:tav tm="100000">
                                          <p:val>
                                            <p:strVal val="#ppt_y"/>
                                          </p:val>
                                        </p:tav>
                                      </p:tavLst>
                                    </p:anim>
                                    <p:anim calcmode="lin" valueType="num">
                                      <p:cBhvr>
                                        <p:cTn id="9" dur="300" fill="hold"/>
                                        <p:tgtEl>
                                          <p:spTgt spid="14466"/>
                                        </p:tgtEl>
                                        <p:attrNameLst>
                                          <p:attrName>ppt_w</p:attrName>
                                        </p:attrNameLst>
                                      </p:cBhvr>
                                      <p:tavLst>
                                        <p:tav tm="0">
                                          <p:val>
                                            <p:fltVal val="0"/>
                                          </p:val>
                                        </p:tav>
                                        <p:tav tm="100000">
                                          <p:val>
                                            <p:strVal val="#ppt_w"/>
                                          </p:val>
                                        </p:tav>
                                      </p:tavLst>
                                    </p:anim>
                                    <p:anim calcmode="lin" valueType="num">
                                      <p:cBhvr>
                                        <p:cTn id="10" dur="300" fill="hold"/>
                                        <p:tgtEl>
                                          <p:spTgt spid="14466"/>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6"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strips(downRight)">
                                      <p:cBhvr>
                                        <p:cTn id="15" dur="500"/>
                                        <p:tgtEl>
                                          <p:spTgt spid="2"/>
                                        </p:tgtEl>
                                      </p:cBhvr>
                                    </p:animEffect>
                                  </p:childTnLst>
                                </p:cTn>
                              </p:par>
                              <p:par>
                                <p:cTn id="16" presetID="17" presetClass="entr" presetSubtype="1"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p:cTn id="18" dur="500" fill="hold"/>
                                        <p:tgtEl>
                                          <p:spTgt spid="9"/>
                                        </p:tgtEl>
                                        <p:attrNameLst>
                                          <p:attrName>ppt_x</p:attrName>
                                        </p:attrNameLst>
                                      </p:cBhvr>
                                      <p:tavLst>
                                        <p:tav tm="0">
                                          <p:val>
                                            <p:strVal val="#ppt_x"/>
                                          </p:val>
                                        </p:tav>
                                        <p:tav tm="100000">
                                          <p:val>
                                            <p:strVal val="#ppt_x"/>
                                          </p:val>
                                        </p:tav>
                                      </p:tavLst>
                                    </p:anim>
                                    <p:anim calcmode="lin" valueType="num">
                                      <p:cBhvr>
                                        <p:cTn id="19" dur="500" fill="hold"/>
                                        <p:tgtEl>
                                          <p:spTgt spid="9"/>
                                        </p:tgtEl>
                                        <p:attrNameLst>
                                          <p:attrName>ppt_y</p:attrName>
                                        </p:attrNameLst>
                                      </p:cBhvr>
                                      <p:tavLst>
                                        <p:tav tm="0">
                                          <p:val>
                                            <p:strVal val="#ppt_y-#ppt_h/2"/>
                                          </p:val>
                                        </p:tav>
                                        <p:tav tm="100000">
                                          <p:val>
                                            <p:strVal val="#ppt_y"/>
                                          </p:val>
                                        </p:tav>
                                      </p:tavLst>
                                    </p:anim>
                                    <p:anim calcmode="lin" valueType="num">
                                      <p:cBhvr>
                                        <p:cTn id="20" dur="500" fill="hold"/>
                                        <p:tgtEl>
                                          <p:spTgt spid="9"/>
                                        </p:tgtEl>
                                        <p:attrNameLst>
                                          <p:attrName>ppt_w</p:attrName>
                                        </p:attrNameLst>
                                      </p:cBhvr>
                                      <p:tavLst>
                                        <p:tav tm="0">
                                          <p:val>
                                            <p:strVal val="#ppt_w"/>
                                          </p:val>
                                        </p:tav>
                                        <p:tav tm="100000">
                                          <p:val>
                                            <p:strVal val="#ppt_w"/>
                                          </p:val>
                                        </p:tav>
                                      </p:tavLst>
                                    </p:anim>
                                    <p:anim calcmode="lin" valueType="num">
                                      <p:cBhvr>
                                        <p:cTn id="21"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17" presetClass="entr" presetSubtype="8" fill="hold" grpId="0" nodeType="clickEffect">
                                  <p:stCondLst>
                                    <p:cond delay="0"/>
                                  </p:stCondLst>
                                  <p:childTnLst>
                                    <p:set>
                                      <p:cBhvr>
                                        <p:cTn id="25" dur="1" fill="hold">
                                          <p:stCondLst>
                                            <p:cond delay="0"/>
                                          </p:stCondLst>
                                        </p:cTn>
                                        <p:tgtEl>
                                          <p:spTgt spid="14354"/>
                                        </p:tgtEl>
                                        <p:attrNameLst>
                                          <p:attrName>style.visibility</p:attrName>
                                        </p:attrNameLst>
                                      </p:cBhvr>
                                      <p:to>
                                        <p:strVal val="visible"/>
                                      </p:to>
                                    </p:set>
                                    <p:anim calcmode="lin" valueType="num">
                                      <p:cBhvr>
                                        <p:cTn id="26" dur="500" fill="hold"/>
                                        <p:tgtEl>
                                          <p:spTgt spid="14354"/>
                                        </p:tgtEl>
                                        <p:attrNameLst>
                                          <p:attrName>ppt_x</p:attrName>
                                        </p:attrNameLst>
                                      </p:cBhvr>
                                      <p:tavLst>
                                        <p:tav tm="0">
                                          <p:val>
                                            <p:strVal val="#ppt_x-#ppt_w/2"/>
                                          </p:val>
                                        </p:tav>
                                        <p:tav tm="100000">
                                          <p:val>
                                            <p:strVal val="#ppt_x"/>
                                          </p:val>
                                        </p:tav>
                                      </p:tavLst>
                                    </p:anim>
                                    <p:anim calcmode="lin" valueType="num">
                                      <p:cBhvr>
                                        <p:cTn id="27" dur="500" fill="hold"/>
                                        <p:tgtEl>
                                          <p:spTgt spid="14354"/>
                                        </p:tgtEl>
                                        <p:attrNameLst>
                                          <p:attrName>ppt_y</p:attrName>
                                        </p:attrNameLst>
                                      </p:cBhvr>
                                      <p:tavLst>
                                        <p:tav tm="0">
                                          <p:val>
                                            <p:strVal val="#ppt_y"/>
                                          </p:val>
                                        </p:tav>
                                        <p:tav tm="100000">
                                          <p:val>
                                            <p:strVal val="#ppt_y"/>
                                          </p:val>
                                        </p:tav>
                                      </p:tavLst>
                                    </p:anim>
                                    <p:anim calcmode="lin" valueType="num">
                                      <p:cBhvr>
                                        <p:cTn id="28" dur="500" fill="hold"/>
                                        <p:tgtEl>
                                          <p:spTgt spid="14354"/>
                                        </p:tgtEl>
                                        <p:attrNameLst>
                                          <p:attrName>ppt_w</p:attrName>
                                        </p:attrNameLst>
                                      </p:cBhvr>
                                      <p:tavLst>
                                        <p:tav tm="0">
                                          <p:val>
                                            <p:fltVal val="0"/>
                                          </p:val>
                                        </p:tav>
                                        <p:tav tm="100000">
                                          <p:val>
                                            <p:strVal val="#ppt_w"/>
                                          </p:val>
                                        </p:tav>
                                      </p:tavLst>
                                    </p:anim>
                                    <p:anim calcmode="lin" valueType="num">
                                      <p:cBhvr>
                                        <p:cTn id="29" dur="500" fill="hold"/>
                                        <p:tgtEl>
                                          <p:spTgt spid="14354"/>
                                        </p:tgtEl>
                                        <p:attrNameLst>
                                          <p:attrName>ppt_h</p:attrName>
                                        </p:attrNameLst>
                                      </p:cBhvr>
                                      <p:tavLst>
                                        <p:tav tm="0">
                                          <p:val>
                                            <p:strVal val="#ppt_h"/>
                                          </p:val>
                                        </p:tav>
                                        <p:tav tm="100000">
                                          <p:val>
                                            <p:strVal val="#ppt_h"/>
                                          </p:val>
                                        </p:tav>
                                      </p:tavLst>
                                    </p:anim>
                                  </p:childTnLst>
                                </p:cTn>
                              </p:par>
                            </p:childTnLst>
                          </p:cTn>
                        </p:par>
                        <p:par>
                          <p:cTn id="30" fill="hold" nodeType="afterGroup">
                            <p:stCondLst>
                              <p:cond delay="500"/>
                            </p:stCondLst>
                            <p:childTnLst>
                              <p:par>
                                <p:cTn id="31" presetID="17" presetClass="entr" presetSubtype="10" fill="hold" nodeType="after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500" fill="hold"/>
                                        <p:tgtEl>
                                          <p:spTgt spid="7"/>
                                        </p:tgtEl>
                                        <p:attrNameLst>
                                          <p:attrName>ppt_w</p:attrName>
                                        </p:attrNameLst>
                                      </p:cBhvr>
                                      <p:tavLst>
                                        <p:tav tm="0">
                                          <p:val>
                                            <p:fltVal val="0"/>
                                          </p:val>
                                        </p:tav>
                                        <p:tav tm="100000">
                                          <p:val>
                                            <p:strVal val="#ppt_w"/>
                                          </p:val>
                                        </p:tav>
                                      </p:tavLst>
                                    </p:anim>
                                    <p:anim calcmode="lin" valueType="num">
                                      <p:cBhvr>
                                        <p:cTn id="34" dur="500" fill="hold"/>
                                        <p:tgtEl>
                                          <p:spTgt spid="7"/>
                                        </p:tgtEl>
                                        <p:attrNameLst>
                                          <p:attrName>ppt_h</p:attrName>
                                        </p:attrNameLst>
                                      </p:cBhvr>
                                      <p:tavLst>
                                        <p:tav tm="0">
                                          <p:val>
                                            <p:strVal val="#ppt_h"/>
                                          </p:val>
                                        </p:tav>
                                        <p:tav tm="100000">
                                          <p:val>
                                            <p:strVal val="#ppt_h"/>
                                          </p:val>
                                        </p:tav>
                                      </p:tavLst>
                                    </p:anim>
                                  </p:childTnLst>
                                </p:cTn>
                              </p:par>
                            </p:childTnLst>
                          </p:cTn>
                        </p:par>
                        <p:par>
                          <p:cTn id="35" fill="hold" nodeType="afterGroup">
                            <p:stCondLst>
                              <p:cond delay="1000"/>
                            </p:stCondLst>
                            <p:childTnLst>
                              <p:par>
                                <p:cTn id="36" presetID="17" presetClass="entr" presetSubtype="8" fill="hold" grpId="0" nodeType="afterEffect">
                                  <p:stCondLst>
                                    <p:cond delay="0"/>
                                  </p:stCondLst>
                                  <p:iterate type="wd">
                                    <p:tmPct val="100000"/>
                                  </p:iterate>
                                  <p:childTnLst>
                                    <p:set>
                                      <p:cBhvr>
                                        <p:cTn id="37" dur="1" fill="hold">
                                          <p:stCondLst>
                                            <p:cond delay="0"/>
                                          </p:stCondLst>
                                        </p:cTn>
                                        <p:tgtEl>
                                          <p:spTgt spid="14448"/>
                                        </p:tgtEl>
                                        <p:attrNameLst>
                                          <p:attrName>style.visibility</p:attrName>
                                        </p:attrNameLst>
                                      </p:cBhvr>
                                      <p:to>
                                        <p:strVal val="visible"/>
                                      </p:to>
                                    </p:set>
                                    <p:anim calcmode="lin" valueType="num">
                                      <p:cBhvr>
                                        <p:cTn id="38" dur="300" fill="hold"/>
                                        <p:tgtEl>
                                          <p:spTgt spid="14448"/>
                                        </p:tgtEl>
                                        <p:attrNameLst>
                                          <p:attrName>ppt_x</p:attrName>
                                        </p:attrNameLst>
                                      </p:cBhvr>
                                      <p:tavLst>
                                        <p:tav tm="0">
                                          <p:val>
                                            <p:strVal val="#ppt_x-#ppt_w/2"/>
                                          </p:val>
                                        </p:tav>
                                        <p:tav tm="100000">
                                          <p:val>
                                            <p:strVal val="#ppt_x"/>
                                          </p:val>
                                        </p:tav>
                                      </p:tavLst>
                                    </p:anim>
                                    <p:anim calcmode="lin" valueType="num">
                                      <p:cBhvr>
                                        <p:cTn id="39" dur="300" fill="hold"/>
                                        <p:tgtEl>
                                          <p:spTgt spid="14448"/>
                                        </p:tgtEl>
                                        <p:attrNameLst>
                                          <p:attrName>ppt_y</p:attrName>
                                        </p:attrNameLst>
                                      </p:cBhvr>
                                      <p:tavLst>
                                        <p:tav tm="0">
                                          <p:val>
                                            <p:strVal val="#ppt_y"/>
                                          </p:val>
                                        </p:tav>
                                        <p:tav tm="100000">
                                          <p:val>
                                            <p:strVal val="#ppt_y"/>
                                          </p:val>
                                        </p:tav>
                                      </p:tavLst>
                                    </p:anim>
                                    <p:anim calcmode="lin" valueType="num">
                                      <p:cBhvr>
                                        <p:cTn id="40" dur="300" fill="hold"/>
                                        <p:tgtEl>
                                          <p:spTgt spid="14448"/>
                                        </p:tgtEl>
                                        <p:attrNameLst>
                                          <p:attrName>ppt_w</p:attrName>
                                        </p:attrNameLst>
                                      </p:cBhvr>
                                      <p:tavLst>
                                        <p:tav tm="0">
                                          <p:val>
                                            <p:fltVal val="0"/>
                                          </p:val>
                                        </p:tav>
                                        <p:tav tm="100000">
                                          <p:val>
                                            <p:strVal val="#ppt_w"/>
                                          </p:val>
                                        </p:tav>
                                      </p:tavLst>
                                    </p:anim>
                                    <p:anim calcmode="lin" valueType="num">
                                      <p:cBhvr>
                                        <p:cTn id="41" dur="300" fill="hold"/>
                                        <p:tgtEl>
                                          <p:spTgt spid="14448"/>
                                        </p:tgtEl>
                                        <p:attrNameLst>
                                          <p:attrName>ppt_h</p:attrName>
                                        </p:attrNameLst>
                                      </p:cBhvr>
                                      <p:tavLst>
                                        <p:tav tm="0">
                                          <p:val>
                                            <p:strVal val="#ppt_h"/>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17" presetClass="entr" presetSubtype="8" fill="hold" grpId="0" nodeType="clickEffect">
                                  <p:stCondLst>
                                    <p:cond delay="0"/>
                                  </p:stCondLst>
                                  <p:childTnLst>
                                    <p:set>
                                      <p:cBhvr>
                                        <p:cTn id="45" dur="1" fill="hold">
                                          <p:stCondLst>
                                            <p:cond delay="0"/>
                                          </p:stCondLst>
                                        </p:cTn>
                                        <p:tgtEl>
                                          <p:spTgt spid="14450"/>
                                        </p:tgtEl>
                                        <p:attrNameLst>
                                          <p:attrName>style.visibility</p:attrName>
                                        </p:attrNameLst>
                                      </p:cBhvr>
                                      <p:to>
                                        <p:strVal val="visible"/>
                                      </p:to>
                                    </p:set>
                                    <p:anim calcmode="lin" valueType="num">
                                      <p:cBhvr>
                                        <p:cTn id="46" dur="500" fill="hold"/>
                                        <p:tgtEl>
                                          <p:spTgt spid="14450"/>
                                        </p:tgtEl>
                                        <p:attrNameLst>
                                          <p:attrName>ppt_x</p:attrName>
                                        </p:attrNameLst>
                                      </p:cBhvr>
                                      <p:tavLst>
                                        <p:tav tm="0">
                                          <p:val>
                                            <p:strVal val="#ppt_x-#ppt_w/2"/>
                                          </p:val>
                                        </p:tav>
                                        <p:tav tm="100000">
                                          <p:val>
                                            <p:strVal val="#ppt_x"/>
                                          </p:val>
                                        </p:tav>
                                      </p:tavLst>
                                    </p:anim>
                                    <p:anim calcmode="lin" valueType="num">
                                      <p:cBhvr>
                                        <p:cTn id="47" dur="500" fill="hold"/>
                                        <p:tgtEl>
                                          <p:spTgt spid="14450"/>
                                        </p:tgtEl>
                                        <p:attrNameLst>
                                          <p:attrName>ppt_y</p:attrName>
                                        </p:attrNameLst>
                                      </p:cBhvr>
                                      <p:tavLst>
                                        <p:tav tm="0">
                                          <p:val>
                                            <p:strVal val="#ppt_y"/>
                                          </p:val>
                                        </p:tav>
                                        <p:tav tm="100000">
                                          <p:val>
                                            <p:strVal val="#ppt_y"/>
                                          </p:val>
                                        </p:tav>
                                      </p:tavLst>
                                    </p:anim>
                                    <p:anim calcmode="lin" valueType="num">
                                      <p:cBhvr>
                                        <p:cTn id="48" dur="500" fill="hold"/>
                                        <p:tgtEl>
                                          <p:spTgt spid="14450"/>
                                        </p:tgtEl>
                                        <p:attrNameLst>
                                          <p:attrName>ppt_w</p:attrName>
                                        </p:attrNameLst>
                                      </p:cBhvr>
                                      <p:tavLst>
                                        <p:tav tm="0">
                                          <p:val>
                                            <p:fltVal val="0"/>
                                          </p:val>
                                        </p:tav>
                                        <p:tav tm="100000">
                                          <p:val>
                                            <p:strVal val="#ppt_w"/>
                                          </p:val>
                                        </p:tav>
                                      </p:tavLst>
                                    </p:anim>
                                    <p:anim calcmode="lin" valueType="num">
                                      <p:cBhvr>
                                        <p:cTn id="49" dur="500" fill="hold"/>
                                        <p:tgtEl>
                                          <p:spTgt spid="14450"/>
                                        </p:tgtEl>
                                        <p:attrNameLst>
                                          <p:attrName>ppt_h</p:attrName>
                                        </p:attrNameLst>
                                      </p:cBhvr>
                                      <p:tavLst>
                                        <p:tav tm="0">
                                          <p:val>
                                            <p:strVal val="#ppt_h"/>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1" presetClass="entr" presetSubtype="0" fill="hold" nodeType="clickEffect">
                                  <p:stCondLst>
                                    <p:cond delay="0"/>
                                  </p:stCondLst>
                                  <p:childTnLst>
                                    <p:set>
                                      <p:cBhvr>
                                        <p:cTn id="53" dur="1" fill="hold">
                                          <p:stCondLst>
                                            <p:cond delay="499"/>
                                          </p:stCondLst>
                                        </p:cTn>
                                        <p:tgtEl>
                                          <p:spTgt spid="3"/>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7" presetClass="entr" presetSubtype="8" fill="hold" nodeType="clickEffect">
                                  <p:stCondLst>
                                    <p:cond delay="0"/>
                                  </p:stCondLst>
                                  <p:childTnLst>
                                    <p:set>
                                      <p:cBhvr>
                                        <p:cTn id="57" dur="1" fill="hold">
                                          <p:stCondLst>
                                            <p:cond delay="0"/>
                                          </p:stCondLst>
                                        </p:cTn>
                                        <p:tgtEl>
                                          <p:spTgt spid="11"/>
                                        </p:tgtEl>
                                        <p:attrNameLst>
                                          <p:attrName>style.visibility</p:attrName>
                                        </p:attrNameLst>
                                      </p:cBhvr>
                                      <p:to>
                                        <p:strVal val="visible"/>
                                      </p:to>
                                    </p:set>
                                    <p:anim calcmode="lin" valueType="num">
                                      <p:cBhvr>
                                        <p:cTn id="58" dur="500" fill="hold"/>
                                        <p:tgtEl>
                                          <p:spTgt spid="11"/>
                                        </p:tgtEl>
                                        <p:attrNameLst>
                                          <p:attrName>ppt_x</p:attrName>
                                        </p:attrNameLst>
                                      </p:cBhvr>
                                      <p:tavLst>
                                        <p:tav tm="0">
                                          <p:val>
                                            <p:strVal val="#ppt_x-#ppt_w/2"/>
                                          </p:val>
                                        </p:tav>
                                        <p:tav tm="100000">
                                          <p:val>
                                            <p:strVal val="#ppt_x"/>
                                          </p:val>
                                        </p:tav>
                                      </p:tavLst>
                                    </p:anim>
                                    <p:anim calcmode="lin" valueType="num">
                                      <p:cBhvr>
                                        <p:cTn id="59" dur="500" fill="hold"/>
                                        <p:tgtEl>
                                          <p:spTgt spid="11"/>
                                        </p:tgtEl>
                                        <p:attrNameLst>
                                          <p:attrName>ppt_y</p:attrName>
                                        </p:attrNameLst>
                                      </p:cBhvr>
                                      <p:tavLst>
                                        <p:tav tm="0">
                                          <p:val>
                                            <p:strVal val="#ppt_y"/>
                                          </p:val>
                                        </p:tav>
                                        <p:tav tm="100000">
                                          <p:val>
                                            <p:strVal val="#ppt_y"/>
                                          </p:val>
                                        </p:tav>
                                      </p:tavLst>
                                    </p:anim>
                                    <p:anim calcmode="lin" valueType="num">
                                      <p:cBhvr>
                                        <p:cTn id="60" dur="500" fill="hold"/>
                                        <p:tgtEl>
                                          <p:spTgt spid="11"/>
                                        </p:tgtEl>
                                        <p:attrNameLst>
                                          <p:attrName>ppt_w</p:attrName>
                                        </p:attrNameLst>
                                      </p:cBhvr>
                                      <p:tavLst>
                                        <p:tav tm="0">
                                          <p:val>
                                            <p:fltVal val="0"/>
                                          </p:val>
                                        </p:tav>
                                        <p:tav tm="100000">
                                          <p:val>
                                            <p:strVal val="#ppt_w"/>
                                          </p:val>
                                        </p:tav>
                                      </p:tavLst>
                                    </p:anim>
                                    <p:anim calcmode="lin" valueType="num">
                                      <p:cBhvr>
                                        <p:cTn id="61" dur="500" fill="hold"/>
                                        <p:tgtEl>
                                          <p:spTgt spid="11"/>
                                        </p:tgtEl>
                                        <p:attrNameLst>
                                          <p:attrName>ppt_h</p:attrName>
                                        </p:attrNameLst>
                                      </p:cBhvr>
                                      <p:tavLst>
                                        <p:tav tm="0">
                                          <p:val>
                                            <p:strVal val="#ppt_h"/>
                                          </p:val>
                                        </p:tav>
                                        <p:tav tm="100000">
                                          <p:val>
                                            <p:strVal val="#ppt_h"/>
                                          </p:val>
                                        </p:tav>
                                      </p:tavLst>
                                    </p:anim>
                                  </p:childTnLst>
                                </p:cTn>
                              </p:par>
                            </p:childTnLst>
                          </p:cTn>
                        </p:par>
                        <p:par>
                          <p:cTn id="62" fill="hold" nodeType="afterGroup">
                            <p:stCondLst>
                              <p:cond delay="500"/>
                            </p:stCondLst>
                            <p:childTnLst>
                              <p:par>
                                <p:cTn id="63" presetID="17" presetClass="entr" presetSubtype="8" fill="hold" grpId="0" nodeType="afterEffect">
                                  <p:stCondLst>
                                    <p:cond delay="0"/>
                                  </p:stCondLst>
                                  <p:iterate type="wd">
                                    <p:tmPct val="100000"/>
                                  </p:iterate>
                                  <p:childTnLst>
                                    <p:set>
                                      <p:cBhvr>
                                        <p:cTn id="64" dur="1" fill="hold">
                                          <p:stCondLst>
                                            <p:cond delay="0"/>
                                          </p:stCondLst>
                                        </p:cTn>
                                        <p:tgtEl>
                                          <p:spTgt spid="14447"/>
                                        </p:tgtEl>
                                        <p:attrNameLst>
                                          <p:attrName>style.visibility</p:attrName>
                                        </p:attrNameLst>
                                      </p:cBhvr>
                                      <p:to>
                                        <p:strVal val="visible"/>
                                      </p:to>
                                    </p:set>
                                    <p:anim calcmode="lin" valueType="num">
                                      <p:cBhvr>
                                        <p:cTn id="65" dur="300" fill="hold"/>
                                        <p:tgtEl>
                                          <p:spTgt spid="14447"/>
                                        </p:tgtEl>
                                        <p:attrNameLst>
                                          <p:attrName>ppt_x</p:attrName>
                                        </p:attrNameLst>
                                      </p:cBhvr>
                                      <p:tavLst>
                                        <p:tav tm="0">
                                          <p:val>
                                            <p:strVal val="#ppt_x-#ppt_w/2"/>
                                          </p:val>
                                        </p:tav>
                                        <p:tav tm="100000">
                                          <p:val>
                                            <p:strVal val="#ppt_x"/>
                                          </p:val>
                                        </p:tav>
                                      </p:tavLst>
                                    </p:anim>
                                    <p:anim calcmode="lin" valueType="num">
                                      <p:cBhvr>
                                        <p:cTn id="66" dur="300" fill="hold"/>
                                        <p:tgtEl>
                                          <p:spTgt spid="14447"/>
                                        </p:tgtEl>
                                        <p:attrNameLst>
                                          <p:attrName>ppt_y</p:attrName>
                                        </p:attrNameLst>
                                      </p:cBhvr>
                                      <p:tavLst>
                                        <p:tav tm="0">
                                          <p:val>
                                            <p:strVal val="#ppt_y"/>
                                          </p:val>
                                        </p:tav>
                                        <p:tav tm="100000">
                                          <p:val>
                                            <p:strVal val="#ppt_y"/>
                                          </p:val>
                                        </p:tav>
                                      </p:tavLst>
                                    </p:anim>
                                    <p:anim calcmode="lin" valueType="num">
                                      <p:cBhvr>
                                        <p:cTn id="67" dur="300" fill="hold"/>
                                        <p:tgtEl>
                                          <p:spTgt spid="14447"/>
                                        </p:tgtEl>
                                        <p:attrNameLst>
                                          <p:attrName>ppt_w</p:attrName>
                                        </p:attrNameLst>
                                      </p:cBhvr>
                                      <p:tavLst>
                                        <p:tav tm="0">
                                          <p:val>
                                            <p:fltVal val="0"/>
                                          </p:val>
                                        </p:tav>
                                        <p:tav tm="100000">
                                          <p:val>
                                            <p:strVal val="#ppt_w"/>
                                          </p:val>
                                        </p:tav>
                                      </p:tavLst>
                                    </p:anim>
                                    <p:anim calcmode="lin" valueType="num">
                                      <p:cBhvr>
                                        <p:cTn id="68" dur="300" fill="hold"/>
                                        <p:tgtEl>
                                          <p:spTgt spid="14447"/>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14467"/>
                                        </p:tgtEl>
                                        <p:attrNameLst>
                                          <p:attrName>style.visibility</p:attrName>
                                        </p:attrNameLst>
                                      </p:cBhvr>
                                      <p:to>
                                        <p:strVal val="visible"/>
                                      </p:to>
                                    </p:set>
                                    <p:anim calcmode="lin" valueType="num">
                                      <p:cBhvr additive="base">
                                        <p:cTn id="73" dur="500" fill="hold"/>
                                        <p:tgtEl>
                                          <p:spTgt spid="14467"/>
                                        </p:tgtEl>
                                        <p:attrNameLst>
                                          <p:attrName>ppt_x</p:attrName>
                                        </p:attrNameLst>
                                      </p:cBhvr>
                                      <p:tavLst>
                                        <p:tav tm="0">
                                          <p:val>
                                            <p:strVal val="0-#ppt_w/2"/>
                                          </p:val>
                                        </p:tav>
                                        <p:tav tm="100000">
                                          <p:val>
                                            <p:strVal val="#ppt_x"/>
                                          </p:val>
                                        </p:tav>
                                      </p:tavLst>
                                    </p:anim>
                                    <p:anim calcmode="lin" valueType="num">
                                      <p:cBhvr additive="base">
                                        <p:cTn id="74" dur="500" fill="hold"/>
                                        <p:tgtEl>
                                          <p:spTgt spid="14467"/>
                                        </p:tgtEl>
                                        <p:attrNameLst>
                                          <p:attrName>ppt_y</p:attrName>
                                        </p:attrNameLst>
                                      </p:cBhvr>
                                      <p:tavLst>
                                        <p:tav tm="0">
                                          <p:val>
                                            <p:strVal val="#ppt_y"/>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8" fill="hold" nodeType="clickEffect">
                                  <p:stCondLst>
                                    <p:cond delay="0"/>
                                  </p:stCondLst>
                                  <p:childTnLst>
                                    <p:set>
                                      <p:cBhvr>
                                        <p:cTn id="78" dur="1" fill="hold">
                                          <p:stCondLst>
                                            <p:cond delay="0"/>
                                          </p:stCondLst>
                                        </p:cTn>
                                        <p:tgtEl>
                                          <p:spTgt spid="4"/>
                                        </p:tgtEl>
                                        <p:attrNameLst>
                                          <p:attrName>style.visibility</p:attrName>
                                        </p:attrNameLst>
                                      </p:cBhvr>
                                      <p:to>
                                        <p:strVal val="visible"/>
                                      </p:to>
                                    </p:set>
                                    <p:anim calcmode="lin" valueType="num">
                                      <p:cBhvr>
                                        <p:cTn id="79" dur="500" fill="hold"/>
                                        <p:tgtEl>
                                          <p:spTgt spid="4"/>
                                        </p:tgtEl>
                                        <p:attrNameLst>
                                          <p:attrName>ppt_x</p:attrName>
                                        </p:attrNameLst>
                                      </p:cBhvr>
                                      <p:tavLst>
                                        <p:tav tm="0">
                                          <p:val>
                                            <p:strVal val="#ppt_x-#ppt_w/2"/>
                                          </p:val>
                                        </p:tav>
                                        <p:tav tm="100000">
                                          <p:val>
                                            <p:strVal val="#ppt_x"/>
                                          </p:val>
                                        </p:tav>
                                      </p:tavLst>
                                    </p:anim>
                                    <p:anim calcmode="lin" valueType="num">
                                      <p:cBhvr>
                                        <p:cTn id="80" dur="500" fill="hold"/>
                                        <p:tgtEl>
                                          <p:spTgt spid="4"/>
                                        </p:tgtEl>
                                        <p:attrNameLst>
                                          <p:attrName>ppt_y</p:attrName>
                                        </p:attrNameLst>
                                      </p:cBhvr>
                                      <p:tavLst>
                                        <p:tav tm="0">
                                          <p:val>
                                            <p:strVal val="#ppt_y"/>
                                          </p:val>
                                        </p:tav>
                                        <p:tav tm="100000">
                                          <p:val>
                                            <p:strVal val="#ppt_y"/>
                                          </p:val>
                                        </p:tav>
                                      </p:tavLst>
                                    </p:anim>
                                    <p:anim calcmode="lin" valueType="num">
                                      <p:cBhvr>
                                        <p:cTn id="81" dur="500" fill="hold"/>
                                        <p:tgtEl>
                                          <p:spTgt spid="4"/>
                                        </p:tgtEl>
                                        <p:attrNameLst>
                                          <p:attrName>ppt_w</p:attrName>
                                        </p:attrNameLst>
                                      </p:cBhvr>
                                      <p:tavLst>
                                        <p:tav tm="0">
                                          <p:val>
                                            <p:fltVal val="0"/>
                                          </p:val>
                                        </p:tav>
                                        <p:tav tm="100000">
                                          <p:val>
                                            <p:strVal val="#ppt_w"/>
                                          </p:val>
                                        </p:tav>
                                      </p:tavLst>
                                    </p:anim>
                                    <p:anim calcmode="lin" valueType="num">
                                      <p:cBhvr>
                                        <p:cTn id="82"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8" presetClass="entr" presetSubtype="3" fill="hold" nodeType="clickEffect">
                                  <p:stCondLst>
                                    <p:cond delay="0"/>
                                  </p:stCondLst>
                                  <p:childTnLst>
                                    <p:set>
                                      <p:cBhvr>
                                        <p:cTn id="86" dur="1" fill="hold">
                                          <p:stCondLst>
                                            <p:cond delay="0"/>
                                          </p:stCondLst>
                                        </p:cTn>
                                        <p:tgtEl>
                                          <p:spTgt spid="8"/>
                                        </p:tgtEl>
                                        <p:attrNameLst>
                                          <p:attrName>style.visibility</p:attrName>
                                        </p:attrNameLst>
                                      </p:cBhvr>
                                      <p:to>
                                        <p:strVal val="visible"/>
                                      </p:to>
                                    </p:set>
                                    <p:animEffect transition="in" filter="strips(upRight)">
                                      <p:cBhvr>
                                        <p:cTn id="87" dur="500"/>
                                        <p:tgtEl>
                                          <p:spTgt spid="8"/>
                                        </p:tgtEl>
                                      </p:cBhvr>
                                    </p:animEffect>
                                  </p:childTnLst>
                                </p:cTn>
                              </p:par>
                              <p:par>
                                <p:cTn id="88" presetID="1" presetClass="entr" presetSubtype="0" fill="hold" grpId="0" nodeType="withEffect">
                                  <p:stCondLst>
                                    <p:cond delay="0"/>
                                  </p:stCondLst>
                                  <p:childTnLst>
                                    <p:set>
                                      <p:cBhvr>
                                        <p:cTn id="89" dur="1" fill="hold">
                                          <p:stCondLst>
                                            <p:cond delay="499"/>
                                          </p:stCondLst>
                                        </p:cTn>
                                        <p:tgtEl>
                                          <p:spTgt spid="14402"/>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18" presetClass="entr" presetSubtype="12" fill="hold" nodeType="clickEffect">
                                  <p:stCondLst>
                                    <p:cond delay="0"/>
                                  </p:stCondLst>
                                  <p:childTnLst>
                                    <p:set>
                                      <p:cBhvr>
                                        <p:cTn id="93" dur="1" fill="hold">
                                          <p:stCondLst>
                                            <p:cond delay="0"/>
                                          </p:stCondLst>
                                        </p:cTn>
                                        <p:tgtEl>
                                          <p:spTgt spid="5"/>
                                        </p:tgtEl>
                                        <p:attrNameLst>
                                          <p:attrName>style.visibility</p:attrName>
                                        </p:attrNameLst>
                                      </p:cBhvr>
                                      <p:to>
                                        <p:strVal val="visible"/>
                                      </p:to>
                                    </p:set>
                                    <p:animEffect transition="in" filter="strips(downLeft)">
                                      <p:cBhvr>
                                        <p:cTn id="94" dur="500"/>
                                        <p:tgtEl>
                                          <p:spTgt spid="5"/>
                                        </p:tgtEl>
                                      </p:cBhvr>
                                    </p:animEffect>
                                  </p:childTnLst>
                                </p:cTn>
                              </p:par>
                            </p:childTnLst>
                          </p:cTn>
                        </p:par>
                        <p:par>
                          <p:cTn id="95" fill="hold" nodeType="afterGroup">
                            <p:stCondLst>
                              <p:cond delay="500"/>
                            </p:stCondLst>
                            <p:childTnLst>
                              <p:par>
                                <p:cTn id="96" presetID="1" presetClass="entr" presetSubtype="0" fill="hold" grpId="0" nodeType="afterEffect">
                                  <p:stCondLst>
                                    <p:cond delay="0"/>
                                  </p:stCondLst>
                                  <p:childTnLst>
                                    <p:set>
                                      <p:cBhvr>
                                        <p:cTn id="97" dur="1" fill="hold">
                                          <p:stCondLst>
                                            <p:cond delay="499"/>
                                          </p:stCondLst>
                                        </p:cTn>
                                        <p:tgtEl>
                                          <p:spTgt spid="14403"/>
                                        </p:tgtEl>
                                        <p:attrNameLst>
                                          <p:attrName>style.visibility</p:attrName>
                                        </p:attrNameLst>
                                      </p:cBhvr>
                                      <p:to>
                                        <p:strVal val="visible"/>
                                      </p:to>
                                    </p:set>
                                  </p:childTnLst>
                                </p:cTn>
                              </p:par>
                            </p:childTnLst>
                          </p:cTn>
                        </p:par>
                        <p:par>
                          <p:cTn id="98" fill="hold" nodeType="afterGroup">
                            <p:stCondLst>
                              <p:cond delay="1000"/>
                            </p:stCondLst>
                            <p:childTnLst>
                              <p:par>
                                <p:cTn id="99" presetID="17" presetClass="entr" presetSubtype="8" fill="hold" nodeType="afterEffect">
                                  <p:stCondLst>
                                    <p:cond delay="0"/>
                                  </p:stCondLst>
                                  <p:childTnLst>
                                    <p:set>
                                      <p:cBhvr>
                                        <p:cTn id="100" dur="1" fill="hold">
                                          <p:stCondLst>
                                            <p:cond delay="0"/>
                                          </p:stCondLst>
                                        </p:cTn>
                                        <p:tgtEl>
                                          <p:spTgt spid="14"/>
                                        </p:tgtEl>
                                        <p:attrNameLst>
                                          <p:attrName>style.visibility</p:attrName>
                                        </p:attrNameLst>
                                      </p:cBhvr>
                                      <p:to>
                                        <p:strVal val="visible"/>
                                      </p:to>
                                    </p:set>
                                    <p:anim calcmode="lin" valueType="num">
                                      <p:cBhvr>
                                        <p:cTn id="101" dur="500" fill="hold"/>
                                        <p:tgtEl>
                                          <p:spTgt spid="14"/>
                                        </p:tgtEl>
                                        <p:attrNameLst>
                                          <p:attrName>ppt_x</p:attrName>
                                        </p:attrNameLst>
                                      </p:cBhvr>
                                      <p:tavLst>
                                        <p:tav tm="0">
                                          <p:val>
                                            <p:strVal val="#ppt_x-#ppt_w/2"/>
                                          </p:val>
                                        </p:tav>
                                        <p:tav tm="100000">
                                          <p:val>
                                            <p:strVal val="#ppt_x"/>
                                          </p:val>
                                        </p:tav>
                                      </p:tavLst>
                                    </p:anim>
                                    <p:anim calcmode="lin" valueType="num">
                                      <p:cBhvr>
                                        <p:cTn id="102" dur="500" fill="hold"/>
                                        <p:tgtEl>
                                          <p:spTgt spid="14"/>
                                        </p:tgtEl>
                                        <p:attrNameLst>
                                          <p:attrName>ppt_y</p:attrName>
                                        </p:attrNameLst>
                                      </p:cBhvr>
                                      <p:tavLst>
                                        <p:tav tm="0">
                                          <p:val>
                                            <p:strVal val="#ppt_y"/>
                                          </p:val>
                                        </p:tav>
                                        <p:tav tm="100000">
                                          <p:val>
                                            <p:strVal val="#ppt_y"/>
                                          </p:val>
                                        </p:tav>
                                      </p:tavLst>
                                    </p:anim>
                                    <p:anim calcmode="lin" valueType="num">
                                      <p:cBhvr>
                                        <p:cTn id="103" dur="500" fill="hold"/>
                                        <p:tgtEl>
                                          <p:spTgt spid="14"/>
                                        </p:tgtEl>
                                        <p:attrNameLst>
                                          <p:attrName>ppt_w</p:attrName>
                                        </p:attrNameLst>
                                      </p:cBhvr>
                                      <p:tavLst>
                                        <p:tav tm="0">
                                          <p:val>
                                            <p:fltVal val="0"/>
                                          </p:val>
                                        </p:tav>
                                        <p:tav tm="100000">
                                          <p:val>
                                            <p:strVal val="#ppt_w"/>
                                          </p:val>
                                        </p:tav>
                                      </p:tavLst>
                                    </p:anim>
                                    <p:anim calcmode="lin" valueType="num">
                                      <p:cBhvr>
                                        <p:cTn id="104"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7" presetClass="entr" presetSubtype="8" fill="hold" grpId="0" nodeType="clickEffect">
                                  <p:stCondLst>
                                    <p:cond delay="0"/>
                                  </p:stCondLst>
                                  <p:iterate type="wd">
                                    <p:tmPct val="100000"/>
                                  </p:iterate>
                                  <p:childTnLst>
                                    <p:set>
                                      <p:cBhvr>
                                        <p:cTn id="108" dur="1" fill="hold">
                                          <p:stCondLst>
                                            <p:cond delay="0"/>
                                          </p:stCondLst>
                                        </p:cTn>
                                        <p:tgtEl>
                                          <p:spTgt spid="14468"/>
                                        </p:tgtEl>
                                        <p:attrNameLst>
                                          <p:attrName>style.visibility</p:attrName>
                                        </p:attrNameLst>
                                      </p:cBhvr>
                                      <p:to>
                                        <p:strVal val="visible"/>
                                      </p:to>
                                    </p:set>
                                    <p:anim calcmode="lin" valueType="num">
                                      <p:cBhvr>
                                        <p:cTn id="109" dur="300" fill="hold"/>
                                        <p:tgtEl>
                                          <p:spTgt spid="14468"/>
                                        </p:tgtEl>
                                        <p:attrNameLst>
                                          <p:attrName>ppt_x</p:attrName>
                                        </p:attrNameLst>
                                      </p:cBhvr>
                                      <p:tavLst>
                                        <p:tav tm="0">
                                          <p:val>
                                            <p:strVal val="#ppt_x-#ppt_w/2"/>
                                          </p:val>
                                        </p:tav>
                                        <p:tav tm="100000">
                                          <p:val>
                                            <p:strVal val="#ppt_x"/>
                                          </p:val>
                                        </p:tav>
                                      </p:tavLst>
                                    </p:anim>
                                    <p:anim calcmode="lin" valueType="num">
                                      <p:cBhvr>
                                        <p:cTn id="110" dur="300" fill="hold"/>
                                        <p:tgtEl>
                                          <p:spTgt spid="14468"/>
                                        </p:tgtEl>
                                        <p:attrNameLst>
                                          <p:attrName>ppt_y</p:attrName>
                                        </p:attrNameLst>
                                      </p:cBhvr>
                                      <p:tavLst>
                                        <p:tav tm="0">
                                          <p:val>
                                            <p:strVal val="#ppt_y"/>
                                          </p:val>
                                        </p:tav>
                                        <p:tav tm="100000">
                                          <p:val>
                                            <p:strVal val="#ppt_y"/>
                                          </p:val>
                                        </p:tav>
                                      </p:tavLst>
                                    </p:anim>
                                    <p:anim calcmode="lin" valueType="num">
                                      <p:cBhvr>
                                        <p:cTn id="111" dur="300" fill="hold"/>
                                        <p:tgtEl>
                                          <p:spTgt spid="14468"/>
                                        </p:tgtEl>
                                        <p:attrNameLst>
                                          <p:attrName>ppt_w</p:attrName>
                                        </p:attrNameLst>
                                      </p:cBhvr>
                                      <p:tavLst>
                                        <p:tav tm="0">
                                          <p:val>
                                            <p:fltVal val="0"/>
                                          </p:val>
                                        </p:tav>
                                        <p:tav tm="100000">
                                          <p:val>
                                            <p:strVal val="#ppt_w"/>
                                          </p:val>
                                        </p:tav>
                                      </p:tavLst>
                                    </p:anim>
                                    <p:anim calcmode="lin" valueType="num">
                                      <p:cBhvr>
                                        <p:cTn id="112" dur="300" fill="hold"/>
                                        <p:tgtEl>
                                          <p:spTgt spid="14468"/>
                                        </p:tgtEl>
                                        <p:attrNameLst>
                                          <p:attrName>ppt_h</p:attrName>
                                        </p:attrNameLst>
                                      </p:cBhvr>
                                      <p:tavLst>
                                        <p:tav tm="0">
                                          <p:val>
                                            <p:strVal val="#ppt_h"/>
                                          </p:val>
                                        </p:tav>
                                        <p:tav tm="100000">
                                          <p:val>
                                            <p:strVal val="#ppt_h"/>
                                          </p:val>
                                        </p:tav>
                                      </p:tavLst>
                                    </p:anim>
                                  </p:childTnLst>
                                </p:cTn>
                              </p:par>
                            </p:childTnLst>
                          </p:cTn>
                        </p:par>
                        <p:par>
                          <p:cTn id="113" fill="hold" nodeType="afterGroup">
                            <p:stCondLst>
                              <p:cond delay="1800"/>
                            </p:stCondLst>
                            <p:childTnLst>
                              <p:par>
                                <p:cTn id="114" presetID="2" presetClass="entr" presetSubtype="8" fill="hold" nodeType="afterEffect">
                                  <p:stCondLst>
                                    <p:cond delay="0"/>
                                  </p:stCondLst>
                                  <p:childTnLst>
                                    <p:set>
                                      <p:cBhvr>
                                        <p:cTn id="115" dur="1" fill="hold">
                                          <p:stCondLst>
                                            <p:cond delay="0"/>
                                          </p:stCondLst>
                                        </p:cTn>
                                        <p:tgtEl>
                                          <p:spTgt spid="17"/>
                                        </p:tgtEl>
                                        <p:attrNameLst>
                                          <p:attrName>style.visibility</p:attrName>
                                        </p:attrNameLst>
                                      </p:cBhvr>
                                      <p:to>
                                        <p:strVal val="visible"/>
                                      </p:to>
                                    </p:set>
                                    <p:anim calcmode="lin" valueType="num">
                                      <p:cBhvr additive="base">
                                        <p:cTn id="116" dur="500" fill="hold"/>
                                        <p:tgtEl>
                                          <p:spTgt spid="17"/>
                                        </p:tgtEl>
                                        <p:attrNameLst>
                                          <p:attrName>ppt_x</p:attrName>
                                        </p:attrNameLst>
                                      </p:cBhvr>
                                      <p:tavLst>
                                        <p:tav tm="0">
                                          <p:val>
                                            <p:strVal val="0-#ppt_w/2"/>
                                          </p:val>
                                        </p:tav>
                                        <p:tav tm="100000">
                                          <p:val>
                                            <p:strVal val="#ppt_x"/>
                                          </p:val>
                                        </p:tav>
                                      </p:tavLst>
                                    </p:anim>
                                    <p:anim calcmode="lin" valueType="num">
                                      <p:cBhvr additive="base">
                                        <p:cTn id="117"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 presetClass="entr" presetSubtype="0" fill="hold" nodeType="clickEffect">
                                  <p:stCondLst>
                                    <p:cond delay="0"/>
                                  </p:stCondLst>
                                  <p:childTnLst>
                                    <p:set>
                                      <p:cBhvr>
                                        <p:cTn id="121" dur="1" fill="hold">
                                          <p:stCondLst>
                                            <p:cond delay="499"/>
                                          </p:stCondLst>
                                        </p:cTn>
                                        <p:tgtEl>
                                          <p:spTgt spid="18"/>
                                        </p:tgtEl>
                                        <p:attrNameLst>
                                          <p:attrName>style.visibility</p:attrName>
                                        </p:attrNameLst>
                                      </p:cBhvr>
                                      <p:to>
                                        <p:strVal val="visible"/>
                                      </p:to>
                                    </p:se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18" presetClass="entr" presetSubtype="3" fill="hold" grpId="0" nodeType="clickEffect">
                                  <p:stCondLst>
                                    <p:cond delay="0"/>
                                  </p:stCondLst>
                                  <p:childTnLst>
                                    <p:set>
                                      <p:cBhvr>
                                        <p:cTn id="125" dur="1" fill="hold">
                                          <p:stCondLst>
                                            <p:cond delay="0"/>
                                          </p:stCondLst>
                                        </p:cTn>
                                        <p:tgtEl>
                                          <p:spTgt spid="14422"/>
                                        </p:tgtEl>
                                        <p:attrNameLst>
                                          <p:attrName>style.visibility</p:attrName>
                                        </p:attrNameLst>
                                      </p:cBhvr>
                                      <p:to>
                                        <p:strVal val="visible"/>
                                      </p:to>
                                    </p:set>
                                    <p:animEffect transition="in" filter="strips(upRight)">
                                      <p:cBhvr>
                                        <p:cTn id="126" dur="500"/>
                                        <p:tgtEl>
                                          <p:spTgt spid="14422"/>
                                        </p:tgtEl>
                                      </p:cBhvr>
                                    </p:animEffect>
                                  </p:childTnLst>
                                </p:cTn>
                              </p:par>
                            </p:childTnLst>
                          </p:cTn>
                        </p:par>
                        <p:par>
                          <p:cTn id="127" fill="hold" nodeType="afterGroup">
                            <p:stCondLst>
                              <p:cond delay="500"/>
                            </p:stCondLst>
                            <p:childTnLst>
                              <p:par>
                                <p:cTn id="128" presetID="18" presetClass="entr" presetSubtype="12" fill="hold" grpId="0" nodeType="afterEffect">
                                  <p:stCondLst>
                                    <p:cond delay="0"/>
                                  </p:stCondLst>
                                  <p:childTnLst>
                                    <p:set>
                                      <p:cBhvr>
                                        <p:cTn id="129" dur="1" fill="hold">
                                          <p:stCondLst>
                                            <p:cond delay="0"/>
                                          </p:stCondLst>
                                        </p:cTn>
                                        <p:tgtEl>
                                          <p:spTgt spid="14421"/>
                                        </p:tgtEl>
                                        <p:attrNameLst>
                                          <p:attrName>style.visibility</p:attrName>
                                        </p:attrNameLst>
                                      </p:cBhvr>
                                      <p:to>
                                        <p:strVal val="visible"/>
                                      </p:to>
                                    </p:set>
                                    <p:animEffect transition="in" filter="strips(downLeft)">
                                      <p:cBhvr>
                                        <p:cTn id="130" dur="500"/>
                                        <p:tgtEl>
                                          <p:spTgt spid="14421"/>
                                        </p:tgtEl>
                                      </p:cBhvr>
                                    </p:animEffect>
                                  </p:childTnLst>
                                </p:cTn>
                              </p:par>
                            </p:childTnLst>
                          </p:cTn>
                        </p:par>
                        <p:par>
                          <p:cTn id="131" fill="hold" nodeType="afterGroup">
                            <p:stCondLst>
                              <p:cond delay="1000"/>
                            </p:stCondLst>
                            <p:childTnLst>
                              <p:par>
                                <p:cTn id="132" presetID="18" presetClass="entr" presetSubtype="6" fill="hold" grpId="0" nodeType="afterEffect">
                                  <p:stCondLst>
                                    <p:cond delay="0"/>
                                  </p:stCondLst>
                                  <p:childTnLst>
                                    <p:set>
                                      <p:cBhvr>
                                        <p:cTn id="133" dur="1" fill="hold">
                                          <p:stCondLst>
                                            <p:cond delay="0"/>
                                          </p:stCondLst>
                                        </p:cTn>
                                        <p:tgtEl>
                                          <p:spTgt spid="14423"/>
                                        </p:tgtEl>
                                        <p:attrNameLst>
                                          <p:attrName>style.visibility</p:attrName>
                                        </p:attrNameLst>
                                      </p:cBhvr>
                                      <p:to>
                                        <p:strVal val="visible"/>
                                      </p:to>
                                    </p:set>
                                    <p:animEffect transition="in" filter="strips(downRight)">
                                      <p:cBhvr>
                                        <p:cTn id="134" dur="500"/>
                                        <p:tgtEl>
                                          <p:spTgt spid="14423"/>
                                        </p:tgtEl>
                                      </p:cBhvr>
                                    </p:animEffect>
                                  </p:childTnLst>
                                </p:cTn>
                              </p:par>
                            </p:childTnLst>
                          </p:cTn>
                        </p:par>
                        <p:par>
                          <p:cTn id="135" fill="hold" nodeType="afterGroup">
                            <p:stCondLst>
                              <p:cond delay="1500"/>
                            </p:stCondLst>
                            <p:childTnLst>
                              <p:par>
                                <p:cTn id="136" presetID="18" presetClass="entr" presetSubtype="6" fill="hold" nodeType="afterEffect">
                                  <p:stCondLst>
                                    <p:cond delay="0"/>
                                  </p:stCondLst>
                                  <p:childTnLst>
                                    <p:set>
                                      <p:cBhvr>
                                        <p:cTn id="137" dur="1" fill="hold">
                                          <p:stCondLst>
                                            <p:cond delay="0"/>
                                          </p:stCondLst>
                                        </p:cTn>
                                        <p:tgtEl>
                                          <p:spTgt spid="21"/>
                                        </p:tgtEl>
                                        <p:attrNameLst>
                                          <p:attrName>style.visibility</p:attrName>
                                        </p:attrNameLst>
                                      </p:cBhvr>
                                      <p:to>
                                        <p:strVal val="visible"/>
                                      </p:to>
                                    </p:set>
                                    <p:animEffect transition="in" filter="strips(downRight)">
                                      <p:cBhvr>
                                        <p:cTn id="138" dur="500"/>
                                        <p:tgtEl>
                                          <p:spTgt spid="21"/>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8" presetClass="entr" presetSubtype="6" fill="hold" grpId="0" nodeType="clickEffect">
                                  <p:stCondLst>
                                    <p:cond delay="0"/>
                                  </p:stCondLst>
                                  <p:childTnLst>
                                    <p:set>
                                      <p:cBhvr>
                                        <p:cTn id="142" dur="1" fill="hold">
                                          <p:stCondLst>
                                            <p:cond delay="0"/>
                                          </p:stCondLst>
                                        </p:cTn>
                                        <p:tgtEl>
                                          <p:spTgt spid="14424"/>
                                        </p:tgtEl>
                                        <p:attrNameLst>
                                          <p:attrName>style.visibility</p:attrName>
                                        </p:attrNameLst>
                                      </p:cBhvr>
                                      <p:to>
                                        <p:strVal val="visible"/>
                                      </p:to>
                                    </p:set>
                                    <p:animEffect transition="in" filter="strips(downRight)">
                                      <p:cBhvr>
                                        <p:cTn id="143" dur="500"/>
                                        <p:tgtEl>
                                          <p:spTgt spid="14424"/>
                                        </p:tgtEl>
                                      </p:cBhvr>
                                    </p:animEffect>
                                  </p:childTnLst>
                                </p:cTn>
                              </p:par>
                            </p:childTnLst>
                          </p:cTn>
                        </p:par>
                        <p:par>
                          <p:cTn id="144" fill="hold" nodeType="afterGroup">
                            <p:stCondLst>
                              <p:cond delay="500"/>
                            </p:stCondLst>
                            <p:childTnLst>
                              <p:par>
                                <p:cTn id="145" presetID="18" presetClass="entr" presetSubtype="6" fill="hold" grpId="0" nodeType="afterEffect">
                                  <p:stCondLst>
                                    <p:cond delay="0"/>
                                  </p:stCondLst>
                                  <p:childTnLst>
                                    <p:set>
                                      <p:cBhvr>
                                        <p:cTn id="146" dur="1" fill="hold">
                                          <p:stCondLst>
                                            <p:cond delay="0"/>
                                          </p:stCondLst>
                                        </p:cTn>
                                        <p:tgtEl>
                                          <p:spTgt spid="14425"/>
                                        </p:tgtEl>
                                        <p:attrNameLst>
                                          <p:attrName>style.visibility</p:attrName>
                                        </p:attrNameLst>
                                      </p:cBhvr>
                                      <p:to>
                                        <p:strVal val="visible"/>
                                      </p:to>
                                    </p:set>
                                    <p:animEffect transition="in" filter="strips(downRight)">
                                      <p:cBhvr>
                                        <p:cTn id="147" dur="500"/>
                                        <p:tgtEl>
                                          <p:spTgt spid="14425"/>
                                        </p:tgtEl>
                                      </p:cBhvr>
                                    </p:animEffect>
                                  </p:childTnLst>
                                </p:cTn>
                              </p:par>
                            </p:childTnLst>
                          </p:cTn>
                        </p:par>
                        <p:par>
                          <p:cTn id="148" fill="hold" nodeType="afterGroup">
                            <p:stCondLst>
                              <p:cond delay="1000"/>
                            </p:stCondLst>
                            <p:childTnLst>
                              <p:par>
                                <p:cTn id="149" presetID="18" presetClass="entr" presetSubtype="6" fill="hold" grpId="0" nodeType="afterEffect">
                                  <p:stCondLst>
                                    <p:cond delay="0"/>
                                  </p:stCondLst>
                                  <p:childTnLst>
                                    <p:set>
                                      <p:cBhvr>
                                        <p:cTn id="150" dur="1" fill="hold">
                                          <p:stCondLst>
                                            <p:cond delay="0"/>
                                          </p:stCondLst>
                                        </p:cTn>
                                        <p:tgtEl>
                                          <p:spTgt spid="14426"/>
                                        </p:tgtEl>
                                        <p:attrNameLst>
                                          <p:attrName>style.visibility</p:attrName>
                                        </p:attrNameLst>
                                      </p:cBhvr>
                                      <p:to>
                                        <p:strVal val="visible"/>
                                      </p:to>
                                    </p:set>
                                    <p:animEffect transition="in" filter="strips(downRight)">
                                      <p:cBhvr>
                                        <p:cTn id="151" dur="500"/>
                                        <p:tgtEl>
                                          <p:spTgt spid="14426"/>
                                        </p:tgtEl>
                                      </p:cBhvr>
                                    </p:animEffect>
                                  </p:childTnLst>
                                </p:cTn>
                              </p:par>
                            </p:childTnLst>
                          </p:cTn>
                        </p:par>
                        <p:par>
                          <p:cTn id="152" fill="hold" nodeType="afterGroup">
                            <p:stCondLst>
                              <p:cond delay="1500"/>
                            </p:stCondLst>
                            <p:childTnLst>
                              <p:par>
                                <p:cTn id="153" presetID="18" presetClass="entr" presetSubtype="3" fill="hold" grpId="0" nodeType="afterEffect">
                                  <p:stCondLst>
                                    <p:cond delay="0"/>
                                  </p:stCondLst>
                                  <p:childTnLst>
                                    <p:set>
                                      <p:cBhvr>
                                        <p:cTn id="154" dur="1" fill="hold">
                                          <p:stCondLst>
                                            <p:cond delay="0"/>
                                          </p:stCondLst>
                                        </p:cTn>
                                        <p:tgtEl>
                                          <p:spTgt spid="14427"/>
                                        </p:tgtEl>
                                        <p:attrNameLst>
                                          <p:attrName>style.visibility</p:attrName>
                                        </p:attrNameLst>
                                      </p:cBhvr>
                                      <p:to>
                                        <p:strVal val="visible"/>
                                      </p:to>
                                    </p:set>
                                    <p:animEffect transition="in" filter="strips(upRight)">
                                      <p:cBhvr>
                                        <p:cTn id="155" dur="500"/>
                                        <p:tgtEl>
                                          <p:spTgt spid="14427"/>
                                        </p:tgtEl>
                                      </p:cBhvr>
                                    </p:animEffect>
                                  </p:childTnLst>
                                </p:cTn>
                              </p:par>
                            </p:childTnLst>
                          </p:cTn>
                        </p:par>
                        <p:par>
                          <p:cTn id="156" fill="hold" nodeType="afterGroup">
                            <p:stCondLst>
                              <p:cond delay="2000"/>
                            </p:stCondLst>
                            <p:childTnLst>
                              <p:par>
                                <p:cTn id="157" presetID="18" presetClass="entr" presetSubtype="3" fill="hold" grpId="0" nodeType="afterEffect">
                                  <p:stCondLst>
                                    <p:cond delay="0"/>
                                  </p:stCondLst>
                                  <p:childTnLst>
                                    <p:set>
                                      <p:cBhvr>
                                        <p:cTn id="158" dur="1" fill="hold">
                                          <p:stCondLst>
                                            <p:cond delay="0"/>
                                          </p:stCondLst>
                                        </p:cTn>
                                        <p:tgtEl>
                                          <p:spTgt spid="14428"/>
                                        </p:tgtEl>
                                        <p:attrNameLst>
                                          <p:attrName>style.visibility</p:attrName>
                                        </p:attrNameLst>
                                      </p:cBhvr>
                                      <p:to>
                                        <p:strVal val="visible"/>
                                      </p:to>
                                    </p:set>
                                    <p:animEffect transition="in" filter="strips(upRight)">
                                      <p:cBhvr>
                                        <p:cTn id="159" dur="500"/>
                                        <p:tgtEl>
                                          <p:spTgt spid="14428"/>
                                        </p:tgtEl>
                                      </p:cBhvr>
                                    </p:animEffect>
                                  </p:childTnLst>
                                </p:cTn>
                              </p:par>
                            </p:childTnLst>
                          </p:cTn>
                        </p:par>
                        <p:par>
                          <p:cTn id="160" fill="hold" nodeType="afterGroup">
                            <p:stCondLst>
                              <p:cond delay="2500"/>
                            </p:stCondLst>
                            <p:childTnLst>
                              <p:par>
                                <p:cTn id="161" presetID="18" presetClass="entr" presetSubtype="6" fill="hold" grpId="0" nodeType="afterEffect">
                                  <p:stCondLst>
                                    <p:cond delay="0"/>
                                  </p:stCondLst>
                                  <p:childTnLst>
                                    <p:set>
                                      <p:cBhvr>
                                        <p:cTn id="162" dur="1" fill="hold">
                                          <p:stCondLst>
                                            <p:cond delay="0"/>
                                          </p:stCondLst>
                                        </p:cTn>
                                        <p:tgtEl>
                                          <p:spTgt spid="14429"/>
                                        </p:tgtEl>
                                        <p:attrNameLst>
                                          <p:attrName>style.visibility</p:attrName>
                                        </p:attrNameLst>
                                      </p:cBhvr>
                                      <p:to>
                                        <p:strVal val="visible"/>
                                      </p:to>
                                    </p:set>
                                    <p:animEffect transition="in" filter="strips(downRight)">
                                      <p:cBhvr>
                                        <p:cTn id="163" dur="500"/>
                                        <p:tgtEl>
                                          <p:spTgt spid="14429"/>
                                        </p:tgtEl>
                                      </p:cBhvr>
                                    </p:animEffect>
                                  </p:childTnLst>
                                </p:cTn>
                              </p:par>
                            </p:childTnLst>
                          </p:cTn>
                        </p:par>
                        <p:par>
                          <p:cTn id="164" fill="hold" nodeType="afterGroup">
                            <p:stCondLst>
                              <p:cond delay="3000"/>
                            </p:stCondLst>
                            <p:childTnLst>
                              <p:par>
                                <p:cTn id="165" presetID="18" presetClass="entr" presetSubtype="6" fill="hold" grpId="0" nodeType="afterEffect">
                                  <p:stCondLst>
                                    <p:cond delay="0"/>
                                  </p:stCondLst>
                                  <p:childTnLst>
                                    <p:set>
                                      <p:cBhvr>
                                        <p:cTn id="166" dur="1" fill="hold">
                                          <p:stCondLst>
                                            <p:cond delay="0"/>
                                          </p:stCondLst>
                                        </p:cTn>
                                        <p:tgtEl>
                                          <p:spTgt spid="14430"/>
                                        </p:tgtEl>
                                        <p:attrNameLst>
                                          <p:attrName>style.visibility</p:attrName>
                                        </p:attrNameLst>
                                      </p:cBhvr>
                                      <p:to>
                                        <p:strVal val="visible"/>
                                      </p:to>
                                    </p:set>
                                    <p:animEffect transition="in" filter="strips(downRight)">
                                      <p:cBhvr>
                                        <p:cTn id="167" dur="500"/>
                                        <p:tgtEl>
                                          <p:spTgt spid="14430"/>
                                        </p:tgtEl>
                                      </p:cBhvr>
                                    </p:animEffect>
                                  </p:childTnLst>
                                </p:cTn>
                              </p:par>
                            </p:childTnLst>
                          </p:cTn>
                        </p:par>
                        <p:par>
                          <p:cTn id="168" fill="hold" nodeType="afterGroup">
                            <p:stCondLst>
                              <p:cond delay="3500"/>
                            </p:stCondLst>
                            <p:childTnLst>
                              <p:par>
                                <p:cTn id="169" presetID="17" presetClass="entr" presetSubtype="8" fill="hold" grpId="0" nodeType="afterEffect">
                                  <p:stCondLst>
                                    <p:cond delay="0"/>
                                  </p:stCondLst>
                                  <p:iterate type="wd">
                                    <p:tmPct val="100000"/>
                                  </p:iterate>
                                  <p:childTnLst>
                                    <p:set>
                                      <p:cBhvr>
                                        <p:cTn id="170" dur="1" fill="hold">
                                          <p:stCondLst>
                                            <p:cond delay="0"/>
                                          </p:stCondLst>
                                        </p:cTn>
                                        <p:tgtEl>
                                          <p:spTgt spid="14415"/>
                                        </p:tgtEl>
                                        <p:attrNameLst>
                                          <p:attrName>style.visibility</p:attrName>
                                        </p:attrNameLst>
                                      </p:cBhvr>
                                      <p:to>
                                        <p:strVal val="visible"/>
                                      </p:to>
                                    </p:set>
                                    <p:anim calcmode="lin" valueType="num">
                                      <p:cBhvr>
                                        <p:cTn id="171" dur="300" fill="hold"/>
                                        <p:tgtEl>
                                          <p:spTgt spid="14415"/>
                                        </p:tgtEl>
                                        <p:attrNameLst>
                                          <p:attrName>ppt_x</p:attrName>
                                        </p:attrNameLst>
                                      </p:cBhvr>
                                      <p:tavLst>
                                        <p:tav tm="0">
                                          <p:val>
                                            <p:strVal val="#ppt_x-#ppt_w/2"/>
                                          </p:val>
                                        </p:tav>
                                        <p:tav tm="100000">
                                          <p:val>
                                            <p:strVal val="#ppt_x"/>
                                          </p:val>
                                        </p:tav>
                                      </p:tavLst>
                                    </p:anim>
                                    <p:anim calcmode="lin" valueType="num">
                                      <p:cBhvr>
                                        <p:cTn id="172" dur="300" fill="hold"/>
                                        <p:tgtEl>
                                          <p:spTgt spid="14415"/>
                                        </p:tgtEl>
                                        <p:attrNameLst>
                                          <p:attrName>ppt_y</p:attrName>
                                        </p:attrNameLst>
                                      </p:cBhvr>
                                      <p:tavLst>
                                        <p:tav tm="0">
                                          <p:val>
                                            <p:strVal val="#ppt_y"/>
                                          </p:val>
                                        </p:tav>
                                        <p:tav tm="100000">
                                          <p:val>
                                            <p:strVal val="#ppt_y"/>
                                          </p:val>
                                        </p:tav>
                                      </p:tavLst>
                                    </p:anim>
                                    <p:anim calcmode="lin" valueType="num">
                                      <p:cBhvr>
                                        <p:cTn id="173" dur="300" fill="hold"/>
                                        <p:tgtEl>
                                          <p:spTgt spid="14415"/>
                                        </p:tgtEl>
                                        <p:attrNameLst>
                                          <p:attrName>ppt_w</p:attrName>
                                        </p:attrNameLst>
                                      </p:cBhvr>
                                      <p:tavLst>
                                        <p:tav tm="0">
                                          <p:val>
                                            <p:fltVal val="0"/>
                                          </p:val>
                                        </p:tav>
                                        <p:tav tm="100000">
                                          <p:val>
                                            <p:strVal val="#ppt_w"/>
                                          </p:val>
                                        </p:tav>
                                      </p:tavLst>
                                    </p:anim>
                                    <p:anim calcmode="lin" valueType="num">
                                      <p:cBhvr>
                                        <p:cTn id="174" dur="300" fill="hold"/>
                                        <p:tgtEl>
                                          <p:spTgt spid="14415"/>
                                        </p:tgtEl>
                                        <p:attrNameLst>
                                          <p:attrName>ppt_h</p:attrName>
                                        </p:attrNameLst>
                                      </p:cBhvr>
                                      <p:tavLst>
                                        <p:tav tm="0">
                                          <p:val>
                                            <p:strVal val="#ppt_h"/>
                                          </p:val>
                                        </p:tav>
                                        <p:tav tm="100000">
                                          <p:val>
                                            <p:strVal val="#ppt_h"/>
                                          </p:val>
                                        </p:tav>
                                      </p:tavLst>
                                    </p:anim>
                                  </p:childTnLst>
                                </p:cTn>
                              </p:par>
                            </p:childTnLst>
                          </p:cTn>
                        </p:par>
                      </p:childTnLst>
                    </p:cTn>
                  </p:par>
                  <p:par>
                    <p:cTn id="175" fill="hold" nodeType="clickPar">
                      <p:stCondLst>
                        <p:cond delay="indefinite"/>
                      </p:stCondLst>
                      <p:childTnLst>
                        <p:par>
                          <p:cTn id="176" fill="hold" nodeType="withGroup">
                            <p:stCondLst>
                              <p:cond delay="0"/>
                            </p:stCondLst>
                            <p:childTnLst>
                              <p:par>
                                <p:cTn id="177" presetID="17" presetClass="entr" presetSubtype="8" fill="hold" grpId="0" nodeType="clickEffect">
                                  <p:stCondLst>
                                    <p:cond delay="0"/>
                                  </p:stCondLst>
                                  <p:iterate type="wd">
                                    <p:tmPct val="100000"/>
                                  </p:iterate>
                                  <p:childTnLst>
                                    <p:set>
                                      <p:cBhvr>
                                        <p:cTn id="178" dur="1" fill="hold">
                                          <p:stCondLst>
                                            <p:cond delay="0"/>
                                          </p:stCondLst>
                                        </p:cTn>
                                        <p:tgtEl>
                                          <p:spTgt spid="14474"/>
                                        </p:tgtEl>
                                        <p:attrNameLst>
                                          <p:attrName>style.visibility</p:attrName>
                                        </p:attrNameLst>
                                      </p:cBhvr>
                                      <p:to>
                                        <p:strVal val="visible"/>
                                      </p:to>
                                    </p:set>
                                    <p:anim calcmode="lin" valueType="num">
                                      <p:cBhvr>
                                        <p:cTn id="179" dur="300" fill="hold"/>
                                        <p:tgtEl>
                                          <p:spTgt spid="14474"/>
                                        </p:tgtEl>
                                        <p:attrNameLst>
                                          <p:attrName>ppt_x</p:attrName>
                                        </p:attrNameLst>
                                      </p:cBhvr>
                                      <p:tavLst>
                                        <p:tav tm="0">
                                          <p:val>
                                            <p:strVal val="#ppt_x-#ppt_w/2"/>
                                          </p:val>
                                        </p:tav>
                                        <p:tav tm="100000">
                                          <p:val>
                                            <p:strVal val="#ppt_x"/>
                                          </p:val>
                                        </p:tav>
                                      </p:tavLst>
                                    </p:anim>
                                    <p:anim calcmode="lin" valueType="num">
                                      <p:cBhvr>
                                        <p:cTn id="180" dur="300" fill="hold"/>
                                        <p:tgtEl>
                                          <p:spTgt spid="14474"/>
                                        </p:tgtEl>
                                        <p:attrNameLst>
                                          <p:attrName>ppt_y</p:attrName>
                                        </p:attrNameLst>
                                      </p:cBhvr>
                                      <p:tavLst>
                                        <p:tav tm="0">
                                          <p:val>
                                            <p:strVal val="#ppt_y"/>
                                          </p:val>
                                        </p:tav>
                                        <p:tav tm="100000">
                                          <p:val>
                                            <p:strVal val="#ppt_y"/>
                                          </p:val>
                                        </p:tav>
                                      </p:tavLst>
                                    </p:anim>
                                    <p:anim calcmode="lin" valueType="num">
                                      <p:cBhvr>
                                        <p:cTn id="181" dur="300" fill="hold"/>
                                        <p:tgtEl>
                                          <p:spTgt spid="14474"/>
                                        </p:tgtEl>
                                        <p:attrNameLst>
                                          <p:attrName>ppt_w</p:attrName>
                                        </p:attrNameLst>
                                      </p:cBhvr>
                                      <p:tavLst>
                                        <p:tav tm="0">
                                          <p:val>
                                            <p:fltVal val="0"/>
                                          </p:val>
                                        </p:tav>
                                        <p:tav tm="100000">
                                          <p:val>
                                            <p:strVal val="#ppt_w"/>
                                          </p:val>
                                        </p:tav>
                                      </p:tavLst>
                                    </p:anim>
                                    <p:anim calcmode="lin" valueType="num">
                                      <p:cBhvr>
                                        <p:cTn id="182" dur="300" fill="hold"/>
                                        <p:tgtEl>
                                          <p:spTgt spid="14474"/>
                                        </p:tgtEl>
                                        <p:attrNameLst>
                                          <p:attrName>ppt_h</p:attrName>
                                        </p:attrNameLst>
                                      </p:cBhvr>
                                      <p:tavLst>
                                        <p:tav tm="0">
                                          <p:val>
                                            <p:strVal val="#ppt_h"/>
                                          </p:val>
                                        </p:tav>
                                        <p:tav tm="100000">
                                          <p:val>
                                            <p:strVal val="#ppt_h"/>
                                          </p:val>
                                        </p:tav>
                                      </p:tavLst>
                                    </p:anim>
                                  </p:childTnLst>
                                </p:cTn>
                              </p:par>
                            </p:childTnLst>
                          </p:cTn>
                        </p:par>
                      </p:childTnLst>
                    </p:cTn>
                  </p:par>
                  <p:par>
                    <p:cTn id="183" fill="hold" nodeType="clickPar">
                      <p:stCondLst>
                        <p:cond delay="indefinite"/>
                      </p:stCondLst>
                      <p:childTnLst>
                        <p:par>
                          <p:cTn id="184" fill="hold" nodeType="withGroup">
                            <p:stCondLst>
                              <p:cond delay="0"/>
                            </p:stCondLst>
                            <p:childTnLst>
                              <p:par>
                                <p:cTn id="185" presetID="17" presetClass="entr" presetSubtype="8" fill="hold" nodeType="clickEffect">
                                  <p:stCondLst>
                                    <p:cond delay="0"/>
                                  </p:stCondLst>
                                  <p:childTnLst>
                                    <p:set>
                                      <p:cBhvr>
                                        <p:cTn id="186" dur="1" fill="hold">
                                          <p:stCondLst>
                                            <p:cond delay="0"/>
                                          </p:stCondLst>
                                        </p:cTn>
                                        <p:tgtEl>
                                          <p:spTgt spid="24"/>
                                        </p:tgtEl>
                                        <p:attrNameLst>
                                          <p:attrName>style.visibility</p:attrName>
                                        </p:attrNameLst>
                                      </p:cBhvr>
                                      <p:to>
                                        <p:strVal val="visible"/>
                                      </p:to>
                                    </p:set>
                                    <p:anim calcmode="lin" valueType="num">
                                      <p:cBhvr>
                                        <p:cTn id="187" dur="500" fill="hold"/>
                                        <p:tgtEl>
                                          <p:spTgt spid="24"/>
                                        </p:tgtEl>
                                        <p:attrNameLst>
                                          <p:attrName>ppt_x</p:attrName>
                                        </p:attrNameLst>
                                      </p:cBhvr>
                                      <p:tavLst>
                                        <p:tav tm="0">
                                          <p:val>
                                            <p:strVal val="#ppt_x-#ppt_w/2"/>
                                          </p:val>
                                        </p:tav>
                                        <p:tav tm="100000">
                                          <p:val>
                                            <p:strVal val="#ppt_x"/>
                                          </p:val>
                                        </p:tav>
                                      </p:tavLst>
                                    </p:anim>
                                    <p:anim calcmode="lin" valueType="num">
                                      <p:cBhvr>
                                        <p:cTn id="188" dur="500" fill="hold"/>
                                        <p:tgtEl>
                                          <p:spTgt spid="24"/>
                                        </p:tgtEl>
                                        <p:attrNameLst>
                                          <p:attrName>ppt_y</p:attrName>
                                        </p:attrNameLst>
                                      </p:cBhvr>
                                      <p:tavLst>
                                        <p:tav tm="0">
                                          <p:val>
                                            <p:strVal val="#ppt_y"/>
                                          </p:val>
                                        </p:tav>
                                        <p:tav tm="100000">
                                          <p:val>
                                            <p:strVal val="#ppt_y"/>
                                          </p:val>
                                        </p:tav>
                                      </p:tavLst>
                                    </p:anim>
                                    <p:anim calcmode="lin" valueType="num">
                                      <p:cBhvr>
                                        <p:cTn id="189" dur="500" fill="hold"/>
                                        <p:tgtEl>
                                          <p:spTgt spid="24"/>
                                        </p:tgtEl>
                                        <p:attrNameLst>
                                          <p:attrName>ppt_w</p:attrName>
                                        </p:attrNameLst>
                                      </p:cBhvr>
                                      <p:tavLst>
                                        <p:tav tm="0">
                                          <p:val>
                                            <p:fltVal val="0"/>
                                          </p:val>
                                        </p:tav>
                                        <p:tav tm="100000">
                                          <p:val>
                                            <p:strVal val="#ppt_w"/>
                                          </p:val>
                                        </p:tav>
                                      </p:tavLst>
                                    </p:anim>
                                    <p:anim calcmode="lin" valueType="num">
                                      <p:cBhvr>
                                        <p:cTn id="190" dur="500" fill="hold"/>
                                        <p:tgtEl>
                                          <p:spTgt spid="24"/>
                                        </p:tgtEl>
                                        <p:attrNameLst>
                                          <p:attrName>ppt_h</p:attrName>
                                        </p:attrNameLst>
                                      </p:cBhvr>
                                      <p:tavLst>
                                        <p:tav tm="0">
                                          <p:val>
                                            <p:strVal val="#ppt_h"/>
                                          </p:val>
                                        </p:tav>
                                        <p:tav tm="100000">
                                          <p:val>
                                            <p:strVal val="#ppt_h"/>
                                          </p:val>
                                        </p:tav>
                                      </p:tavLst>
                                    </p:anim>
                                  </p:childTnLst>
                                </p:cTn>
                              </p:par>
                            </p:childTnLst>
                          </p:cTn>
                        </p:par>
                        <p:par>
                          <p:cTn id="191" fill="hold" nodeType="afterGroup">
                            <p:stCondLst>
                              <p:cond delay="500"/>
                            </p:stCondLst>
                            <p:childTnLst>
                              <p:par>
                                <p:cTn id="192" presetID="17" presetClass="entr" presetSubtype="8" fill="hold" grpId="0" nodeType="afterEffect">
                                  <p:stCondLst>
                                    <p:cond delay="0"/>
                                  </p:stCondLst>
                                  <p:childTnLst>
                                    <p:set>
                                      <p:cBhvr>
                                        <p:cTn id="193" dur="1" fill="hold">
                                          <p:stCondLst>
                                            <p:cond delay="0"/>
                                          </p:stCondLst>
                                        </p:cTn>
                                        <p:tgtEl>
                                          <p:spTgt spid="14475"/>
                                        </p:tgtEl>
                                        <p:attrNameLst>
                                          <p:attrName>style.visibility</p:attrName>
                                        </p:attrNameLst>
                                      </p:cBhvr>
                                      <p:to>
                                        <p:strVal val="visible"/>
                                      </p:to>
                                    </p:set>
                                    <p:anim calcmode="lin" valueType="num">
                                      <p:cBhvr>
                                        <p:cTn id="194" dur="500" fill="hold"/>
                                        <p:tgtEl>
                                          <p:spTgt spid="14475"/>
                                        </p:tgtEl>
                                        <p:attrNameLst>
                                          <p:attrName>ppt_x</p:attrName>
                                        </p:attrNameLst>
                                      </p:cBhvr>
                                      <p:tavLst>
                                        <p:tav tm="0">
                                          <p:val>
                                            <p:strVal val="#ppt_x-#ppt_w/2"/>
                                          </p:val>
                                        </p:tav>
                                        <p:tav tm="100000">
                                          <p:val>
                                            <p:strVal val="#ppt_x"/>
                                          </p:val>
                                        </p:tav>
                                      </p:tavLst>
                                    </p:anim>
                                    <p:anim calcmode="lin" valueType="num">
                                      <p:cBhvr>
                                        <p:cTn id="195" dur="500" fill="hold"/>
                                        <p:tgtEl>
                                          <p:spTgt spid="14475"/>
                                        </p:tgtEl>
                                        <p:attrNameLst>
                                          <p:attrName>ppt_y</p:attrName>
                                        </p:attrNameLst>
                                      </p:cBhvr>
                                      <p:tavLst>
                                        <p:tav tm="0">
                                          <p:val>
                                            <p:strVal val="#ppt_y"/>
                                          </p:val>
                                        </p:tav>
                                        <p:tav tm="100000">
                                          <p:val>
                                            <p:strVal val="#ppt_y"/>
                                          </p:val>
                                        </p:tav>
                                      </p:tavLst>
                                    </p:anim>
                                    <p:anim calcmode="lin" valueType="num">
                                      <p:cBhvr>
                                        <p:cTn id="196" dur="500" fill="hold"/>
                                        <p:tgtEl>
                                          <p:spTgt spid="14475"/>
                                        </p:tgtEl>
                                        <p:attrNameLst>
                                          <p:attrName>ppt_w</p:attrName>
                                        </p:attrNameLst>
                                      </p:cBhvr>
                                      <p:tavLst>
                                        <p:tav tm="0">
                                          <p:val>
                                            <p:fltVal val="0"/>
                                          </p:val>
                                        </p:tav>
                                        <p:tav tm="100000">
                                          <p:val>
                                            <p:strVal val="#ppt_w"/>
                                          </p:val>
                                        </p:tav>
                                      </p:tavLst>
                                    </p:anim>
                                    <p:anim calcmode="lin" valueType="num">
                                      <p:cBhvr>
                                        <p:cTn id="197" dur="500" fill="hold"/>
                                        <p:tgtEl>
                                          <p:spTgt spid="14475"/>
                                        </p:tgtEl>
                                        <p:attrNameLst>
                                          <p:attrName>ppt_h</p:attrName>
                                        </p:attrNameLst>
                                      </p:cBhvr>
                                      <p:tavLst>
                                        <p:tav tm="0">
                                          <p:val>
                                            <p:strVal val="#ppt_h"/>
                                          </p:val>
                                        </p:tav>
                                        <p:tav tm="100000">
                                          <p:val>
                                            <p:strVal val="#ppt_h"/>
                                          </p:val>
                                        </p:tav>
                                      </p:tavLst>
                                    </p:anim>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3" presetClass="entr" presetSubtype="16" fill="hold" grpId="0" nodeType="clickEffect">
                                  <p:stCondLst>
                                    <p:cond delay="0"/>
                                  </p:stCondLst>
                                  <p:childTnLst>
                                    <p:set>
                                      <p:cBhvr>
                                        <p:cTn id="201" dur="1" fill="hold">
                                          <p:stCondLst>
                                            <p:cond delay="0"/>
                                          </p:stCondLst>
                                        </p:cTn>
                                        <p:tgtEl>
                                          <p:spTgt spid="14451"/>
                                        </p:tgtEl>
                                        <p:attrNameLst>
                                          <p:attrName>style.visibility</p:attrName>
                                        </p:attrNameLst>
                                      </p:cBhvr>
                                      <p:to>
                                        <p:strVal val="visible"/>
                                      </p:to>
                                    </p:set>
                                    <p:anim calcmode="lin" valueType="num">
                                      <p:cBhvr>
                                        <p:cTn id="202" dur="500" fill="hold"/>
                                        <p:tgtEl>
                                          <p:spTgt spid="14451"/>
                                        </p:tgtEl>
                                        <p:attrNameLst>
                                          <p:attrName>ppt_w</p:attrName>
                                        </p:attrNameLst>
                                      </p:cBhvr>
                                      <p:tavLst>
                                        <p:tav tm="0">
                                          <p:val>
                                            <p:fltVal val="0"/>
                                          </p:val>
                                        </p:tav>
                                        <p:tav tm="100000">
                                          <p:val>
                                            <p:strVal val="#ppt_w"/>
                                          </p:val>
                                        </p:tav>
                                      </p:tavLst>
                                    </p:anim>
                                    <p:anim calcmode="lin" valueType="num">
                                      <p:cBhvr>
                                        <p:cTn id="203" dur="500" fill="hold"/>
                                        <p:tgtEl>
                                          <p:spTgt spid="14451"/>
                                        </p:tgtEl>
                                        <p:attrNameLst>
                                          <p:attrName>ppt_h</p:attrName>
                                        </p:attrNameLst>
                                      </p:cBhvr>
                                      <p:tavLst>
                                        <p:tav tm="0">
                                          <p:val>
                                            <p:fltVal val="0"/>
                                          </p:val>
                                        </p:tav>
                                        <p:tav tm="100000">
                                          <p:val>
                                            <p:strVal val="#ppt_h"/>
                                          </p:val>
                                        </p:tav>
                                      </p:tavLst>
                                    </p:anim>
                                  </p:childTnLst>
                                </p:cTn>
                              </p:par>
                            </p:childTnLst>
                          </p:cTn>
                        </p:par>
                      </p:childTnLst>
                    </p:cTn>
                  </p:par>
                  <p:par>
                    <p:cTn id="204" fill="hold" nodeType="clickPar">
                      <p:stCondLst>
                        <p:cond delay="indefinite"/>
                      </p:stCondLst>
                      <p:childTnLst>
                        <p:par>
                          <p:cTn id="205" fill="hold" nodeType="withGroup">
                            <p:stCondLst>
                              <p:cond delay="0"/>
                            </p:stCondLst>
                            <p:childTnLst>
                              <p:par>
                                <p:cTn id="206" presetID="18" presetClass="entr" presetSubtype="3" fill="hold" grpId="0" nodeType="clickEffect">
                                  <p:stCondLst>
                                    <p:cond delay="0"/>
                                  </p:stCondLst>
                                  <p:childTnLst>
                                    <p:set>
                                      <p:cBhvr>
                                        <p:cTn id="207" dur="1" fill="hold">
                                          <p:stCondLst>
                                            <p:cond delay="0"/>
                                          </p:stCondLst>
                                        </p:cTn>
                                        <p:tgtEl>
                                          <p:spTgt spid="14452"/>
                                        </p:tgtEl>
                                        <p:attrNameLst>
                                          <p:attrName>style.visibility</p:attrName>
                                        </p:attrNameLst>
                                      </p:cBhvr>
                                      <p:to>
                                        <p:strVal val="visible"/>
                                      </p:to>
                                    </p:set>
                                    <p:animEffect transition="in" filter="strips(upRight)">
                                      <p:cBhvr>
                                        <p:cTn id="208" dur="500"/>
                                        <p:tgtEl>
                                          <p:spTgt spid="14452"/>
                                        </p:tgtEl>
                                      </p:cBhvr>
                                    </p:animEffect>
                                  </p:childTnLst>
                                </p:cTn>
                              </p:par>
                            </p:childTnLst>
                          </p:cTn>
                        </p:par>
                      </p:childTnLst>
                    </p:cTn>
                  </p:par>
                  <p:par>
                    <p:cTn id="209" fill="hold" nodeType="clickPar">
                      <p:stCondLst>
                        <p:cond delay="indefinite"/>
                      </p:stCondLst>
                      <p:childTnLst>
                        <p:par>
                          <p:cTn id="210" fill="hold" nodeType="withGroup">
                            <p:stCondLst>
                              <p:cond delay="0"/>
                            </p:stCondLst>
                            <p:childTnLst>
                              <p:par>
                                <p:cTn id="211" presetID="17" presetClass="entr" presetSubtype="1" fill="hold" grpId="0" nodeType="clickEffect">
                                  <p:stCondLst>
                                    <p:cond delay="0"/>
                                  </p:stCondLst>
                                  <p:childTnLst>
                                    <p:set>
                                      <p:cBhvr>
                                        <p:cTn id="212" dur="1" fill="hold">
                                          <p:stCondLst>
                                            <p:cond delay="0"/>
                                          </p:stCondLst>
                                        </p:cTn>
                                        <p:tgtEl>
                                          <p:spTgt spid="14454"/>
                                        </p:tgtEl>
                                        <p:attrNameLst>
                                          <p:attrName>style.visibility</p:attrName>
                                        </p:attrNameLst>
                                      </p:cBhvr>
                                      <p:to>
                                        <p:strVal val="visible"/>
                                      </p:to>
                                    </p:set>
                                    <p:anim calcmode="lin" valueType="num">
                                      <p:cBhvr>
                                        <p:cTn id="213" dur="500" fill="hold"/>
                                        <p:tgtEl>
                                          <p:spTgt spid="14454"/>
                                        </p:tgtEl>
                                        <p:attrNameLst>
                                          <p:attrName>ppt_x</p:attrName>
                                        </p:attrNameLst>
                                      </p:cBhvr>
                                      <p:tavLst>
                                        <p:tav tm="0">
                                          <p:val>
                                            <p:strVal val="#ppt_x"/>
                                          </p:val>
                                        </p:tav>
                                        <p:tav tm="100000">
                                          <p:val>
                                            <p:strVal val="#ppt_x"/>
                                          </p:val>
                                        </p:tav>
                                      </p:tavLst>
                                    </p:anim>
                                    <p:anim calcmode="lin" valueType="num">
                                      <p:cBhvr>
                                        <p:cTn id="214" dur="500" fill="hold"/>
                                        <p:tgtEl>
                                          <p:spTgt spid="14454"/>
                                        </p:tgtEl>
                                        <p:attrNameLst>
                                          <p:attrName>ppt_y</p:attrName>
                                        </p:attrNameLst>
                                      </p:cBhvr>
                                      <p:tavLst>
                                        <p:tav tm="0">
                                          <p:val>
                                            <p:strVal val="#ppt_y-#ppt_h/2"/>
                                          </p:val>
                                        </p:tav>
                                        <p:tav tm="100000">
                                          <p:val>
                                            <p:strVal val="#ppt_y"/>
                                          </p:val>
                                        </p:tav>
                                      </p:tavLst>
                                    </p:anim>
                                    <p:anim calcmode="lin" valueType="num">
                                      <p:cBhvr>
                                        <p:cTn id="215" dur="500" fill="hold"/>
                                        <p:tgtEl>
                                          <p:spTgt spid="14454"/>
                                        </p:tgtEl>
                                        <p:attrNameLst>
                                          <p:attrName>ppt_w</p:attrName>
                                        </p:attrNameLst>
                                      </p:cBhvr>
                                      <p:tavLst>
                                        <p:tav tm="0">
                                          <p:val>
                                            <p:strVal val="#ppt_w"/>
                                          </p:val>
                                        </p:tav>
                                        <p:tav tm="100000">
                                          <p:val>
                                            <p:strVal val="#ppt_w"/>
                                          </p:val>
                                        </p:tav>
                                      </p:tavLst>
                                    </p:anim>
                                    <p:anim calcmode="lin" valueType="num">
                                      <p:cBhvr>
                                        <p:cTn id="216" dur="500" fill="hold"/>
                                        <p:tgtEl>
                                          <p:spTgt spid="14454"/>
                                        </p:tgtEl>
                                        <p:attrNameLst>
                                          <p:attrName>ppt_h</p:attrName>
                                        </p:attrNameLst>
                                      </p:cBhvr>
                                      <p:tavLst>
                                        <p:tav tm="0">
                                          <p:val>
                                            <p:fltVal val="0"/>
                                          </p:val>
                                        </p:tav>
                                        <p:tav tm="100000">
                                          <p:val>
                                            <p:strVal val="#ppt_h"/>
                                          </p:val>
                                        </p:tav>
                                      </p:tavLst>
                                    </p:anim>
                                  </p:childTnLst>
                                </p:cTn>
                              </p:par>
                            </p:childTnLst>
                          </p:cTn>
                        </p:par>
                      </p:childTnLst>
                    </p:cTn>
                  </p:par>
                  <p:par>
                    <p:cTn id="217" fill="hold" nodeType="clickPar">
                      <p:stCondLst>
                        <p:cond delay="indefinite"/>
                      </p:stCondLst>
                      <p:childTnLst>
                        <p:par>
                          <p:cTn id="218" fill="hold" nodeType="withGroup">
                            <p:stCondLst>
                              <p:cond delay="0"/>
                            </p:stCondLst>
                            <p:childTnLst>
                              <p:par>
                                <p:cTn id="219" presetID="18" presetClass="entr" presetSubtype="9" fill="hold" grpId="0" nodeType="clickEffect">
                                  <p:stCondLst>
                                    <p:cond delay="0"/>
                                  </p:stCondLst>
                                  <p:childTnLst>
                                    <p:set>
                                      <p:cBhvr>
                                        <p:cTn id="220" dur="1" fill="hold">
                                          <p:stCondLst>
                                            <p:cond delay="0"/>
                                          </p:stCondLst>
                                        </p:cTn>
                                        <p:tgtEl>
                                          <p:spTgt spid="14453"/>
                                        </p:tgtEl>
                                        <p:attrNameLst>
                                          <p:attrName>style.visibility</p:attrName>
                                        </p:attrNameLst>
                                      </p:cBhvr>
                                      <p:to>
                                        <p:strVal val="visible"/>
                                      </p:to>
                                    </p:set>
                                    <p:animEffect transition="in" filter="strips(upLeft)">
                                      <p:cBhvr>
                                        <p:cTn id="221" dur="500"/>
                                        <p:tgtEl>
                                          <p:spTgt spid="14453"/>
                                        </p:tgtEl>
                                      </p:cBhvr>
                                    </p:animEffect>
                                  </p:childTnLst>
                                </p:cTn>
                              </p:par>
                            </p:childTnLst>
                          </p:cTn>
                        </p:par>
                      </p:childTnLst>
                    </p:cTn>
                  </p:par>
                  <p:par>
                    <p:cTn id="222" fill="hold" nodeType="clickPar">
                      <p:stCondLst>
                        <p:cond delay="indefinite"/>
                      </p:stCondLst>
                      <p:childTnLst>
                        <p:par>
                          <p:cTn id="223" fill="hold" nodeType="withGroup">
                            <p:stCondLst>
                              <p:cond delay="0"/>
                            </p:stCondLst>
                            <p:childTnLst>
                              <p:par>
                                <p:cTn id="224" presetID="17" presetClass="entr" presetSubtype="8" fill="hold" grpId="0" nodeType="clickEffect">
                                  <p:stCondLst>
                                    <p:cond delay="0"/>
                                  </p:stCondLst>
                                  <p:childTnLst>
                                    <p:set>
                                      <p:cBhvr>
                                        <p:cTn id="225" dur="1" fill="hold">
                                          <p:stCondLst>
                                            <p:cond delay="0"/>
                                          </p:stCondLst>
                                        </p:cTn>
                                        <p:tgtEl>
                                          <p:spTgt spid="14476"/>
                                        </p:tgtEl>
                                        <p:attrNameLst>
                                          <p:attrName>style.visibility</p:attrName>
                                        </p:attrNameLst>
                                      </p:cBhvr>
                                      <p:to>
                                        <p:strVal val="visible"/>
                                      </p:to>
                                    </p:set>
                                    <p:anim calcmode="lin" valueType="num">
                                      <p:cBhvr>
                                        <p:cTn id="226" dur="500" fill="hold"/>
                                        <p:tgtEl>
                                          <p:spTgt spid="14476"/>
                                        </p:tgtEl>
                                        <p:attrNameLst>
                                          <p:attrName>ppt_x</p:attrName>
                                        </p:attrNameLst>
                                      </p:cBhvr>
                                      <p:tavLst>
                                        <p:tav tm="0">
                                          <p:val>
                                            <p:strVal val="#ppt_x-#ppt_w/2"/>
                                          </p:val>
                                        </p:tav>
                                        <p:tav tm="100000">
                                          <p:val>
                                            <p:strVal val="#ppt_x"/>
                                          </p:val>
                                        </p:tav>
                                      </p:tavLst>
                                    </p:anim>
                                    <p:anim calcmode="lin" valueType="num">
                                      <p:cBhvr>
                                        <p:cTn id="227" dur="500" fill="hold"/>
                                        <p:tgtEl>
                                          <p:spTgt spid="14476"/>
                                        </p:tgtEl>
                                        <p:attrNameLst>
                                          <p:attrName>ppt_y</p:attrName>
                                        </p:attrNameLst>
                                      </p:cBhvr>
                                      <p:tavLst>
                                        <p:tav tm="0">
                                          <p:val>
                                            <p:strVal val="#ppt_y"/>
                                          </p:val>
                                        </p:tav>
                                        <p:tav tm="100000">
                                          <p:val>
                                            <p:strVal val="#ppt_y"/>
                                          </p:val>
                                        </p:tav>
                                      </p:tavLst>
                                    </p:anim>
                                    <p:anim calcmode="lin" valueType="num">
                                      <p:cBhvr>
                                        <p:cTn id="228" dur="500" fill="hold"/>
                                        <p:tgtEl>
                                          <p:spTgt spid="14476"/>
                                        </p:tgtEl>
                                        <p:attrNameLst>
                                          <p:attrName>ppt_w</p:attrName>
                                        </p:attrNameLst>
                                      </p:cBhvr>
                                      <p:tavLst>
                                        <p:tav tm="0">
                                          <p:val>
                                            <p:fltVal val="0"/>
                                          </p:val>
                                        </p:tav>
                                        <p:tav tm="100000">
                                          <p:val>
                                            <p:strVal val="#ppt_w"/>
                                          </p:val>
                                        </p:tav>
                                      </p:tavLst>
                                    </p:anim>
                                    <p:anim calcmode="lin" valueType="num">
                                      <p:cBhvr>
                                        <p:cTn id="229" dur="500" fill="hold"/>
                                        <p:tgtEl>
                                          <p:spTgt spid="14476"/>
                                        </p:tgtEl>
                                        <p:attrNameLst>
                                          <p:attrName>ppt_h</p:attrName>
                                        </p:attrNameLst>
                                      </p:cBhvr>
                                      <p:tavLst>
                                        <p:tav tm="0">
                                          <p:val>
                                            <p:strVal val="#ppt_h"/>
                                          </p:val>
                                        </p:tav>
                                        <p:tav tm="100000">
                                          <p:val>
                                            <p:strVal val="#ppt_h"/>
                                          </p:val>
                                        </p:tav>
                                      </p:tavLst>
                                    </p:anim>
                                  </p:childTnLst>
                                </p:cTn>
                              </p:par>
                            </p:childTnLst>
                          </p:cTn>
                        </p:par>
                      </p:childTnLst>
                    </p:cTn>
                  </p:par>
                  <p:par>
                    <p:cTn id="230" fill="hold" nodeType="clickPar">
                      <p:stCondLst>
                        <p:cond delay="indefinite"/>
                      </p:stCondLst>
                      <p:childTnLst>
                        <p:par>
                          <p:cTn id="231" fill="hold" nodeType="withGroup">
                            <p:stCondLst>
                              <p:cond delay="0"/>
                            </p:stCondLst>
                            <p:childTnLst>
                              <p:par>
                                <p:cTn id="232" presetID="23" presetClass="entr" presetSubtype="16" fill="hold" nodeType="clickEffect">
                                  <p:stCondLst>
                                    <p:cond delay="0"/>
                                  </p:stCondLst>
                                  <p:childTnLst>
                                    <p:set>
                                      <p:cBhvr>
                                        <p:cTn id="233" dur="1" fill="hold">
                                          <p:stCondLst>
                                            <p:cond delay="0"/>
                                          </p:stCondLst>
                                        </p:cTn>
                                        <p:tgtEl>
                                          <p:spTgt spid="22"/>
                                        </p:tgtEl>
                                        <p:attrNameLst>
                                          <p:attrName>style.visibility</p:attrName>
                                        </p:attrNameLst>
                                      </p:cBhvr>
                                      <p:to>
                                        <p:strVal val="visible"/>
                                      </p:to>
                                    </p:set>
                                    <p:anim calcmode="lin" valueType="num">
                                      <p:cBhvr>
                                        <p:cTn id="234" dur="500" fill="hold"/>
                                        <p:tgtEl>
                                          <p:spTgt spid="22"/>
                                        </p:tgtEl>
                                        <p:attrNameLst>
                                          <p:attrName>ppt_w</p:attrName>
                                        </p:attrNameLst>
                                      </p:cBhvr>
                                      <p:tavLst>
                                        <p:tav tm="0">
                                          <p:val>
                                            <p:fltVal val="0"/>
                                          </p:val>
                                        </p:tav>
                                        <p:tav tm="100000">
                                          <p:val>
                                            <p:strVal val="#ppt_w"/>
                                          </p:val>
                                        </p:tav>
                                      </p:tavLst>
                                    </p:anim>
                                    <p:anim calcmode="lin" valueType="num">
                                      <p:cBhvr>
                                        <p:cTn id="235" dur="5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236" fill="hold" nodeType="clickPar">
                      <p:stCondLst>
                        <p:cond delay="indefinite"/>
                      </p:stCondLst>
                      <p:childTnLst>
                        <p:par>
                          <p:cTn id="237" fill="hold" nodeType="withGroup">
                            <p:stCondLst>
                              <p:cond delay="0"/>
                            </p:stCondLst>
                            <p:childTnLst>
                              <p:par>
                                <p:cTn id="238" presetID="17" presetClass="entr" presetSubtype="8" fill="hold" nodeType="clickEffect">
                                  <p:stCondLst>
                                    <p:cond delay="0"/>
                                  </p:stCondLst>
                                  <p:childTnLst>
                                    <p:set>
                                      <p:cBhvr>
                                        <p:cTn id="239" dur="1" fill="hold">
                                          <p:stCondLst>
                                            <p:cond delay="0"/>
                                          </p:stCondLst>
                                        </p:cTn>
                                        <p:tgtEl>
                                          <p:spTgt spid="23"/>
                                        </p:tgtEl>
                                        <p:attrNameLst>
                                          <p:attrName>style.visibility</p:attrName>
                                        </p:attrNameLst>
                                      </p:cBhvr>
                                      <p:to>
                                        <p:strVal val="visible"/>
                                      </p:to>
                                    </p:set>
                                    <p:anim calcmode="lin" valueType="num">
                                      <p:cBhvr>
                                        <p:cTn id="240" dur="500" fill="hold"/>
                                        <p:tgtEl>
                                          <p:spTgt spid="23"/>
                                        </p:tgtEl>
                                        <p:attrNameLst>
                                          <p:attrName>ppt_x</p:attrName>
                                        </p:attrNameLst>
                                      </p:cBhvr>
                                      <p:tavLst>
                                        <p:tav tm="0">
                                          <p:val>
                                            <p:strVal val="#ppt_x-#ppt_w/2"/>
                                          </p:val>
                                        </p:tav>
                                        <p:tav tm="100000">
                                          <p:val>
                                            <p:strVal val="#ppt_x"/>
                                          </p:val>
                                        </p:tav>
                                      </p:tavLst>
                                    </p:anim>
                                    <p:anim calcmode="lin" valueType="num">
                                      <p:cBhvr>
                                        <p:cTn id="241" dur="500" fill="hold"/>
                                        <p:tgtEl>
                                          <p:spTgt spid="23"/>
                                        </p:tgtEl>
                                        <p:attrNameLst>
                                          <p:attrName>ppt_y</p:attrName>
                                        </p:attrNameLst>
                                      </p:cBhvr>
                                      <p:tavLst>
                                        <p:tav tm="0">
                                          <p:val>
                                            <p:strVal val="#ppt_y"/>
                                          </p:val>
                                        </p:tav>
                                        <p:tav tm="100000">
                                          <p:val>
                                            <p:strVal val="#ppt_y"/>
                                          </p:val>
                                        </p:tav>
                                      </p:tavLst>
                                    </p:anim>
                                    <p:anim calcmode="lin" valueType="num">
                                      <p:cBhvr>
                                        <p:cTn id="242" dur="500" fill="hold"/>
                                        <p:tgtEl>
                                          <p:spTgt spid="23"/>
                                        </p:tgtEl>
                                        <p:attrNameLst>
                                          <p:attrName>ppt_w</p:attrName>
                                        </p:attrNameLst>
                                      </p:cBhvr>
                                      <p:tavLst>
                                        <p:tav tm="0">
                                          <p:val>
                                            <p:fltVal val="0"/>
                                          </p:val>
                                        </p:tav>
                                        <p:tav tm="100000">
                                          <p:val>
                                            <p:strVal val="#ppt_w"/>
                                          </p:val>
                                        </p:tav>
                                      </p:tavLst>
                                    </p:anim>
                                    <p:anim calcmode="lin" valueType="num">
                                      <p:cBhvr>
                                        <p:cTn id="243"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244" fill="hold" nodeType="clickPar">
                      <p:stCondLst>
                        <p:cond delay="indefinite"/>
                      </p:stCondLst>
                      <p:childTnLst>
                        <p:par>
                          <p:cTn id="245" fill="hold" nodeType="withGroup">
                            <p:stCondLst>
                              <p:cond delay="0"/>
                            </p:stCondLst>
                            <p:childTnLst>
                              <p:par>
                                <p:cTn id="246" presetID="17" presetClass="entr" presetSubtype="4" fill="hold" grpId="0" nodeType="clickEffect">
                                  <p:stCondLst>
                                    <p:cond delay="0"/>
                                  </p:stCondLst>
                                  <p:childTnLst>
                                    <p:set>
                                      <p:cBhvr>
                                        <p:cTn id="247" dur="1" fill="hold">
                                          <p:stCondLst>
                                            <p:cond delay="0"/>
                                          </p:stCondLst>
                                        </p:cTn>
                                        <p:tgtEl>
                                          <p:spTgt spid="14464"/>
                                        </p:tgtEl>
                                        <p:attrNameLst>
                                          <p:attrName>style.visibility</p:attrName>
                                        </p:attrNameLst>
                                      </p:cBhvr>
                                      <p:to>
                                        <p:strVal val="visible"/>
                                      </p:to>
                                    </p:set>
                                    <p:anim calcmode="lin" valueType="num">
                                      <p:cBhvr>
                                        <p:cTn id="248" dur="500" fill="hold"/>
                                        <p:tgtEl>
                                          <p:spTgt spid="14464"/>
                                        </p:tgtEl>
                                        <p:attrNameLst>
                                          <p:attrName>ppt_x</p:attrName>
                                        </p:attrNameLst>
                                      </p:cBhvr>
                                      <p:tavLst>
                                        <p:tav tm="0">
                                          <p:val>
                                            <p:strVal val="#ppt_x"/>
                                          </p:val>
                                        </p:tav>
                                        <p:tav tm="100000">
                                          <p:val>
                                            <p:strVal val="#ppt_x"/>
                                          </p:val>
                                        </p:tav>
                                      </p:tavLst>
                                    </p:anim>
                                    <p:anim calcmode="lin" valueType="num">
                                      <p:cBhvr>
                                        <p:cTn id="249" dur="500" fill="hold"/>
                                        <p:tgtEl>
                                          <p:spTgt spid="14464"/>
                                        </p:tgtEl>
                                        <p:attrNameLst>
                                          <p:attrName>ppt_y</p:attrName>
                                        </p:attrNameLst>
                                      </p:cBhvr>
                                      <p:tavLst>
                                        <p:tav tm="0">
                                          <p:val>
                                            <p:strVal val="#ppt_y+#ppt_h/2"/>
                                          </p:val>
                                        </p:tav>
                                        <p:tav tm="100000">
                                          <p:val>
                                            <p:strVal val="#ppt_y"/>
                                          </p:val>
                                        </p:tav>
                                      </p:tavLst>
                                    </p:anim>
                                    <p:anim calcmode="lin" valueType="num">
                                      <p:cBhvr>
                                        <p:cTn id="250" dur="500" fill="hold"/>
                                        <p:tgtEl>
                                          <p:spTgt spid="14464"/>
                                        </p:tgtEl>
                                        <p:attrNameLst>
                                          <p:attrName>ppt_w</p:attrName>
                                        </p:attrNameLst>
                                      </p:cBhvr>
                                      <p:tavLst>
                                        <p:tav tm="0">
                                          <p:val>
                                            <p:strVal val="#ppt_w"/>
                                          </p:val>
                                        </p:tav>
                                        <p:tav tm="100000">
                                          <p:val>
                                            <p:strVal val="#ppt_w"/>
                                          </p:val>
                                        </p:tav>
                                      </p:tavLst>
                                    </p:anim>
                                    <p:anim calcmode="lin" valueType="num">
                                      <p:cBhvr>
                                        <p:cTn id="251" dur="500" fill="hold"/>
                                        <p:tgtEl>
                                          <p:spTgt spid="14464"/>
                                        </p:tgtEl>
                                        <p:attrNameLst>
                                          <p:attrName>ppt_h</p:attrName>
                                        </p:attrNameLst>
                                      </p:cBhvr>
                                      <p:tavLst>
                                        <p:tav tm="0">
                                          <p:val>
                                            <p:fltVal val="0"/>
                                          </p:val>
                                        </p:tav>
                                        <p:tav tm="100000">
                                          <p:val>
                                            <p:strVal val="#ppt_h"/>
                                          </p:val>
                                        </p:tav>
                                      </p:tavLst>
                                    </p:anim>
                                  </p:childTnLst>
                                </p:cTn>
                              </p:par>
                            </p:childTnLst>
                          </p:cTn>
                        </p:par>
                      </p:childTnLst>
                    </p:cTn>
                  </p:par>
                  <p:par>
                    <p:cTn id="252" fill="hold" nodeType="clickPar">
                      <p:stCondLst>
                        <p:cond delay="indefinite"/>
                      </p:stCondLst>
                      <p:childTnLst>
                        <p:par>
                          <p:cTn id="253" fill="hold" nodeType="withGroup">
                            <p:stCondLst>
                              <p:cond delay="0"/>
                            </p:stCondLst>
                            <p:childTnLst>
                              <p:par>
                                <p:cTn id="254" presetID="17" presetClass="entr" presetSubtype="1" fill="hold" grpId="0" nodeType="clickEffect">
                                  <p:stCondLst>
                                    <p:cond delay="0"/>
                                  </p:stCondLst>
                                  <p:childTnLst>
                                    <p:set>
                                      <p:cBhvr>
                                        <p:cTn id="255" dur="1" fill="hold">
                                          <p:stCondLst>
                                            <p:cond delay="0"/>
                                          </p:stCondLst>
                                        </p:cTn>
                                        <p:tgtEl>
                                          <p:spTgt spid="14465"/>
                                        </p:tgtEl>
                                        <p:attrNameLst>
                                          <p:attrName>style.visibility</p:attrName>
                                        </p:attrNameLst>
                                      </p:cBhvr>
                                      <p:to>
                                        <p:strVal val="visible"/>
                                      </p:to>
                                    </p:set>
                                    <p:anim calcmode="lin" valueType="num">
                                      <p:cBhvr>
                                        <p:cTn id="256" dur="500" fill="hold"/>
                                        <p:tgtEl>
                                          <p:spTgt spid="14465"/>
                                        </p:tgtEl>
                                        <p:attrNameLst>
                                          <p:attrName>ppt_x</p:attrName>
                                        </p:attrNameLst>
                                      </p:cBhvr>
                                      <p:tavLst>
                                        <p:tav tm="0">
                                          <p:val>
                                            <p:strVal val="#ppt_x"/>
                                          </p:val>
                                        </p:tav>
                                        <p:tav tm="100000">
                                          <p:val>
                                            <p:strVal val="#ppt_x"/>
                                          </p:val>
                                        </p:tav>
                                      </p:tavLst>
                                    </p:anim>
                                    <p:anim calcmode="lin" valueType="num">
                                      <p:cBhvr>
                                        <p:cTn id="257" dur="500" fill="hold"/>
                                        <p:tgtEl>
                                          <p:spTgt spid="14465"/>
                                        </p:tgtEl>
                                        <p:attrNameLst>
                                          <p:attrName>ppt_y</p:attrName>
                                        </p:attrNameLst>
                                      </p:cBhvr>
                                      <p:tavLst>
                                        <p:tav tm="0">
                                          <p:val>
                                            <p:strVal val="#ppt_y-#ppt_h/2"/>
                                          </p:val>
                                        </p:tav>
                                        <p:tav tm="100000">
                                          <p:val>
                                            <p:strVal val="#ppt_y"/>
                                          </p:val>
                                        </p:tav>
                                      </p:tavLst>
                                    </p:anim>
                                    <p:anim calcmode="lin" valueType="num">
                                      <p:cBhvr>
                                        <p:cTn id="258" dur="500" fill="hold"/>
                                        <p:tgtEl>
                                          <p:spTgt spid="14465"/>
                                        </p:tgtEl>
                                        <p:attrNameLst>
                                          <p:attrName>ppt_w</p:attrName>
                                        </p:attrNameLst>
                                      </p:cBhvr>
                                      <p:tavLst>
                                        <p:tav tm="0">
                                          <p:val>
                                            <p:strVal val="#ppt_w"/>
                                          </p:val>
                                        </p:tav>
                                        <p:tav tm="100000">
                                          <p:val>
                                            <p:strVal val="#ppt_w"/>
                                          </p:val>
                                        </p:tav>
                                      </p:tavLst>
                                    </p:anim>
                                    <p:anim calcmode="lin" valueType="num">
                                      <p:cBhvr>
                                        <p:cTn id="259" dur="500" fill="hold"/>
                                        <p:tgtEl>
                                          <p:spTgt spid="1446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4" grpId="0" animBg="1"/>
      <p:bldP spid="14402" grpId="0" autoUpdateAnimBg="0"/>
      <p:bldP spid="14403" grpId="0" autoUpdateAnimBg="0"/>
      <p:bldP spid="14415" grpId="0" autoUpdateAnimBg="0"/>
      <p:bldP spid="14421" grpId="0" animBg="1"/>
      <p:bldP spid="14422" grpId="0" animBg="1"/>
      <p:bldP spid="14423" grpId="0" animBg="1"/>
      <p:bldP spid="14424" grpId="0" animBg="1"/>
      <p:bldP spid="14425" grpId="0" animBg="1"/>
      <p:bldP spid="14426" grpId="0" animBg="1"/>
      <p:bldP spid="14427" grpId="0" animBg="1"/>
      <p:bldP spid="14428" grpId="0" animBg="1"/>
      <p:bldP spid="14429" grpId="0" animBg="1"/>
      <p:bldP spid="14430" grpId="0" animBg="1"/>
      <p:bldP spid="14447" grpId="0" autoUpdateAnimBg="0"/>
      <p:bldP spid="14448" grpId="0" autoUpdateAnimBg="0"/>
      <p:bldP spid="14450" grpId="0" animBg="1" autoUpdateAnimBg="0"/>
      <p:bldP spid="14451" grpId="0" animBg="1"/>
      <p:bldP spid="14452" grpId="0" animBg="1"/>
      <p:bldP spid="14453" grpId="0" animBg="1"/>
      <p:bldP spid="14454" grpId="0" animBg="1"/>
      <p:bldP spid="14464" grpId="0" animBg="1"/>
      <p:bldP spid="14465" grpId="0" animBg="1"/>
      <p:bldP spid="14466" grpId="0" animBg="1" autoUpdateAnimBg="0"/>
      <p:bldP spid="14467" grpId="0" animBg="1" autoUpdateAnimBg="0"/>
      <p:bldP spid="14468" grpId="0" animBg="1" autoUpdateAnimBg="0"/>
      <p:bldP spid="14474" grpId="0" animBg="1" autoUpdateAnimBg="0"/>
      <p:bldP spid="14475" grpId="0" autoUpdateAnimBg="0"/>
      <p:bldP spid="14476"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2"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t="18473"/>
          <a:stretch/>
        </p:blipFill>
        <p:spPr bwMode="auto">
          <a:xfrm>
            <a:off x="526868" y="1454727"/>
            <a:ext cx="8460377" cy="4921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5" name="Title 4">
            <a:extLst>
              <a:ext uri="{FF2B5EF4-FFF2-40B4-BE49-F238E27FC236}">
                <a16:creationId xmlns:a16="http://schemas.microsoft.com/office/drawing/2014/main" id="{40BF3EF2-8934-2842-AE35-3079240D5135}"/>
              </a:ext>
            </a:extLst>
          </p:cNvPr>
          <p:cNvSpPr>
            <a:spLocks noGrp="1"/>
          </p:cNvSpPr>
          <p:nvPr>
            <p:ph type="title"/>
          </p:nvPr>
        </p:nvSpPr>
        <p:spPr/>
        <p:txBody>
          <a:bodyPr/>
          <a:lstStyle/>
          <a:p>
            <a:r>
              <a:rPr lang="en-GB" dirty="0"/>
              <a:t>Importance of Surface Development</a:t>
            </a:r>
          </a:p>
        </p:txBody>
      </p:sp>
      <p:sp>
        <p:nvSpPr>
          <p:cNvPr id="2" name="Date Placeholder 1"/>
          <p:cNvSpPr>
            <a:spLocks noGrp="1"/>
          </p:cNvSpPr>
          <p:nvPr>
            <p:ph type="dt" sz="half" idx="10"/>
          </p:nvPr>
        </p:nvSpPr>
        <p:spPr/>
        <p:txBody>
          <a:bodyPr/>
          <a:lstStyle/>
          <a:p>
            <a:fld id="{4DBCA80C-1DC6-0A40-BB9E-89FCB40A59FB}" type="datetime1">
              <a:rPr lang="en-IN" smtClean="0"/>
              <a:t>06-10-2023</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5</a:t>
            </a:fld>
            <a:endParaRPr lang="en-IN">
              <a:solidFill>
                <a:prstClr val="black">
                  <a:tint val="75000"/>
                </a:prstClr>
              </a:solidFill>
            </a:endParaRPr>
          </a:p>
        </p:txBody>
      </p:sp>
    </p:spTree>
    <p:extLst>
      <p:ext uri="{BB962C8B-B14F-4D97-AF65-F5344CB8AC3E}">
        <p14:creationId xmlns:p14="http://schemas.microsoft.com/office/powerpoint/2010/main" val="4725169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Box 1"/>
          <p:cNvSpPr txBox="1">
            <a:spLocks noChangeArrowheads="1"/>
          </p:cNvSpPr>
          <p:nvPr/>
        </p:nvSpPr>
        <p:spPr bwMode="auto">
          <a:xfrm>
            <a:off x="457200" y="1202299"/>
            <a:ext cx="8288913" cy="171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just" eaLnBrk="1" hangingPunct="1">
              <a:lnSpc>
                <a:spcPct val="150000"/>
              </a:lnSpc>
            </a:pPr>
            <a:r>
              <a:rPr lang="en-US" altLang="en-US" dirty="0">
                <a:latin typeface="Garamond" charset="0"/>
              </a:rPr>
              <a:t>The knowledge of development of surfaces is essential in many industries such as </a:t>
            </a:r>
            <a:r>
              <a:rPr lang="en-US" altLang="en-US" b="1" dirty="0">
                <a:latin typeface="Garamond" charset="0"/>
              </a:rPr>
              <a:t>automobile, aircraft, ship building, packaging and sheet metal work</a:t>
            </a:r>
            <a:r>
              <a:rPr lang="en-US" altLang="en-US" dirty="0">
                <a:latin typeface="Garamond" charset="0"/>
              </a:rPr>
              <a:t>. In construction of </a:t>
            </a:r>
            <a:r>
              <a:rPr lang="en-US" altLang="en-US" b="1" dirty="0">
                <a:latin typeface="Garamond" charset="0"/>
              </a:rPr>
              <a:t>boilers, bins, process vessels, hoppers, funnels, &amp; chimneys</a:t>
            </a:r>
            <a:r>
              <a:rPr lang="en-US" altLang="en-US" dirty="0">
                <a:latin typeface="Garamond" charset="0"/>
              </a:rPr>
              <a:t>, the plates are marked and cut according to the developments which when folded form the desired objects</a:t>
            </a:r>
          </a:p>
        </p:txBody>
      </p:sp>
      <p:pic>
        <p:nvPicPr>
          <p:cNvPr id="614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1125" y="2909460"/>
            <a:ext cx="5614988" cy="167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644" y="2992701"/>
            <a:ext cx="2081644" cy="1561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246" y="4530882"/>
            <a:ext cx="3249951" cy="182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7"/>
          <p:cNvPicPr>
            <a:picLocks noChangeAspect="1" noChangeArrowheads="1"/>
          </p:cNvPicPr>
          <p:nvPr/>
        </p:nvPicPr>
        <p:blipFill rotWithShape="1">
          <a:blip r:embed="rId5">
            <a:extLst>
              <a:ext uri="{28A0092B-C50C-407E-A947-70E740481C1C}">
                <a14:useLocalDpi xmlns:a14="http://schemas.microsoft.com/office/drawing/2010/main" val="0"/>
              </a:ext>
            </a:extLst>
          </a:blip>
          <a:srcRect t="7520" b="16661"/>
          <a:stretch/>
        </p:blipFill>
        <p:spPr bwMode="auto">
          <a:xfrm>
            <a:off x="4114800" y="4419606"/>
            <a:ext cx="5029200" cy="1953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5">
            <a:extLst>
              <a:ext uri="{FF2B5EF4-FFF2-40B4-BE49-F238E27FC236}">
                <a16:creationId xmlns:a16="http://schemas.microsoft.com/office/drawing/2014/main" id="{5AD466EE-7A47-D74C-B518-60CEE02AFCC8}"/>
              </a:ext>
            </a:extLst>
          </p:cNvPr>
          <p:cNvSpPr>
            <a:spLocks noGrp="1"/>
          </p:cNvSpPr>
          <p:nvPr>
            <p:ph type="title"/>
          </p:nvPr>
        </p:nvSpPr>
        <p:spPr/>
        <p:txBody>
          <a:bodyPr/>
          <a:lstStyle/>
          <a:p>
            <a:r>
              <a:rPr lang="en-GB" dirty="0"/>
              <a:t>Importance of Surface Development – </a:t>
            </a:r>
            <a:r>
              <a:rPr lang="en-GB" sz="1200" dirty="0"/>
              <a:t>contd.</a:t>
            </a:r>
            <a:endParaRPr lang="en-GB" dirty="0"/>
          </a:p>
        </p:txBody>
      </p:sp>
      <p:sp>
        <p:nvSpPr>
          <p:cNvPr id="2" name="Date Placeholder 1"/>
          <p:cNvSpPr>
            <a:spLocks noGrp="1"/>
          </p:cNvSpPr>
          <p:nvPr>
            <p:ph type="dt" sz="half" idx="10"/>
          </p:nvPr>
        </p:nvSpPr>
        <p:spPr/>
        <p:txBody>
          <a:bodyPr/>
          <a:lstStyle/>
          <a:p>
            <a:fld id="{87005D1D-0685-E346-8B69-A76E754CA232}" type="datetime1">
              <a:rPr lang="en-IN" smtClean="0"/>
              <a:t>06-10-2023</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6</a:t>
            </a:fld>
            <a:endParaRPr lang="en-IN">
              <a:solidFill>
                <a:prstClr val="black">
                  <a:tint val="75000"/>
                </a:prstClr>
              </a:solidFill>
            </a:endParaRPr>
          </a:p>
        </p:txBody>
      </p:sp>
    </p:spTree>
    <p:extLst>
      <p:ext uri="{BB962C8B-B14F-4D97-AF65-F5344CB8AC3E}">
        <p14:creationId xmlns:p14="http://schemas.microsoft.com/office/powerpoint/2010/main" val="17637679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fld id="{55119EF5-9466-D94B-A06B-8B6218CC223B}" type="slidenum">
              <a:rPr lang="en-US" altLang="en-US">
                <a:solidFill>
                  <a:srgbClr val="898989"/>
                </a:solidFill>
              </a:rPr>
              <a:pPr/>
              <a:t>7</a:t>
            </a:fld>
            <a:endParaRPr lang="en-US" altLang="en-US">
              <a:solidFill>
                <a:srgbClr val="898989"/>
              </a:solidFill>
            </a:endParaRPr>
          </a:p>
        </p:txBody>
      </p:sp>
      <p:sp>
        <p:nvSpPr>
          <p:cNvPr id="4099" name="Rectangle 2"/>
          <p:cNvSpPr>
            <a:spLocks noGrp="1" noChangeArrowheads="1"/>
          </p:cNvSpPr>
          <p:nvPr>
            <p:ph type="title"/>
          </p:nvPr>
        </p:nvSpPr>
        <p:spPr>
          <a:xfrm>
            <a:off x="457200" y="274638"/>
            <a:ext cx="8229600" cy="792162"/>
          </a:xfrm>
          <a:noFill/>
        </p:spPr>
        <p:txBody>
          <a:bodyPr/>
          <a:lstStyle/>
          <a:p>
            <a:r>
              <a:rPr lang="en-US" altLang="en-US" sz="3200" dirty="0"/>
              <a:t>Methods Used to Develop </a:t>
            </a:r>
            <a:r>
              <a:rPr lang="en-US" altLang="en-US" dirty="0"/>
              <a:t>S</a:t>
            </a:r>
            <a:r>
              <a:rPr lang="en-US" altLang="en-US" sz="3200" dirty="0"/>
              <a:t>urfaces</a:t>
            </a:r>
          </a:p>
        </p:txBody>
      </p:sp>
      <p:sp>
        <p:nvSpPr>
          <p:cNvPr id="4100" name="Rectangle 3"/>
          <p:cNvSpPr>
            <a:spLocks noGrp="1" noChangeArrowheads="1"/>
          </p:cNvSpPr>
          <p:nvPr>
            <p:ph type="body" idx="1"/>
          </p:nvPr>
        </p:nvSpPr>
        <p:spPr>
          <a:xfrm>
            <a:off x="457200" y="1371600"/>
            <a:ext cx="8229600" cy="4724400"/>
          </a:xfrm>
        </p:spPr>
        <p:txBody>
          <a:bodyPr>
            <a:normAutofit lnSpcReduction="10000"/>
          </a:bodyPr>
          <a:lstStyle/>
          <a:p>
            <a:pPr marL="533400" indent="-533400">
              <a:lnSpc>
                <a:spcPct val="80000"/>
              </a:lnSpc>
              <a:buFontTx/>
              <a:buAutoNum type="arabicPeriod"/>
            </a:pPr>
            <a:r>
              <a:rPr lang="en-US" altLang="en-US" sz="2000" b="1" dirty="0">
                <a:solidFill>
                  <a:schemeClr val="accent2"/>
                </a:solidFill>
              </a:rPr>
              <a:t>Parallel-line development:</a:t>
            </a:r>
            <a:r>
              <a:rPr lang="en-US" altLang="en-US" sz="2000" b="1" dirty="0"/>
              <a:t> Used for prisms, and cylinders in which </a:t>
            </a:r>
            <a:r>
              <a:rPr lang="en-US" altLang="en-US" sz="2000" b="1" dirty="0">
                <a:solidFill>
                  <a:srgbClr val="990033"/>
                </a:solidFill>
              </a:rPr>
              <a:t>parallel lines are drawn along the surface</a:t>
            </a:r>
            <a:r>
              <a:rPr lang="en-US" altLang="en-US" sz="2000" b="1" dirty="0"/>
              <a:t> and transferred to the development.</a:t>
            </a:r>
          </a:p>
          <a:p>
            <a:pPr marL="533400" indent="-533400">
              <a:lnSpc>
                <a:spcPct val="80000"/>
              </a:lnSpc>
              <a:buFontTx/>
              <a:buAutoNum type="arabicPeriod"/>
            </a:pPr>
            <a:endParaRPr lang="en-US" altLang="en-US" sz="2000" b="1" dirty="0"/>
          </a:p>
          <a:p>
            <a:pPr marL="533400" indent="-533400">
              <a:lnSpc>
                <a:spcPct val="80000"/>
              </a:lnSpc>
              <a:buFontTx/>
              <a:buAutoNum type="arabicPeriod"/>
            </a:pPr>
            <a:r>
              <a:rPr lang="en-US" altLang="en-US" sz="2000" b="1" dirty="0">
                <a:solidFill>
                  <a:schemeClr val="accent2"/>
                </a:solidFill>
              </a:rPr>
              <a:t>Radial-line development:</a:t>
            </a:r>
            <a:r>
              <a:rPr lang="en-US" altLang="en-US" sz="2000" b="1" dirty="0"/>
              <a:t> Used for pyramids, and cones in which the </a:t>
            </a:r>
            <a:r>
              <a:rPr lang="en-US" altLang="en-US" sz="2000" b="1" dirty="0">
                <a:solidFill>
                  <a:srgbClr val="990033"/>
                </a:solidFill>
              </a:rPr>
              <a:t>true length of the slant edge</a:t>
            </a:r>
            <a:r>
              <a:rPr lang="en-US" altLang="en-US" sz="2000" b="1" dirty="0"/>
              <a:t> or generator is used as </a:t>
            </a:r>
            <a:r>
              <a:rPr lang="en-US" altLang="en-US" sz="2000" b="1" dirty="0">
                <a:solidFill>
                  <a:srgbClr val="990033"/>
                </a:solidFill>
              </a:rPr>
              <a:t>radius.</a:t>
            </a:r>
          </a:p>
          <a:p>
            <a:pPr marL="533400" indent="-533400">
              <a:lnSpc>
                <a:spcPct val="80000"/>
              </a:lnSpc>
              <a:buFontTx/>
              <a:buAutoNum type="arabicPeriod"/>
            </a:pPr>
            <a:endParaRPr lang="en-US" altLang="en-US" sz="2000" b="1" dirty="0">
              <a:solidFill>
                <a:srgbClr val="990033"/>
              </a:solidFill>
            </a:endParaRPr>
          </a:p>
          <a:p>
            <a:pPr marL="533400" indent="-533400">
              <a:lnSpc>
                <a:spcPct val="80000"/>
              </a:lnSpc>
              <a:buFontTx/>
              <a:buAutoNum type="arabicPeriod"/>
            </a:pPr>
            <a:r>
              <a:rPr lang="en-US" altLang="en-US" sz="2000" b="1" dirty="0">
                <a:solidFill>
                  <a:schemeClr val="accent2"/>
                </a:solidFill>
              </a:rPr>
              <a:t>Triangulation development:</a:t>
            </a:r>
            <a:r>
              <a:rPr lang="en-US" altLang="en-US" sz="2000" b="1" dirty="0"/>
              <a:t> Complex shapes are </a:t>
            </a:r>
            <a:r>
              <a:rPr lang="en-US" altLang="en-US" sz="2000" b="1" dirty="0">
                <a:solidFill>
                  <a:srgbClr val="990033"/>
                </a:solidFill>
              </a:rPr>
              <a:t>divided into a number of triangles</a:t>
            </a:r>
            <a:r>
              <a:rPr lang="en-US" altLang="en-US" sz="2000" b="1" dirty="0"/>
              <a:t> and transferred into the development (usually used for transition pieces).</a:t>
            </a:r>
          </a:p>
          <a:p>
            <a:pPr marL="533400" indent="-533400">
              <a:lnSpc>
                <a:spcPct val="80000"/>
              </a:lnSpc>
              <a:buFontTx/>
              <a:buAutoNum type="arabicPeriod"/>
            </a:pPr>
            <a:endParaRPr lang="en-US" altLang="en-US" sz="2000" b="1" dirty="0"/>
          </a:p>
          <a:p>
            <a:pPr marL="533400" indent="-533400">
              <a:lnSpc>
                <a:spcPct val="80000"/>
              </a:lnSpc>
              <a:buFontTx/>
              <a:buAutoNum type="arabicPeriod"/>
            </a:pPr>
            <a:r>
              <a:rPr lang="en-US" altLang="en-US" sz="2000" b="1" dirty="0">
                <a:solidFill>
                  <a:schemeClr val="accent2"/>
                </a:solidFill>
              </a:rPr>
              <a:t>Approximate method:</a:t>
            </a:r>
            <a:r>
              <a:rPr lang="en-US" altLang="en-US" sz="2000" b="1" dirty="0"/>
              <a:t> Surface is divided into parts and developed. Used for surfaces such as spheres, </a:t>
            </a:r>
            <a:r>
              <a:rPr lang="en-US" altLang="en-US" sz="2000" b="1" dirty="0" err="1"/>
              <a:t>paraboloids</a:t>
            </a:r>
            <a:r>
              <a:rPr lang="en-US" altLang="en-US" sz="2000" b="1" dirty="0"/>
              <a:t>, ellipsoids etc.</a:t>
            </a:r>
          </a:p>
          <a:p>
            <a:pPr marL="533400" indent="-533400">
              <a:lnSpc>
                <a:spcPct val="80000"/>
              </a:lnSpc>
              <a:buFontTx/>
              <a:buAutoNum type="arabicPeriod"/>
            </a:pPr>
            <a:endParaRPr lang="en-US" altLang="en-US" sz="2000" b="1" dirty="0"/>
          </a:p>
          <a:p>
            <a:pPr marL="533400" indent="-533400">
              <a:lnSpc>
                <a:spcPct val="80000"/>
              </a:lnSpc>
              <a:buFontTx/>
              <a:buNone/>
            </a:pPr>
            <a:r>
              <a:rPr lang="en-US" altLang="en-US" sz="2000" b="1" dirty="0">
                <a:solidFill>
                  <a:schemeClr val="accent2"/>
                </a:solidFill>
              </a:rPr>
              <a:t>Note:-</a:t>
            </a:r>
            <a:r>
              <a:rPr lang="en-US" altLang="en-US" sz="2000" b="1" dirty="0"/>
              <a:t> The surface is preferably cut at the location where the </a:t>
            </a:r>
            <a:r>
              <a:rPr lang="en-US" altLang="en-US" sz="2000" b="1" dirty="0">
                <a:solidFill>
                  <a:srgbClr val="990033"/>
                </a:solidFill>
              </a:rPr>
              <a:t>edge will be smallest</a:t>
            </a:r>
            <a:r>
              <a:rPr lang="en-US" altLang="en-US" sz="2000" b="1" dirty="0"/>
              <a:t> such that welding or other joining procedures will be minimal.</a:t>
            </a:r>
          </a:p>
          <a:p>
            <a:pPr marL="533400" indent="-533400">
              <a:lnSpc>
                <a:spcPct val="80000"/>
              </a:lnSpc>
              <a:buFontTx/>
              <a:buAutoNum type="arabicPeriod"/>
            </a:pPr>
            <a:endParaRPr lang="en-US" altLang="en-US" sz="2000" b="1" dirty="0"/>
          </a:p>
        </p:txBody>
      </p:sp>
      <p:sp>
        <p:nvSpPr>
          <p:cNvPr id="2" name="Date Placeholder 1"/>
          <p:cNvSpPr>
            <a:spLocks noGrp="1"/>
          </p:cNvSpPr>
          <p:nvPr>
            <p:ph type="dt" sz="half" idx="10"/>
          </p:nvPr>
        </p:nvSpPr>
        <p:spPr/>
        <p:txBody>
          <a:bodyPr/>
          <a:lstStyle/>
          <a:p>
            <a:fld id="{6A49F761-5E4A-1D46-A5E7-9B6A88C84909}" type="datetime1">
              <a:rPr lang="en-IN" smtClean="0"/>
              <a:t>06-10-2023</a:t>
            </a:fld>
            <a:endParaRPr lang="en-IN" dirty="0"/>
          </a:p>
        </p:txBody>
      </p:sp>
      <p:sp>
        <p:nvSpPr>
          <p:cNvPr id="3" name="Footer Placeholder 2"/>
          <p:cNvSpPr>
            <a:spLocks noGrp="1"/>
          </p:cNvSpPr>
          <p:nvPr>
            <p:ph type="ftr" sz="quarter" idx="11"/>
          </p:nvPr>
        </p:nvSpPr>
        <p:spPr/>
        <p:txBody>
          <a:bodyPr/>
          <a:lstStyle/>
          <a:p>
            <a:r>
              <a:rPr lang="en-IN">
                <a:solidFill>
                  <a:srgbClr val="EEECE1">
                    <a:lumMod val="25000"/>
                  </a:srgbClr>
                </a:solidFill>
              </a:rPr>
              <a:t>Development of Surfaces</a:t>
            </a:r>
          </a:p>
        </p:txBody>
      </p:sp>
    </p:spTree>
    <p:extLst>
      <p:ext uri="{BB962C8B-B14F-4D97-AF65-F5344CB8AC3E}">
        <p14:creationId xmlns:p14="http://schemas.microsoft.com/office/powerpoint/2010/main" val="1978184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A5868E-0514-B840-9D91-3BA0FDA4B3C8}"/>
              </a:ext>
            </a:extLst>
          </p:cNvPr>
          <p:cNvSpPr>
            <a:spLocks noGrp="1"/>
          </p:cNvSpPr>
          <p:nvPr>
            <p:ph idx="1"/>
          </p:nvPr>
        </p:nvSpPr>
        <p:spPr/>
        <p:txBody>
          <a:bodyPr/>
          <a:lstStyle/>
          <a:p>
            <a:r>
              <a:rPr lang="en-GB" dirty="0"/>
              <a:t>This method is employed to develop the surfaces of prisms and cylinders. Two parallel lines (called </a:t>
            </a:r>
            <a:r>
              <a:rPr lang="en-GB" dirty="0">
                <a:solidFill>
                  <a:schemeClr val="accent6">
                    <a:lumMod val="75000"/>
                  </a:schemeClr>
                </a:solidFill>
              </a:rPr>
              <a:t>stretch-out lines</a:t>
            </a:r>
            <a:r>
              <a:rPr lang="en-GB" dirty="0"/>
              <a:t>) are drawn from the two ends of the solids and the lateral faces are located between these lines.</a:t>
            </a:r>
          </a:p>
        </p:txBody>
      </p:sp>
      <p:sp>
        <p:nvSpPr>
          <p:cNvPr id="3" name="Title 2">
            <a:extLst>
              <a:ext uri="{FF2B5EF4-FFF2-40B4-BE49-F238E27FC236}">
                <a16:creationId xmlns:a16="http://schemas.microsoft.com/office/drawing/2014/main" id="{31035B55-A301-7B4B-9C70-466AF6C4711B}"/>
              </a:ext>
            </a:extLst>
          </p:cNvPr>
          <p:cNvSpPr>
            <a:spLocks noGrp="1"/>
          </p:cNvSpPr>
          <p:nvPr>
            <p:ph type="title"/>
          </p:nvPr>
        </p:nvSpPr>
        <p:spPr/>
        <p:txBody>
          <a:bodyPr/>
          <a:lstStyle/>
          <a:p>
            <a:r>
              <a:rPr lang="en-GB" dirty="0"/>
              <a:t>Parallel Line Development</a:t>
            </a:r>
          </a:p>
        </p:txBody>
      </p:sp>
      <p:sp>
        <p:nvSpPr>
          <p:cNvPr id="4" name="Date Placeholder 3">
            <a:extLst>
              <a:ext uri="{FF2B5EF4-FFF2-40B4-BE49-F238E27FC236}">
                <a16:creationId xmlns:a16="http://schemas.microsoft.com/office/drawing/2014/main" id="{928271D3-7CFE-5A47-BC4F-6C82AAAFD372}"/>
              </a:ext>
            </a:extLst>
          </p:cNvPr>
          <p:cNvSpPr>
            <a:spLocks noGrp="1"/>
          </p:cNvSpPr>
          <p:nvPr>
            <p:ph type="dt" sz="half" idx="10"/>
          </p:nvPr>
        </p:nvSpPr>
        <p:spPr/>
        <p:txBody>
          <a:bodyPr/>
          <a:lstStyle/>
          <a:p>
            <a:fld id="{324B5EB0-A5F2-0141-9F93-C3C49380035B}" type="datetime1">
              <a:rPr lang="en-IN" smtClean="0"/>
              <a:t>06-10-2023</a:t>
            </a:fld>
            <a:endParaRPr lang="en-IN" dirty="0"/>
          </a:p>
        </p:txBody>
      </p:sp>
      <p:sp>
        <p:nvSpPr>
          <p:cNvPr id="5" name="Footer Placeholder 4">
            <a:extLst>
              <a:ext uri="{FF2B5EF4-FFF2-40B4-BE49-F238E27FC236}">
                <a16:creationId xmlns:a16="http://schemas.microsoft.com/office/drawing/2014/main" id="{CB3B7C8B-A3A4-E447-9D04-1D68F4699465}"/>
              </a:ext>
            </a:extLst>
          </p:cNvPr>
          <p:cNvSpPr>
            <a:spLocks noGrp="1"/>
          </p:cNvSpPr>
          <p:nvPr>
            <p:ph type="ftr" sz="quarter" idx="11"/>
          </p:nvPr>
        </p:nvSpPr>
        <p:spPr/>
        <p:txBody>
          <a:bodyPr/>
          <a:lstStyle/>
          <a:p>
            <a:r>
              <a:rPr lang="en-IN">
                <a:solidFill>
                  <a:srgbClr val="EEECE1">
                    <a:lumMod val="25000"/>
                  </a:srgbClr>
                </a:solidFill>
              </a:rPr>
              <a:t>Development of Surfaces</a:t>
            </a:r>
          </a:p>
        </p:txBody>
      </p:sp>
      <p:sp>
        <p:nvSpPr>
          <p:cNvPr id="6" name="Slide Number Placeholder 5">
            <a:extLst>
              <a:ext uri="{FF2B5EF4-FFF2-40B4-BE49-F238E27FC236}">
                <a16:creationId xmlns:a16="http://schemas.microsoft.com/office/drawing/2014/main" id="{EDCCEC60-6C6D-2542-9CFB-BDE041A486FE}"/>
              </a:ext>
            </a:extLst>
          </p:cNvPr>
          <p:cNvSpPr>
            <a:spLocks noGrp="1"/>
          </p:cNvSpPr>
          <p:nvPr>
            <p:ph type="sldNum" sz="quarter" idx="12"/>
          </p:nvPr>
        </p:nvSpPr>
        <p:spPr/>
        <p:txBody>
          <a:bodyPr/>
          <a:lstStyle/>
          <a:p>
            <a:fld id="{F7FF31BA-82E2-4C85-86C6-F5926E4FA1B8}" type="slidenum">
              <a:rPr lang="en-IN" smtClean="0"/>
              <a:pPr/>
              <a:t>8</a:t>
            </a:fld>
            <a:endParaRPr lang="en-IN" dirty="0"/>
          </a:p>
        </p:txBody>
      </p:sp>
      <p:pic>
        <p:nvPicPr>
          <p:cNvPr id="7" name="Picture 2">
            <a:extLst>
              <a:ext uri="{FF2B5EF4-FFF2-40B4-BE49-F238E27FC236}">
                <a16:creationId xmlns:a16="http://schemas.microsoft.com/office/drawing/2014/main" id="{89CE7241-75E1-8A44-9D76-0D7B68EC0A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812"/>
          <a:stretch>
            <a:fillRect/>
          </a:stretch>
        </p:blipFill>
        <p:spPr bwMode="auto">
          <a:xfrm>
            <a:off x="3309103" y="2564399"/>
            <a:ext cx="5763491" cy="377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38187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695" y="1295400"/>
            <a:ext cx="8839200"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5" name="Title 4">
            <a:extLst>
              <a:ext uri="{FF2B5EF4-FFF2-40B4-BE49-F238E27FC236}">
                <a16:creationId xmlns:a16="http://schemas.microsoft.com/office/drawing/2014/main" id="{3B5BBF40-75A8-684D-9842-A148E024D38E}"/>
              </a:ext>
            </a:extLst>
          </p:cNvPr>
          <p:cNvSpPr>
            <a:spLocks noGrp="1"/>
          </p:cNvSpPr>
          <p:nvPr>
            <p:ph type="title"/>
          </p:nvPr>
        </p:nvSpPr>
        <p:spPr/>
        <p:txBody>
          <a:bodyPr/>
          <a:lstStyle/>
          <a:p>
            <a:r>
              <a:rPr lang="en-GB" dirty="0"/>
              <a:t>Development of Surface for Solids</a:t>
            </a:r>
          </a:p>
        </p:txBody>
      </p:sp>
      <p:sp>
        <p:nvSpPr>
          <p:cNvPr id="2" name="Date Placeholder 1"/>
          <p:cNvSpPr>
            <a:spLocks noGrp="1"/>
          </p:cNvSpPr>
          <p:nvPr>
            <p:ph type="dt" sz="half" idx="10"/>
          </p:nvPr>
        </p:nvSpPr>
        <p:spPr/>
        <p:txBody>
          <a:bodyPr/>
          <a:lstStyle/>
          <a:p>
            <a:fld id="{002CD79D-C70F-C64C-AC6B-95894AD5CBF5}" type="datetime1">
              <a:rPr lang="en-IN" smtClean="0"/>
              <a:t>06-10-2023</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9</a:t>
            </a:fld>
            <a:endParaRPr lang="en-IN">
              <a:solidFill>
                <a:prstClr val="black">
                  <a:tint val="75000"/>
                </a:prstClr>
              </a:solidFill>
            </a:endParaRPr>
          </a:p>
        </p:txBody>
      </p:sp>
    </p:spTree>
    <p:extLst>
      <p:ext uri="{BB962C8B-B14F-4D97-AF65-F5344CB8AC3E}">
        <p14:creationId xmlns:p14="http://schemas.microsoft.com/office/powerpoint/2010/main" val="351964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p:txBody>
          <a:bodyPr/>
          <a:lstStyle/>
          <a:p>
            <a:r>
              <a:rPr lang="en-US" altLang="en-US"/>
              <a:t>Development of a Right Rectangular Prism</a:t>
            </a:r>
          </a:p>
        </p:txBody>
      </p:sp>
      <p:sp>
        <p:nvSpPr>
          <p:cNvPr id="2" name="Date Placeholder 1"/>
          <p:cNvSpPr>
            <a:spLocks noGrp="1"/>
          </p:cNvSpPr>
          <p:nvPr>
            <p:ph type="dt" sz="half" idx="10"/>
          </p:nvPr>
        </p:nvSpPr>
        <p:spPr/>
        <p:txBody>
          <a:bodyPr/>
          <a:lstStyle/>
          <a:p>
            <a:fld id="{FA7DFA97-9BB2-2C44-8D74-B9A441A0F176}" type="datetime1">
              <a:rPr lang="en-IN" smtClean="0"/>
              <a:t>06-10-2023</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10</a:t>
            </a:fld>
            <a:endParaRPr lang="en-IN">
              <a:solidFill>
                <a:prstClr val="black">
                  <a:tint val="75000"/>
                </a:prstClr>
              </a:solidFill>
            </a:endParaRPr>
          </a:p>
        </p:txBody>
      </p:sp>
      <p:pic>
        <p:nvPicPr>
          <p:cNvPr id="696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133600"/>
            <a:ext cx="8229600" cy="305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0163725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p:txBody>
          <a:bodyPr/>
          <a:lstStyle/>
          <a:p>
            <a:r>
              <a:rPr lang="en-US" altLang="en-US"/>
              <a:t>Truncated Prism / Cylinder</a:t>
            </a:r>
          </a:p>
        </p:txBody>
      </p:sp>
      <p:sp>
        <p:nvSpPr>
          <p:cNvPr id="2" name="Date Placeholder 1"/>
          <p:cNvSpPr>
            <a:spLocks noGrp="1"/>
          </p:cNvSpPr>
          <p:nvPr>
            <p:ph type="dt" sz="half" idx="10"/>
          </p:nvPr>
        </p:nvSpPr>
        <p:spPr/>
        <p:txBody>
          <a:bodyPr/>
          <a:lstStyle/>
          <a:p>
            <a:fld id="{7D0487F3-FD99-9B4C-94FE-E5DD77DDE36B}" type="datetime1">
              <a:rPr lang="en-IN" smtClean="0"/>
              <a:t>06-10-2023</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11</a:t>
            </a:fld>
            <a:endParaRPr lang="en-IN">
              <a:solidFill>
                <a:prstClr val="black">
                  <a:tint val="75000"/>
                </a:prstClr>
              </a:solidFill>
            </a:endParaRPr>
          </a:p>
        </p:txBody>
      </p:sp>
      <p:pic>
        <p:nvPicPr>
          <p:cNvPr id="706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363" y="1332413"/>
            <a:ext cx="6002017" cy="2300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7066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715735"/>
            <a:ext cx="5895975" cy="2559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4448896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p:txBody>
          <a:bodyPr/>
          <a:lstStyle/>
          <a:p>
            <a:r>
              <a:rPr lang="en-US" altLang="en-US"/>
              <a:t>Truncated Cylinder</a:t>
            </a:r>
          </a:p>
        </p:txBody>
      </p:sp>
      <p:sp>
        <p:nvSpPr>
          <p:cNvPr id="2" name="Date Placeholder 1"/>
          <p:cNvSpPr>
            <a:spLocks noGrp="1"/>
          </p:cNvSpPr>
          <p:nvPr>
            <p:ph type="dt" sz="half" idx="10"/>
          </p:nvPr>
        </p:nvSpPr>
        <p:spPr/>
        <p:txBody>
          <a:bodyPr/>
          <a:lstStyle/>
          <a:p>
            <a:fld id="{A3E0D571-10E2-3D4C-B457-CF410F787617}" type="datetime1">
              <a:rPr lang="en-IN" smtClean="0"/>
              <a:t>06-10-2023</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12</a:t>
            </a:fld>
            <a:endParaRPr lang="en-IN">
              <a:solidFill>
                <a:prstClr val="black">
                  <a:tint val="75000"/>
                </a:prstClr>
              </a:solidFill>
            </a:endParaRPr>
          </a:p>
        </p:txBody>
      </p:sp>
      <p:pic>
        <p:nvPicPr>
          <p:cNvPr id="716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5897" y="1285862"/>
            <a:ext cx="6533485" cy="5084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18699908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p:txBody>
          <a:bodyPr/>
          <a:lstStyle/>
          <a:p>
            <a:r>
              <a:rPr lang="en-US" altLang="en-US"/>
              <a:t>A Right Circular Cone</a:t>
            </a:r>
          </a:p>
        </p:txBody>
      </p:sp>
      <p:sp>
        <p:nvSpPr>
          <p:cNvPr id="2" name="Date Placeholder 1"/>
          <p:cNvSpPr>
            <a:spLocks noGrp="1"/>
          </p:cNvSpPr>
          <p:nvPr>
            <p:ph type="dt" sz="half" idx="10"/>
          </p:nvPr>
        </p:nvSpPr>
        <p:spPr/>
        <p:txBody>
          <a:bodyPr/>
          <a:lstStyle/>
          <a:p>
            <a:fld id="{A306DFC3-BD71-784C-9DDD-A41EC73036EC}" type="datetime1">
              <a:rPr lang="en-IN" smtClean="0"/>
              <a:t>06-10-2023</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13</a:t>
            </a:fld>
            <a:endParaRPr lang="en-IN">
              <a:solidFill>
                <a:prstClr val="black">
                  <a:tint val="75000"/>
                </a:prstClr>
              </a:solidFill>
            </a:endParaRPr>
          </a:p>
        </p:txBody>
      </p:sp>
      <p:pic>
        <p:nvPicPr>
          <p:cNvPr id="7270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981200"/>
            <a:ext cx="8229600" cy="317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51277319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title"/>
          </p:nvPr>
        </p:nvSpPr>
        <p:spPr/>
        <p:txBody>
          <a:bodyPr/>
          <a:lstStyle/>
          <a:p>
            <a:r>
              <a:rPr lang="en-US" altLang="en-US"/>
              <a:t>Truncated Right Circular Cone</a:t>
            </a:r>
          </a:p>
        </p:txBody>
      </p:sp>
      <p:sp>
        <p:nvSpPr>
          <p:cNvPr id="2" name="Date Placeholder 1"/>
          <p:cNvSpPr>
            <a:spLocks noGrp="1"/>
          </p:cNvSpPr>
          <p:nvPr>
            <p:ph type="dt" sz="half" idx="10"/>
          </p:nvPr>
        </p:nvSpPr>
        <p:spPr/>
        <p:txBody>
          <a:bodyPr/>
          <a:lstStyle/>
          <a:p>
            <a:fld id="{DDF06176-526A-DF49-9FC4-4039503C58CC}" type="datetime1">
              <a:rPr lang="en-IN" smtClean="0"/>
              <a:t>06-10-2023</a:t>
            </a:fld>
            <a:endParaRPr lang="en-IN" dirty="0"/>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14</a:t>
            </a:fld>
            <a:endParaRPr lang="en-IN">
              <a:solidFill>
                <a:prstClr val="black">
                  <a:tint val="75000"/>
                </a:prstClr>
              </a:solidFill>
            </a:endParaRPr>
          </a:p>
        </p:txBody>
      </p:sp>
      <p:pic>
        <p:nvPicPr>
          <p:cNvPr id="737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752600"/>
            <a:ext cx="8763000" cy="3805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3271793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Problems</a:t>
            </a:r>
          </a:p>
        </p:txBody>
      </p:sp>
      <p:sp>
        <p:nvSpPr>
          <p:cNvPr id="3" name="Text Placeholder 2"/>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fld id="{86ABBDEF-4CAA-2749-8281-346152065E29}" type="datetime1">
              <a:rPr lang="en-IN" smtClean="0">
                <a:solidFill>
                  <a:prstClr val="black">
                    <a:tint val="75000"/>
                  </a:prstClr>
                </a:solidFill>
              </a:rPr>
              <a:t>06-10-2023</a:t>
            </a:fld>
            <a:endParaRPr lang="en-IN" dirty="0">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Development of Surfaces</a:t>
            </a:r>
          </a:p>
        </p:txBody>
      </p:sp>
      <p:sp>
        <p:nvSpPr>
          <p:cNvPr id="6" name="Slide Number Placeholder 5"/>
          <p:cNvSpPr>
            <a:spLocks noGrp="1"/>
          </p:cNvSpPr>
          <p:nvPr>
            <p:ph type="sldNum" sz="quarter" idx="12"/>
          </p:nvPr>
        </p:nvSpPr>
        <p:spPr/>
        <p:txBody>
          <a:bodyPr/>
          <a:lstStyle/>
          <a:p>
            <a:fld id="{F7FF31BA-82E2-4C85-86C6-F5926E4FA1B8}" type="slidenum">
              <a:rPr lang="en-IN" smtClean="0">
                <a:solidFill>
                  <a:prstClr val="black">
                    <a:tint val="75000"/>
                  </a:prstClr>
                </a:solidFill>
              </a:rPr>
              <a:pPr/>
              <a:t>15</a:t>
            </a:fld>
            <a:endParaRPr lang="en-IN">
              <a:solidFill>
                <a:prstClr val="black">
                  <a:tint val="75000"/>
                </a:prstClr>
              </a:solidFill>
            </a:endParaRPr>
          </a:p>
        </p:txBody>
      </p:sp>
    </p:spTree>
    <p:extLst>
      <p:ext uri="{BB962C8B-B14F-4D97-AF65-F5344CB8AC3E}">
        <p14:creationId xmlns:p14="http://schemas.microsoft.com/office/powerpoint/2010/main" val="11887577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1FEA1D-AEFB-C745-9398-06877B5B0BF1}"/>
              </a:ext>
            </a:extLst>
          </p:cNvPr>
          <p:cNvSpPr>
            <a:spLocks noGrp="1"/>
          </p:cNvSpPr>
          <p:nvPr>
            <p:ph idx="1"/>
          </p:nvPr>
        </p:nvSpPr>
        <p:spPr>
          <a:xfrm>
            <a:off x="457200" y="1285861"/>
            <a:ext cx="8229600" cy="1706721"/>
          </a:xfrm>
        </p:spPr>
        <p:txBody>
          <a:bodyPr>
            <a:normAutofit/>
          </a:bodyPr>
          <a:lstStyle/>
          <a:p>
            <a:r>
              <a:rPr lang="en-IN" sz="1800" dirty="0">
                <a:effectLst/>
              </a:rPr>
              <a:t>A hexagonal prism, edge of base 20 mm and axis 50 mm long, rests with its base on H.P. such that one of its rectangular faces is parallel to V.P. It is cut by a plane perpendicular to V.P., inclined at 45 degree to H.P. and passing through the right corned of the top face of the prism. Draw the sectional top view and develop the lateral surface of the truncated prism</a:t>
            </a:r>
            <a:r>
              <a:rPr lang="en-IN" sz="1800" dirty="0" smtClean="0">
                <a:effectLst/>
              </a:rPr>
              <a:t>.</a:t>
            </a:r>
            <a:endParaRPr lang="en-IN" sz="1800" dirty="0">
              <a:effectLst/>
            </a:endParaRPr>
          </a:p>
        </p:txBody>
      </p:sp>
      <p:sp>
        <p:nvSpPr>
          <p:cNvPr id="3" name="Title 2">
            <a:extLst>
              <a:ext uri="{FF2B5EF4-FFF2-40B4-BE49-F238E27FC236}">
                <a16:creationId xmlns:a16="http://schemas.microsoft.com/office/drawing/2014/main" id="{208E2C8D-0AE6-2A45-9E1B-2F202A9BECCA}"/>
              </a:ext>
            </a:extLst>
          </p:cNvPr>
          <p:cNvSpPr>
            <a:spLocks noGrp="1"/>
          </p:cNvSpPr>
          <p:nvPr>
            <p:ph type="title"/>
          </p:nvPr>
        </p:nvSpPr>
        <p:spPr/>
        <p:txBody>
          <a:bodyPr/>
          <a:lstStyle/>
          <a:p>
            <a:r>
              <a:rPr lang="en-GB" dirty="0"/>
              <a:t>Example 1</a:t>
            </a:r>
          </a:p>
        </p:txBody>
      </p:sp>
      <p:sp>
        <p:nvSpPr>
          <p:cNvPr id="4" name="Date Placeholder 3">
            <a:extLst>
              <a:ext uri="{FF2B5EF4-FFF2-40B4-BE49-F238E27FC236}">
                <a16:creationId xmlns:a16="http://schemas.microsoft.com/office/drawing/2014/main" id="{B2D1970C-EAE2-7B47-87A5-AA73A39F6684}"/>
              </a:ext>
            </a:extLst>
          </p:cNvPr>
          <p:cNvSpPr>
            <a:spLocks noGrp="1"/>
          </p:cNvSpPr>
          <p:nvPr>
            <p:ph type="dt" sz="half" idx="10"/>
          </p:nvPr>
        </p:nvSpPr>
        <p:spPr>
          <a:xfrm>
            <a:off x="266128" y="6385848"/>
            <a:ext cx="2133600" cy="365125"/>
          </a:xfrm>
        </p:spPr>
        <p:txBody>
          <a:bodyPr/>
          <a:lstStyle/>
          <a:p>
            <a:fld id="{9BF018F9-647D-3F4E-A399-572EE3A2AA7A}" type="datetime1">
              <a:rPr lang="en-IN" smtClean="0"/>
              <a:t>06-10-2023</a:t>
            </a:fld>
            <a:endParaRPr lang="en-IN" dirty="0"/>
          </a:p>
        </p:txBody>
      </p:sp>
      <p:sp>
        <p:nvSpPr>
          <p:cNvPr id="5" name="Footer Placeholder 4">
            <a:extLst>
              <a:ext uri="{FF2B5EF4-FFF2-40B4-BE49-F238E27FC236}">
                <a16:creationId xmlns:a16="http://schemas.microsoft.com/office/drawing/2014/main" id="{4F18A4C3-EBA5-4D47-80DB-30AEE7D51C4A}"/>
              </a:ext>
            </a:extLst>
          </p:cNvPr>
          <p:cNvSpPr>
            <a:spLocks noGrp="1"/>
          </p:cNvSpPr>
          <p:nvPr>
            <p:ph type="ftr" sz="quarter" idx="11"/>
          </p:nvPr>
        </p:nvSpPr>
        <p:spPr/>
        <p:txBody>
          <a:bodyPr/>
          <a:lstStyle/>
          <a:p>
            <a:r>
              <a:rPr lang="en-IN">
                <a:solidFill>
                  <a:srgbClr val="EEECE1">
                    <a:lumMod val="25000"/>
                  </a:srgbClr>
                </a:solidFill>
              </a:rPr>
              <a:t>Development of Surfaces</a:t>
            </a:r>
          </a:p>
        </p:txBody>
      </p:sp>
      <p:sp>
        <p:nvSpPr>
          <p:cNvPr id="6" name="Slide Number Placeholder 5">
            <a:extLst>
              <a:ext uri="{FF2B5EF4-FFF2-40B4-BE49-F238E27FC236}">
                <a16:creationId xmlns:a16="http://schemas.microsoft.com/office/drawing/2014/main" id="{265D74D9-2470-5E40-AA82-E995D619D569}"/>
              </a:ext>
            </a:extLst>
          </p:cNvPr>
          <p:cNvSpPr>
            <a:spLocks noGrp="1"/>
          </p:cNvSpPr>
          <p:nvPr>
            <p:ph type="sldNum" sz="quarter" idx="12"/>
          </p:nvPr>
        </p:nvSpPr>
        <p:spPr/>
        <p:txBody>
          <a:bodyPr/>
          <a:lstStyle/>
          <a:p>
            <a:fld id="{F7FF31BA-82E2-4C85-86C6-F5926E4FA1B8}" type="slidenum">
              <a:rPr lang="en-IN" smtClean="0"/>
              <a:pPr/>
              <a:t>16</a:t>
            </a:fld>
            <a:endParaRPr lang="en-IN" dirty="0"/>
          </a:p>
        </p:txBody>
      </p:sp>
      <p:sp>
        <p:nvSpPr>
          <p:cNvPr id="76" name="AutoShape 2"/>
          <p:cNvSpPr>
            <a:spLocks noChangeArrowheads="1"/>
          </p:cNvSpPr>
          <p:nvPr/>
        </p:nvSpPr>
        <p:spPr bwMode="auto">
          <a:xfrm rot="14379861">
            <a:off x="1516574" y="5245081"/>
            <a:ext cx="1290568" cy="1158875"/>
          </a:xfrm>
          <a:prstGeom prst="hexagon">
            <a:avLst>
              <a:gd name="adj" fmla="val 30198"/>
              <a:gd name="vf" fmla="val 115470"/>
            </a:avLst>
          </a:prstGeom>
          <a:ln w="38100">
            <a:headEnd/>
            <a:tailEnd/>
          </a:ln>
          <a:extLst/>
        </p:spPr>
        <p:style>
          <a:lnRef idx="2">
            <a:schemeClr val="accent2"/>
          </a:lnRef>
          <a:fillRef idx="1">
            <a:schemeClr val="lt1"/>
          </a:fillRef>
          <a:effectRef idx="0">
            <a:schemeClr val="accent2"/>
          </a:effectRef>
          <a:fontRef idx="minor">
            <a:schemeClr val="dk1"/>
          </a:fontRef>
        </p:style>
        <p:txBody>
          <a:bodyPr wrap="none" anchor="ctr"/>
          <a:lstStyle/>
          <a:p>
            <a:endParaRPr lang="en-US"/>
          </a:p>
        </p:txBody>
      </p:sp>
      <p:cxnSp>
        <p:nvCxnSpPr>
          <p:cNvPr id="77" name="Straight Connector 76"/>
          <p:cNvCxnSpPr/>
          <p:nvPr/>
        </p:nvCxnSpPr>
        <p:spPr>
          <a:xfrm>
            <a:off x="451150" y="5062911"/>
            <a:ext cx="2880000" cy="0"/>
          </a:xfrm>
          <a:prstGeom prst="line">
            <a:avLst/>
          </a:prstGeom>
        </p:spPr>
        <p:style>
          <a:lnRef idx="1">
            <a:schemeClr val="dk1"/>
          </a:lnRef>
          <a:fillRef idx="0">
            <a:schemeClr val="dk1"/>
          </a:fillRef>
          <a:effectRef idx="0">
            <a:schemeClr val="dk1"/>
          </a:effectRef>
          <a:fontRef idx="minor">
            <a:schemeClr val="tx1"/>
          </a:fontRef>
        </p:style>
      </p:cxnSp>
      <p:cxnSp>
        <p:nvCxnSpPr>
          <p:cNvPr id="78" name="Straight Connector 77"/>
          <p:cNvCxnSpPr/>
          <p:nvPr/>
        </p:nvCxnSpPr>
        <p:spPr>
          <a:xfrm flipV="1">
            <a:off x="775856" y="3029807"/>
            <a:ext cx="2212014" cy="2033104"/>
          </a:xfrm>
          <a:prstGeom prst="line">
            <a:avLst/>
          </a:prstGeom>
          <a:ln w="12700">
            <a:prstDash val="dashDot"/>
          </a:ln>
        </p:spPr>
        <p:style>
          <a:lnRef idx="1">
            <a:schemeClr val="dk1"/>
          </a:lnRef>
          <a:fillRef idx="0">
            <a:schemeClr val="dk1"/>
          </a:fillRef>
          <a:effectRef idx="0">
            <a:schemeClr val="dk1"/>
          </a:effectRef>
          <a:fontRef idx="minor">
            <a:schemeClr val="tx1"/>
          </a:fontRef>
        </p:style>
      </p:cxnSp>
      <p:grpSp>
        <p:nvGrpSpPr>
          <p:cNvPr id="79" name="Group 78"/>
          <p:cNvGrpSpPr/>
          <p:nvPr/>
        </p:nvGrpSpPr>
        <p:grpSpPr>
          <a:xfrm>
            <a:off x="1496291" y="2929017"/>
            <a:ext cx="1314828" cy="3452435"/>
            <a:chOff x="1496291" y="3177887"/>
            <a:chExt cx="1314828" cy="3187111"/>
          </a:xfrm>
        </p:grpSpPr>
        <p:cxnSp>
          <p:nvCxnSpPr>
            <p:cNvPr id="80" name="Straight Connector 79"/>
            <p:cNvCxnSpPr>
              <a:stCxn id="76" idx="4"/>
            </p:cNvCxnSpPr>
            <p:nvPr/>
          </p:nvCxnSpPr>
          <p:spPr>
            <a:xfrm flipV="1">
              <a:off x="1810915" y="3177887"/>
              <a:ext cx="0" cy="3178444"/>
            </a:xfrm>
            <a:prstGeom prst="line">
              <a:avLst/>
            </a:prstGeom>
          </p:spPr>
          <p:style>
            <a:lnRef idx="1">
              <a:schemeClr val="dk1"/>
            </a:lnRef>
            <a:fillRef idx="0">
              <a:schemeClr val="dk1"/>
            </a:fillRef>
            <a:effectRef idx="0">
              <a:schemeClr val="dk1"/>
            </a:effectRef>
            <a:fontRef idx="minor">
              <a:schemeClr val="tx1"/>
            </a:fontRef>
          </p:style>
        </p:cxnSp>
        <p:cxnSp>
          <p:nvCxnSpPr>
            <p:cNvPr id="81" name="Straight Connector 80"/>
            <p:cNvCxnSpPr>
              <a:stCxn id="76" idx="3"/>
            </p:cNvCxnSpPr>
            <p:nvPr/>
          </p:nvCxnSpPr>
          <p:spPr>
            <a:xfrm flipH="1" flipV="1">
              <a:off x="2487581" y="3177887"/>
              <a:ext cx="188" cy="3187111"/>
            </a:xfrm>
            <a:prstGeom prst="line">
              <a:avLst/>
            </a:prstGeom>
          </p:spPr>
          <p:style>
            <a:lnRef idx="1">
              <a:schemeClr val="dk1"/>
            </a:lnRef>
            <a:fillRef idx="0">
              <a:schemeClr val="dk1"/>
            </a:fillRef>
            <a:effectRef idx="0">
              <a:schemeClr val="dk1"/>
            </a:effectRef>
            <a:fontRef idx="minor">
              <a:schemeClr val="tx1"/>
            </a:fontRef>
          </p:style>
        </p:cxnSp>
        <p:cxnSp>
          <p:nvCxnSpPr>
            <p:cNvPr id="82" name="Straight Connector 81"/>
            <p:cNvCxnSpPr>
              <a:stCxn id="76" idx="5"/>
            </p:cNvCxnSpPr>
            <p:nvPr/>
          </p:nvCxnSpPr>
          <p:spPr>
            <a:xfrm flipH="1" flipV="1">
              <a:off x="1496291" y="3177887"/>
              <a:ext cx="0" cy="2707839"/>
            </a:xfrm>
            <a:prstGeom prst="line">
              <a:avLst/>
            </a:prstGeom>
          </p:spPr>
          <p:style>
            <a:lnRef idx="1">
              <a:schemeClr val="dk1"/>
            </a:lnRef>
            <a:fillRef idx="0">
              <a:schemeClr val="dk1"/>
            </a:fillRef>
            <a:effectRef idx="0">
              <a:schemeClr val="dk1"/>
            </a:effectRef>
            <a:fontRef idx="minor">
              <a:schemeClr val="tx1"/>
            </a:fontRef>
          </p:style>
        </p:cxnSp>
        <p:cxnSp>
          <p:nvCxnSpPr>
            <p:cNvPr id="83" name="Straight Connector 82"/>
            <p:cNvCxnSpPr>
              <a:stCxn id="76" idx="2"/>
            </p:cNvCxnSpPr>
            <p:nvPr/>
          </p:nvCxnSpPr>
          <p:spPr>
            <a:xfrm flipV="1">
              <a:off x="2811119" y="3236567"/>
              <a:ext cx="0" cy="2579439"/>
            </a:xfrm>
            <a:prstGeom prst="line">
              <a:avLst/>
            </a:prstGeom>
          </p:spPr>
          <p:style>
            <a:lnRef idx="1">
              <a:schemeClr val="dk1"/>
            </a:lnRef>
            <a:fillRef idx="0">
              <a:schemeClr val="dk1"/>
            </a:fillRef>
            <a:effectRef idx="0">
              <a:schemeClr val="dk1"/>
            </a:effectRef>
            <a:fontRef idx="minor">
              <a:schemeClr val="tx1"/>
            </a:fontRef>
          </p:style>
        </p:cxnSp>
      </p:grpSp>
      <p:cxnSp>
        <p:nvCxnSpPr>
          <p:cNvPr id="90" name="Straight Arrow Connector 89"/>
          <p:cNvCxnSpPr/>
          <p:nvPr/>
        </p:nvCxnSpPr>
        <p:spPr>
          <a:xfrm>
            <a:off x="1842655" y="6615859"/>
            <a:ext cx="631278"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91" name="TextBox 90"/>
          <p:cNvSpPr txBox="1"/>
          <p:nvPr/>
        </p:nvSpPr>
        <p:spPr>
          <a:xfrm>
            <a:off x="1828798" y="6356535"/>
            <a:ext cx="965106" cy="307777"/>
          </a:xfrm>
          <a:prstGeom prst="rect">
            <a:avLst/>
          </a:prstGeom>
          <a:noFill/>
        </p:spPr>
        <p:txBody>
          <a:bodyPr wrap="square" rtlCol="0">
            <a:spAutoFit/>
          </a:bodyPr>
          <a:lstStyle/>
          <a:p>
            <a:r>
              <a:rPr lang="en-US" sz="1400" dirty="0" smtClean="0"/>
              <a:t>20 mm</a:t>
            </a:r>
            <a:endParaRPr lang="en-US" sz="1400" dirty="0"/>
          </a:p>
        </p:txBody>
      </p:sp>
      <p:sp>
        <p:nvSpPr>
          <p:cNvPr id="92" name="Arc 91"/>
          <p:cNvSpPr/>
          <p:nvPr/>
        </p:nvSpPr>
        <p:spPr>
          <a:xfrm>
            <a:off x="795504" y="4855092"/>
            <a:ext cx="348385" cy="457201"/>
          </a:xfrm>
          <a:prstGeom prst="arc">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93" name="Rectangle 92"/>
          <p:cNvSpPr/>
          <p:nvPr/>
        </p:nvSpPr>
        <p:spPr>
          <a:xfrm>
            <a:off x="1117705" y="4705068"/>
            <a:ext cx="402674" cy="276999"/>
          </a:xfrm>
          <a:prstGeom prst="rect">
            <a:avLst/>
          </a:prstGeom>
        </p:spPr>
        <p:txBody>
          <a:bodyPr wrap="none">
            <a:spAutoFit/>
          </a:bodyPr>
          <a:lstStyle/>
          <a:p>
            <a:r>
              <a:rPr lang="en-US" sz="1200" dirty="0" smtClean="0"/>
              <a:t>45⁰</a:t>
            </a:r>
            <a:endParaRPr lang="en-US" sz="1200" dirty="0"/>
          </a:p>
        </p:txBody>
      </p:sp>
      <p:cxnSp>
        <p:nvCxnSpPr>
          <p:cNvPr id="94" name="Straight Arrow Connector 93"/>
          <p:cNvCxnSpPr/>
          <p:nvPr/>
        </p:nvCxnSpPr>
        <p:spPr>
          <a:xfrm flipV="1">
            <a:off x="484903" y="3206402"/>
            <a:ext cx="0" cy="187036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95" name="Straight Connector 94"/>
          <p:cNvCxnSpPr/>
          <p:nvPr/>
        </p:nvCxnSpPr>
        <p:spPr>
          <a:xfrm>
            <a:off x="4599709" y="4397882"/>
            <a:ext cx="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6" name="Group 95"/>
          <p:cNvGrpSpPr/>
          <p:nvPr/>
        </p:nvGrpSpPr>
        <p:grpSpPr>
          <a:xfrm>
            <a:off x="4599709" y="3192537"/>
            <a:ext cx="3990117" cy="1205345"/>
            <a:chOff x="4599709" y="2673917"/>
            <a:chExt cx="3990117" cy="1205345"/>
          </a:xfrm>
        </p:grpSpPr>
        <p:cxnSp>
          <p:nvCxnSpPr>
            <p:cNvPr id="97" name="Straight Connector 96"/>
            <p:cNvCxnSpPr/>
            <p:nvPr/>
          </p:nvCxnSpPr>
          <p:spPr>
            <a:xfrm flipV="1">
              <a:off x="4599709" y="3588321"/>
              <a:ext cx="665023" cy="290932"/>
            </a:xfrm>
            <a:prstGeom prst="line">
              <a:avLst/>
            </a:prstGeom>
          </p:spPr>
          <p:style>
            <a:lnRef idx="1">
              <a:schemeClr val="dk1"/>
            </a:lnRef>
            <a:fillRef idx="0">
              <a:schemeClr val="dk1"/>
            </a:fillRef>
            <a:effectRef idx="0">
              <a:schemeClr val="dk1"/>
            </a:effectRef>
            <a:fontRef idx="minor">
              <a:schemeClr val="tx1"/>
            </a:fontRef>
          </p:style>
        </p:cxnSp>
        <p:cxnSp>
          <p:nvCxnSpPr>
            <p:cNvPr id="98" name="Straight Connector 97"/>
            <p:cNvCxnSpPr/>
            <p:nvPr/>
          </p:nvCxnSpPr>
          <p:spPr>
            <a:xfrm flipV="1">
              <a:off x="5264728" y="2964860"/>
              <a:ext cx="665025" cy="609594"/>
            </a:xfrm>
            <a:prstGeom prst="line">
              <a:avLst/>
            </a:prstGeom>
          </p:spPr>
          <p:style>
            <a:lnRef idx="1">
              <a:schemeClr val="dk1"/>
            </a:lnRef>
            <a:fillRef idx="0">
              <a:schemeClr val="dk1"/>
            </a:fillRef>
            <a:effectRef idx="0">
              <a:schemeClr val="dk1"/>
            </a:effectRef>
            <a:fontRef idx="minor">
              <a:schemeClr val="tx1"/>
            </a:fontRef>
          </p:style>
        </p:cxnSp>
        <p:cxnSp>
          <p:nvCxnSpPr>
            <p:cNvPr id="99" name="Straight Connector 98"/>
            <p:cNvCxnSpPr/>
            <p:nvPr/>
          </p:nvCxnSpPr>
          <p:spPr>
            <a:xfrm>
              <a:off x="7259786" y="2978713"/>
              <a:ext cx="665025" cy="609608"/>
            </a:xfrm>
            <a:prstGeom prst="line">
              <a:avLst/>
            </a:prstGeom>
          </p:spPr>
          <p:style>
            <a:lnRef idx="1">
              <a:schemeClr val="dk1"/>
            </a:lnRef>
            <a:fillRef idx="0">
              <a:schemeClr val="dk1"/>
            </a:fillRef>
            <a:effectRef idx="0">
              <a:schemeClr val="dk1"/>
            </a:effectRef>
            <a:fontRef idx="minor">
              <a:schemeClr val="tx1"/>
            </a:fontRef>
          </p:style>
        </p:cxnSp>
        <p:cxnSp>
          <p:nvCxnSpPr>
            <p:cNvPr id="100" name="Straight Connector 99"/>
            <p:cNvCxnSpPr/>
            <p:nvPr/>
          </p:nvCxnSpPr>
          <p:spPr>
            <a:xfrm>
              <a:off x="7907482" y="3602163"/>
              <a:ext cx="682344" cy="277099"/>
            </a:xfrm>
            <a:prstGeom prst="line">
              <a:avLst/>
            </a:prstGeom>
          </p:spPr>
          <p:style>
            <a:lnRef idx="1">
              <a:schemeClr val="dk1"/>
            </a:lnRef>
            <a:fillRef idx="0">
              <a:schemeClr val="dk1"/>
            </a:fillRef>
            <a:effectRef idx="0">
              <a:schemeClr val="dk1"/>
            </a:effectRef>
            <a:fontRef idx="minor">
              <a:schemeClr val="tx1"/>
            </a:fontRef>
          </p:style>
        </p:cxnSp>
        <p:cxnSp>
          <p:nvCxnSpPr>
            <p:cNvPr id="101" name="Straight Connector 100"/>
            <p:cNvCxnSpPr/>
            <p:nvPr/>
          </p:nvCxnSpPr>
          <p:spPr>
            <a:xfrm flipV="1">
              <a:off x="5929748" y="2673917"/>
              <a:ext cx="665023" cy="290932"/>
            </a:xfrm>
            <a:prstGeom prst="line">
              <a:avLst/>
            </a:prstGeom>
          </p:spPr>
          <p:style>
            <a:lnRef idx="1">
              <a:schemeClr val="dk1"/>
            </a:lnRef>
            <a:fillRef idx="0">
              <a:schemeClr val="dk1"/>
            </a:fillRef>
            <a:effectRef idx="0">
              <a:schemeClr val="dk1"/>
            </a:effectRef>
            <a:fontRef idx="minor">
              <a:schemeClr val="tx1"/>
            </a:fontRef>
          </p:style>
        </p:cxnSp>
        <p:cxnSp>
          <p:nvCxnSpPr>
            <p:cNvPr id="102" name="Straight Connector 101"/>
            <p:cNvCxnSpPr/>
            <p:nvPr/>
          </p:nvCxnSpPr>
          <p:spPr>
            <a:xfrm>
              <a:off x="6577439" y="2687761"/>
              <a:ext cx="682344" cy="277099"/>
            </a:xfrm>
            <a:prstGeom prst="line">
              <a:avLst/>
            </a:prstGeom>
          </p:spPr>
          <p:style>
            <a:lnRef idx="1">
              <a:schemeClr val="dk1"/>
            </a:lnRef>
            <a:fillRef idx="0">
              <a:schemeClr val="dk1"/>
            </a:fillRef>
            <a:effectRef idx="0">
              <a:schemeClr val="dk1"/>
            </a:effectRef>
            <a:fontRef idx="minor">
              <a:schemeClr val="tx1"/>
            </a:fontRef>
          </p:style>
        </p:cxnSp>
      </p:grpSp>
      <p:grpSp>
        <p:nvGrpSpPr>
          <p:cNvPr id="103" name="Group 102"/>
          <p:cNvGrpSpPr/>
          <p:nvPr/>
        </p:nvGrpSpPr>
        <p:grpSpPr>
          <a:xfrm>
            <a:off x="4613564" y="3192547"/>
            <a:ext cx="4003968" cy="1884209"/>
            <a:chOff x="4613564" y="2673927"/>
            <a:chExt cx="4003968" cy="1884209"/>
          </a:xfrm>
        </p:grpSpPr>
        <p:cxnSp>
          <p:nvCxnSpPr>
            <p:cNvPr id="104" name="Straight Connector 103"/>
            <p:cNvCxnSpPr/>
            <p:nvPr/>
          </p:nvCxnSpPr>
          <p:spPr>
            <a:xfrm>
              <a:off x="6594774" y="2673927"/>
              <a:ext cx="0" cy="1884209"/>
            </a:xfrm>
            <a:prstGeom prst="line">
              <a:avLst/>
            </a:prstGeom>
          </p:spPr>
          <p:style>
            <a:lnRef idx="1">
              <a:schemeClr val="dk1"/>
            </a:lnRef>
            <a:fillRef idx="0">
              <a:schemeClr val="dk1"/>
            </a:fillRef>
            <a:effectRef idx="0">
              <a:schemeClr val="dk1"/>
            </a:effectRef>
            <a:fontRef idx="minor">
              <a:schemeClr val="tx1"/>
            </a:fontRef>
          </p:style>
        </p:cxnSp>
        <p:cxnSp>
          <p:nvCxnSpPr>
            <p:cNvPr id="105" name="Straight Connector 104"/>
            <p:cNvCxnSpPr/>
            <p:nvPr/>
          </p:nvCxnSpPr>
          <p:spPr>
            <a:xfrm>
              <a:off x="4613564" y="2687761"/>
              <a:ext cx="0" cy="1856530"/>
            </a:xfrm>
            <a:prstGeom prst="line">
              <a:avLst/>
            </a:prstGeom>
          </p:spPr>
          <p:style>
            <a:lnRef idx="1">
              <a:schemeClr val="dk1"/>
            </a:lnRef>
            <a:fillRef idx="0">
              <a:schemeClr val="dk1"/>
            </a:fillRef>
            <a:effectRef idx="0">
              <a:schemeClr val="dk1"/>
            </a:effectRef>
            <a:fontRef idx="minor">
              <a:schemeClr val="tx1"/>
            </a:fontRef>
          </p:style>
        </p:cxnSp>
        <p:cxnSp>
          <p:nvCxnSpPr>
            <p:cNvPr id="106" name="Straight Connector 105"/>
            <p:cNvCxnSpPr/>
            <p:nvPr/>
          </p:nvCxnSpPr>
          <p:spPr>
            <a:xfrm>
              <a:off x="5223164" y="2687761"/>
              <a:ext cx="4" cy="1856525"/>
            </a:xfrm>
            <a:prstGeom prst="line">
              <a:avLst/>
            </a:prstGeom>
          </p:spPr>
          <p:style>
            <a:lnRef idx="1">
              <a:schemeClr val="dk1"/>
            </a:lnRef>
            <a:fillRef idx="0">
              <a:schemeClr val="dk1"/>
            </a:fillRef>
            <a:effectRef idx="0">
              <a:schemeClr val="dk1"/>
            </a:effectRef>
            <a:fontRef idx="minor">
              <a:schemeClr val="tx1"/>
            </a:fontRef>
          </p:style>
        </p:cxnSp>
        <p:cxnSp>
          <p:nvCxnSpPr>
            <p:cNvPr id="107" name="Straight Connector 106"/>
            <p:cNvCxnSpPr/>
            <p:nvPr/>
          </p:nvCxnSpPr>
          <p:spPr>
            <a:xfrm>
              <a:off x="5915898" y="2687761"/>
              <a:ext cx="0" cy="1870375"/>
            </a:xfrm>
            <a:prstGeom prst="line">
              <a:avLst/>
            </a:prstGeom>
          </p:spPr>
          <p:style>
            <a:lnRef idx="1">
              <a:schemeClr val="dk1"/>
            </a:lnRef>
            <a:fillRef idx="0">
              <a:schemeClr val="dk1"/>
            </a:fillRef>
            <a:effectRef idx="0">
              <a:schemeClr val="dk1"/>
            </a:effectRef>
            <a:fontRef idx="minor">
              <a:schemeClr val="tx1"/>
            </a:fontRef>
          </p:style>
        </p:cxnSp>
        <p:cxnSp>
          <p:nvCxnSpPr>
            <p:cNvPr id="108" name="Straight Connector 107"/>
            <p:cNvCxnSpPr/>
            <p:nvPr/>
          </p:nvCxnSpPr>
          <p:spPr>
            <a:xfrm>
              <a:off x="7232073" y="2687761"/>
              <a:ext cx="8" cy="1856520"/>
            </a:xfrm>
            <a:prstGeom prst="line">
              <a:avLst/>
            </a:prstGeom>
          </p:spPr>
          <p:style>
            <a:lnRef idx="1">
              <a:schemeClr val="dk1"/>
            </a:lnRef>
            <a:fillRef idx="0">
              <a:schemeClr val="dk1"/>
            </a:fillRef>
            <a:effectRef idx="0">
              <a:schemeClr val="dk1"/>
            </a:effectRef>
            <a:fontRef idx="minor">
              <a:schemeClr val="tx1"/>
            </a:fontRef>
          </p:style>
        </p:cxnSp>
        <p:cxnSp>
          <p:nvCxnSpPr>
            <p:cNvPr id="109" name="Straight Connector 108"/>
            <p:cNvCxnSpPr/>
            <p:nvPr/>
          </p:nvCxnSpPr>
          <p:spPr>
            <a:xfrm>
              <a:off x="7924811" y="2687761"/>
              <a:ext cx="0" cy="1870375"/>
            </a:xfrm>
            <a:prstGeom prst="line">
              <a:avLst/>
            </a:prstGeom>
          </p:spPr>
          <p:style>
            <a:lnRef idx="1">
              <a:schemeClr val="dk1"/>
            </a:lnRef>
            <a:fillRef idx="0">
              <a:schemeClr val="dk1"/>
            </a:fillRef>
            <a:effectRef idx="0">
              <a:schemeClr val="dk1"/>
            </a:effectRef>
            <a:fontRef idx="minor">
              <a:schemeClr val="tx1"/>
            </a:fontRef>
          </p:style>
        </p:cxnSp>
        <p:cxnSp>
          <p:nvCxnSpPr>
            <p:cNvPr id="110" name="Straight Connector 109"/>
            <p:cNvCxnSpPr/>
            <p:nvPr/>
          </p:nvCxnSpPr>
          <p:spPr>
            <a:xfrm>
              <a:off x="8617532" y="2687761"/>
              <a:ext cx="0" cy="1856521"/>
            </a:xfrm>
            <a:prstGeom prst="line">
              <a:avLst/>
            </a:prstGeom>
          </p:spPr>
          <p:style>
            <a:lnRef idx="1">
              <a:schemeClr val="dk1"/>
            </a:lnRef>
            <a:fillRef idx="0">
              <a:schemeClr val="dk1"/>
            </a:fillRef>
            <a:effectRef idx="0">
              <a:schemeClr val="dk1"/>
            </a:effectRef>
            <a:fontRef idx="minor">
              <a:schemeClr val="tx1"/>
            </a:fontRef>
          </p:style>
        </p:cxnSp>
      </p:grpSp>
      <p:grpSp>
        <p:nvGrpSpPr>
          <p:cNvPr id="111" name="Group 110"/>
          <p:cNvGrpSpPr/>
          <p:nvPr/>
        </p:nvGrpSpPr>
        <p:grpSpPr>
          <a:xfrm>
            <a:off x="1492257" y="3192536"/>
            <a:ext cx="1316192" cy="1856526"/>
            <a:chOff x="1492257" y="180091"/>
            <a:chExt cx="1316192" cy="1856526"/>
          </a:xfrm>
        </p:grpSpPr>
        <p:cxnSp>
          <p:nvCxnSpPr>
            <p:cNvPr id="112" name="Straight Connector 111"/>
            <p:cNvCxnSpPr/>
            <p:nvPr/>
          </p:nvCxnSpPr>
          <p:spPr>
            <a:xfrm>
              <a:off x="2808449" y="180107"/>
              <a:ext cx="0" cy="1856510"/>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13" name="Straight Connector 112"/>
            <p:cNvCxnSpPr/>
            <p:nvPr/>
          </p:nvCxnSpPr>
          <p:spPr>
            <a:xfrm flipH="1">
              <a:off x="1496291" y="180091"/>
              <a:ext cx="1312158" cy="1205361"/>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14" name="Straight Connector 113"/>
            <p:cNvCxnSpPr/>
            <p:nvPr/>
          </p:nvCxnSpPr>
          <p:spPr>
            <a:xfrm>
              <a:off x="1492257" y="1385452"/>
              <a:ext cx="4034" cy="651165"/>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15" name="Straight Connector 114"/>
            <p:cNvCxnSpPr/>
            <p:nvPr/>
          </p:nvCxnSpPr>
          <p:spPr>
            <a:xfrm flipH="1">
              <a:off x="1496291" y="2036617"/>
              <a:ext cx="1312158" cy="0"/>
            </a:xfrm>
            <a:prstGeom prst="line">
              <a:avLst/>
            </a:prstGeom>
            <a:ln w="38100"/>
          </p:spPr>
          <p:style>
            <a:lnRef idx="1">
              <a:schemeClr val="accent2"/>
            </a:lnRef>
            <a:fillRef idx="0">
              <a:schemeClr val="accent2"/>
            </a:fillRef>
            <a:effectRef idx="0">
              <a:schemeClr val="accent2"/>
            </a:effectRef>
            <a:fontRef idx="minor">
              <a:schemeClr val="tx1"/>
            </a:fontRef>
          </p:style>
        </p:cxnSp>
      </p:grpSp>
      <p:grpSp>
        <p:nvGrpSpPr>
          <p:cNvPr id="116" name="Group 115"/>
          <p:cNvGrpSpPr/>
          <p:nvPr/>
        </p:nvGrpSpPr>
        <p:grpSpPr>
          <a:xfrm>
            <a:off x="4456646" y="2890113"/>
            <a:ext cx="4325455" cy="307783"/>
            <a:chOff x="4456646" y="2371493"/>
            <a:chExt cx="4325455" cy="307783"/>
          </a:xfrm>
        </p:grpSpPr>
        <p:sp>
          <p:nvSpPr>
            <p:cNvPr id="117" name="Rectangle 116"/>
            <p:cNvSpPr/>
            <p:nvPr/>
          </p:nvSpPr>
          <p:spPr>
            <a:xfrm>
              <a:off x="4456646" y="2371499"/>
              <a:ext cx="335348" cy="307777"/>
            </a:xfrm>
            <a:prstGeom prst="rect">
              <a:avLst/>
            </a:prstGeom>
          </p:spPr>
          <p:txBody>
            <a:bodyPr wrap="none">
              <a:spAutoFit/>
            </a:bodyPr>
            <a:lstStyle/>
            <a:p>
              <a:r>
                <a:rPr lang="en-US" sz="1400" b="1" dirty="0" smtClean="0"/>
                <a:t>A’</a:t>
              </a:r>
            </a:p>
          </p:txBody>
        </p:sp>
        <p:sp>
          <p:nvSpPr>
            <p:cNvPr id="118" name="Rectangle 117"/>
            <p:cNvSpPr/>
            <p:nvPr/>
          </p:nvSpPr>
          <p:spPr>
            <a:xfrm>
              <a:off x="5800535" y="2371495"/>
              <a:ext cx="331181" cy="307777"/>
            </a:xfrm>
            <a:prstGeom prst="rect">
              <a:avLst/>
            </a:prstGeom>
          </p:spPr>
          <p:txBody>
            <a:bodyPr wrap="none">
              <a:spAutoFit/>
            </a:bodyPr>
            <a:lstStyle/>
            <a:p>
              <a:r>
                <a:rPr lang="en-US" sz="1400" b="1" dirty="0" smtClean="0"/>
                <a:t>C’</a:t>
              </a:r>
            </a:p>
          </p:txBody>
        </p:sp>
        <p:sp>
          <p:nvSpPr>
            <p:cNvPr id="119" name="Rectangle 118"/>
            <p:cNvSpPr/>
            <p:nvPr/>
          </p:nvSpPr>
          <p:spPr>
            <a:xfrm>
              <a:off x="6451700" y="2371493"/>
              <a:ext cx="345864" cy="307777"/>
            </a:xfrm>
            <a:prstGeom prst="rect">
              <a:avLst/>
            </a:prstGeom>
          </p:spPr>
          <p:txBody>
            <a:bodyPr wrap="none">
              <a:spAutoFit/>
            </a:bodyPr>
            <a:lstStyle/>
            <a:p>
              <a:r>
                <a:rPr lang="en-US" sz="1400" b="1" dirty="0" smtClean="0"/>
                <a:t>D’</a:t>
              </a:r>
            </a:p>
          </p:txBody>
        </p:sp>
        <p:sp>
          <p:nvSpPr>
            <p:cNvPr id="120" name="Rectangle 119"/>
            <p:cNvSpPr/>
            <p:nvPr/>
          </p:nvSpPr>
          <p:spPr>
            <a:xfrm>
              <a:off x="7116716" y="2371494"/>
              <a:ext cx="319318" cy="307777"/>
            </a:xfrm>
            <a:prstGeom prst="rect">
              <a:avLst/>
            </a:prstGeom>
          </p:spPr>
          <p:txBody>
            <a:bodyPr wrap="none">
              <a:spAutoFit/>
            </a:bodyPr>
            <a:lstStyle/>
            <a:p>
              <a:r>
                <a:rPr lang="en-US" sz="1400" b="1" dirty="0" smtClean="0"/>
                <a:t>E’</a:t>
              </a:r>
            </a:p>
          </p:txBody>
        </p:sp>
        <p:sp>
          <p:nvSpPr>
            <p:cNvPr id="121" name="Rectangle 120"/>
            <p:cNvSpPr/>
            <p:nvPr/>
          </p:nvSpPr>
          <p:spPr>
            <a:xfrm>
              <a:off x="7795586" y="2371495"/>
              <a:ext cx="313804" cy="307777"/>
            </a:xfrm>
            <a:prstGeom prst="rect">
              <a:avLst/>
            </a:prstGeom>
          </p:spPr>
          <p:txBody>
            <a:bodyPr wrap="none">
              <a:spAutoFit/>
            </a:bodyPr>
            <a:lstStyle/>
            <a:p>
              <a:r>
                <a:rPr lang="en-US" sz="1400" b="1" dirty="0" smtClean="0"/>
                <a:t>F’</a:t>
              </a:r>
            </a:p>
          </p:txBody>
        </p:sp>
        <p:sp>
          <p:nvSpPr>
            <p:cNvPr id="122" name="Rectangle 121"/>
            <p:cNvSpPr/>
            <p:nvPr/>
          </p:nvSpPr>
          <p:spPr>
            <a:xfrm>
              <a:off x="8446753" y="2371495"/>
              <a:ext cx="335348" cy="307777"/>
            </a:xfrm>
            <a:prstGeom prst="rect">
              <a:avLst/>
            </a:prstGeom>
          </p:spPr>
          <p:txBody>
            <a:bodyPr wrap="none">
              <a:spAutoFit/>
            </a:bodyPr>
            <a:lstStyle/>
            <a:p>
              <a:r>
                <a:rPr lang="en-US" sz="1400" b="1" dirty="0" smtClean="0"/>
                <a:t>A’</a:t>
              </a:r>
            </a:p>
          </p:txBody>
        </p:sp>
        <p:sp>
          <p:nvSpPr>
            <p:cNvPr id="123" name="Rectangle 122"/>
            <p:cNvSpPr/>
            <p:nvPr/>
          </p:nvSpPr>
          <p:spPr>
            <a:xfrm>
              <a:off x="5121665" y="2371494"/>
              <a:ext cx="332142" cy="307777"/>
            </a:xfrm>
            <a:prstGeom prst="rect">
              <a:avLst/>
            </a:prstGeom>
          </p:spPr>
          <p:txBody>
            <a:bodyPr wrap="none">
              <a:spAutoFit/>
            </a:bodyPr>
            <a:lstStyle/>
            <a:p>
              <a:r>
                <a:rPr lang="en-US" sz="1400" b="1" dirty="0" smtClean="0"/>
                <a:t>B’</a:t>
              </a:r>
            </a:p>
          </p:txBody>
        </p:sp>
      </p:grpSp>
      <p:grpSp>
        <p:nvGrpSpPr>
          <p:cNvPr id="124" name="Group 123"/>
          <p:cNvGrpSpPr/>
          <p:nvPr/>
        </p:nvGrpSpPr>
        <p:grpSpPr>
          <a:xfrm>
            <a:off x="1256251" y="5053491"/>
            <a:ext cx="1808615" cy="1473625"/>
            <a:chOff x="1256251" y="4671351"/>
            <a:chExt cx="1808615" cy="1473625"/>
          </a:xfrm>
        </p:grpSpPr>
        <p:sp>
          <p:nvSpPr>
            <p:cNvPr id="125" name="Rectangle 124"/>
            <p:cNvSpPr/>
            <p:nvPr/>
          </p:nvSpPr>
          <p:spPr>
            <a:xfrm>
              <a:off x="1616460" y="4685205"/>
              <a:ext cx="266420" cy="307777"/>
            </a:xfrm>
            <a:prstGeom prst="rect">
              <a:avLst/>
            </a:prstGeom>
          </p:spPr>
          <p:txBody>
            <a:bodyPr wrap="none">
              <a:spAutoFit/>
            </a:bodyPr>
            <a:lstStyle/>
            <a:p>
              <a:r>
                <a:rPr lang="en-US" sz="1400" b="1" dirty="0" smtClean="0"/>
                <a:t>F</a:t>
              </a:r>
            </a:p>
          </p:txBody>
        </p:sp>
        <p:sp>
          <p:nvSpPr>
            <p:cNvPr id="126" name="Rectangle 125"/>
            <p:cNvSpPr/>
            <p:nvPr/>
          </p:nvSpPr>
          <p:spPr>
            <a:xfrm>
              <a:off x="2420024" y="4671351"/>
              <a:ext cx="272832" cy="307777"/>
            </a:xfrm>
            <a:prstGeom prst="rect">
              <a:avLst/>
            </a:prstGeom>
          </p:spPr>
          <p:txBody>
            <a:bodyPr wrap="none">
              <a:spAutoFit/>
            </a:bodyPr>
            <a:lstStyle/>
            <a:p>
              <a:r>
                <a:rPr lang="en-US" sz="1400" b="1" dirty="0"/>
                <a:t>E</a:t>
              </a:r>
              <a:endParaRPr lang="en-US" sz="1400" b="1" dirty="0" smtClean="0"/>
            </a:p>
          </p:txBody>
        </p:sp>
        <p:sp>
          <p:nvSpPr>
            <p:cNvPr id="127" name="Rectangle 126"/>
            <p:cNvSpPr/>
            <p:nvPr/>
          </p:nvSpPr>
          <p:spPr>
            <a:xfrm>
              <a:off x="2766386" y="5267096"/>
              <a:ext cx="298480" cy="307777"/>
            </a:xfrm>
            <a:prstGeom prst="rect">
              <a:avLst/>
            </a:prstGeom>
          </p:spPr>
          <p:txBody>
            <a:bodyPr wrap="none">
              <a:spAutoFit/>
            </a:bodyPr>
            <a:lstStyle/>
            <a:p>
              <a:r>
                <a:rPr lang="en-US" sz="1400" b="1" dirty="0"/>
                <a:t>D</a:t>
              </a:r>
              <a:endParaRPr lang="en-US" sz="1400" b="1" dirty="0" smtClean="0"/>
            </a:p>
          </p:txBody>
        </p:sp>
        <p:sp>
          <p:nvSpPr>
            <p:cNvPr id="128" name="Rectangle 127"/>
            <p:cNvSpPr/>
            <p:nvPr/>
          </p:nvSpPr>
          <p:spPr>
            <a:xfrm>
              <a:off x="2446707" y="5837199"/>
              <a:ext cx="279244" cy="307777"/>
            </a:xfrm>
            <a:prstGeom prst="rect">
              <a:avLst/>
            </a:prstGeom>
          </p:spPr>
          <p:txBody>
            <a:bodyPr wrap="none">
              <a:spAutoFit/>
            </a:bodyPr>
            <a:lstStyle/>
            <a:p>
              <a:r>
                <a:rPr lang="en-US" sz="1400" b="1" dirty="0" smtClean="0"/>
                <a:t>C</a:t>
              </a:r>
            </a:p>
          </p:txBody>
        </p:sp>
        <p:sp>
          <p:nvSpPr>
            <p:cNvPr id="129" name="Rectangle 128"/>
            <p:cNvSpPr/>
            <p:nvPr/>
          </p:nvSpPr>
          <p:spPr>
            <a:xfrm>
              <a:off x="1575729" y="5836992"/>
              <a:ext cx="285656" cy="307777"/>
            </a:xfrm>
            <a:prstGeom prst="rect">
              <a:avLst/>
            </a:prstGeom>
          </p:spPr>
          <p:txBody>
            <a:bodyPr wrap="none">
              <a:spAutoFit/>
            </a:bodyPr>
            <a:lstStyle/>
            <a:p>
              <a:r>
                <a:rPr lang="en-US" sz="1400" b="1" dirty="0" smtClean="0"/>
                <a:t>B</a:t>
              </a:r>
            </a:p>
          </p:txBody>
        </p:sp>
        <p:sp>
          <p:nvSpPr>
            <p:cNvPr id="130" name="Rectangle 129"/>
            <p:cNvSpPr/>
            <p:nvPr/>
          </p:nvSpPr>
          <p:spPr>
            <a:xfrm>
              <a:off x="1256251" y="5322516"/>
              <a:ext cx="293670" cy="307777"/>
            </a:xfrm>
            <a:prstGeom prst="rect">
              <a:avLst/>
            </a:prstGeom>
          </p:spPr>
          <p:txBody>
            <a:bodyPr wrap="none">
              <a:spAutoFit/>
            </a:bodyPr>
            <a:lstStyle/>
            <a:p>
              <a:r>
                <a:rPr lang="en-US" sz="1400" b="1" dirty="0" smtClean="0"/>
                <a:t>A</a:t>
              </a:r>
            </a:p>
          </p:txBody>
        </p:sp>
      </p:grpSp>
      <p:sp>
        <p:nvSpPr>
          <p:cNvPr id="131" name="Rectangle 130"/>
          <p:cNvSpPr/>
          <p:nvPr/>
        </p:nvSpPr>
        <p:spPr>
          <a:xfrm>
            <a:off x="13811" y="3793732"/>
            <a:ext cx="692818" cy="307777"/>
          </a:xfrm>
          <a:prstGeom prst="rect">
            <a:avLst/>
          </a:prstGeom>
        </p:spPr>
        <p:txBody>
          <a:bodyPr wrap="none">
            <a:spAutoFit/>
          </a:bodyPr>
          <a:lstStyle/>
          <a:p>
            <a:pPr lvl="0"/>
            <a:r>
              <a:rPr lang="en-US" sz="1400" dirty="0" smtClean="0">
                <a:solidFill>
                  <a:prstClr val="black"/>
                </a:solidFill>
              </a:rPr>
              <a:t>50 </a:t>
            </a:r>
            <a:r>
              <a:rPr lang="en-US" sz="1400" dirty="0">
                <a:solidFill>
                  <a:prstClr val="black"/>
                </a:solidFill>
              </a:rPr>
              <a:t>mm</a:t>
            </a:r>
          </a:p>
        </p:txBody>
      </p:sp>
      <p:grpSp>
        <p:nvGrpSpPr>
          <p:cNvPr id="132" name="Group 131"/>
          <p:cNvGrpSpPr/>
          <p:nvPr/>
        </p:nvGrpSpPr>
        <p:grpSpPr>
          <a:xfrm>
            <a:off x="4599709" y="3197890"/>
            <a:ext cx="4010902" cy="1878857"/>
            <a:chOff x="4599709" y="5034549"/>
            <a:chExt cx="4010902" cy="1878857"/>
          </a:xfrm>
        </p:grpSpPr>
        <p:cxnSp>
          <p:nvCxnSpPr>
            <p:cNvPr id="133" name="Straight Connector 132"/>
            <p:cNvCxnSpPr/>
            <p:nvPr/>
          </p:nvCxnSpPr>
          <p:spPr>
            <a:xfrm flipV="1">
              <a:off x="4599709" y="6899551"/>
              <a:ext cx="3990117" cy="13855"/>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4" name="Straight Connector 133"/>
            <p:cNvCxnSpPr/>
            <p:nvPr/>
          </p:nvCxnSpPr>
          <p:spPr>
            <a:xfrm>
              <a:off x="8603474" y="6220677"/>
              <a:ext cx="0" cy="678874"/>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5" name="Straight Connector 134"/>
            <p:cNvCxnSpPr/>
            <p:nvPr/>
          </p:nvCxnSpPr>
          <p:spPr>
            <a:xfrm flipH="1">
              <a:off x="4627431" y="5943591"/>
              <a:ext cx="623444" cy="299426"/>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6" name="Straight Connector 135"/>
            <p:cNvCxnSpPr/>
            <p:nvPr/>
          </p:nvCxnSpPr>
          <p:spPr>
            <a:xfrm flipH="1">
              <a:off x="5940213" y="5034549"/>
              <a:ext cx="660727" cy="285579"/>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7" name="Straight Connector 136"/>
            <p:cNvCxnSpPr/>
            <p:nvPr/>
          </p:nvCxnSpPr>
          <p:spPr>
            <a:xfrm flipH="1">
              <a:off x="5247566" y="5306275"/>
              <a:ext cx="692646" cy="62346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8" name="Straight Connector 137"/>
            <p:cNvCxnSpPr/>
            <p:nvPr/>
          </p:nvCxnSpPr>
          <p:spPr>
            <a:xfrm flipH="1" flipV="1">
              <a:off x="7232073" y="5320129"/>
              <a:ext cx="702695" cy="623462"/>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39" name="Straight Connector 138"/>
            <p:cNvCxnSpPr/>
            <p:nvPr/>
          </p:nvCxnSpPr>
          <p:spPr>
            <a:xfrm flipH="1" flipV="1">
              <a:off x="6600940" y="5061844"/>
              <a:ext cx="631134" cy="258286"/>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40" name="Straight Connector 139"/>
            <p:cNvCxnSpPr/>
            <p:nvPr/>
          </p:nvCxnSpPr>
          <p:spPr>
            <a:xfrm flipH="1" flipV="1">
              <a:off x="7924811" y="5938168"/>
              <a:ext cx="685800" cy="296364"/>
            </a:xfrm>
            <a:prstGeom prst="line">
              <a:avLst/>
            </a:prstGeom>
            <a:ln w="38100"/>
          </p:spPr>
          <p:style>
            <a:lnRef idx="1">
              <a:schemeClr val="accent2"/>
            </a:lnRef>
            <a:fillRef idx="0">
              <a:schemeClr val="accent2"/>
            </a:fillRef>
            <a:effectRef idx="0">
              <a:schemeClr val="accent2"/>
            </a:effectRef>
            <a:fontRef idx="minor">
              <a:schemeClr val="tx1"/>
            </a:fontRef>
          </p:style>
        </p:cxnSp>
        <p:cxnSp>
          <p:nvCxnSpPr>
            <p:cNvPr id="141" name="Straight Connector 140"/>
            <p:cNvCxnSpPr/>
            <p:nvPr/>
          </p:nvCxnSpPr>
          <p:spPr>
            <a:xfrm>
              <a:off x="4627431" y="6234532"/>
              <a:ext cx="0" cy="678874"/>
            </a:xfrm>
            <a:prstGeom prst="line">
              <a:avLst/>
            </a:prstGeom>
            <a:ln w="38100"/>
          </p:spPr>
          <p:style>
            <a:lnRef idx="1">
              <a:schemeClr val="accent2"/>
            </a:lnRef>
            <a:fillRef idx="0">
              <a:schemeClr val="accent2"/>
            </a:fillRef>
            <a:effectRef idx="0">
              <a:schemeClr val="accent2"/>
            </a:effectRef>
            <a:fontRef idx="minor">
              <a:schemeClr val="tx1"/>
            </a:fontRef>
          </p:style>
        </p:cxnSp>
      </p:grpSp>
      <p:sp>
        <p:nvSpPr>
          <p:cNvPr id="73" name="Rectangle 3"/>
          <p:cNvSpPr>
            <a:spLocks noChangeArrowheads="1"/>
          </p:cNvSpPr>
          <p:nvPr/>
        </p:nvSpPr>
        <p:spPr bwMode="auto">
          <a:xfrm>
            <a:off x="3116180" y="4851372"/>
            <a:ext cx="1095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dirty="0">
                <a:solidFill>
                  <a:srgbClr val="000000"/>
                </a:solidFill>
                <a:latin typeface="Times New Roman" charset="0"/>
              </a:rPr>
              <a:t>Y</a:t>
            </a:r>
            <a:endParaRPr lang="en-US" altLang="en-US" sz="2400" b="0" dirty="0">
              <a:latin typeface="Times New Roman" charset="0"/>
            </a:endParaRPr>
          </a:p>
        </p:txBody>
      </p:sp>
      <p:sp>
        <p:nvSpPr>
          <p:cNvPr id="74" name="Rectangle 3"/>
          <p:cNvSpPr>
            <a:spLocks noChangeArrowheads="1"/>
          </p:cNvSpPr>
          <p:nvPr/>
        </p:nvSpPr>
        <p:spPr bwMode="auto">
          <a:xfrm>
            <a:off x="582076" y="4853232"/>
            <a:ext cx="11060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IN" altLang="en-US" sz="1200" dirty="0">
                <a:solidFill>
                  <a:srgbClr val="000000"/>
                </a:solidFill>
                <a:latin typeface="Times New Roman" charset="0"/>
              </a:rPr>
              <a:t>X</a:t>
            </a:r>
            <a:endParaRPr lang="en-US" altLang="en-US" sz="2400" b="0" dirty="0">
              <a:latin typeface="Times New Roman" charset="0"/>
            </a:endParaRPr>
          </a:p>
        </p:txBody>
      </p:sp>
      <p:grpSp>
        <p:nvGrpSpPr>
          <p:cNvPr id="8" name="Group 7"/>
          <p:cNvGrpSpPr/>
          <p:nvPr/>
        </p:nvGrpSpPr>
        <p:grpSpPr>
          <a:xfrm>
            <a:off x="484903" y="3206385"/>
            <a:ext cx="8138247" cy="1856536"/>
            <a:chOff x="484903" y="3206385"/>
            <a:chExt cx="8138247" cy="1856536"/>
          </a:xfrm>
        </p:grpSpPr>
        <p:cxnSp>
          <p:nvCxnSpPr>
            <p:cNvPr id="86" name="Straight Connector 85"/>
            <p:cNvCxnSpPr/>
            <p:nvPr/>
          </p:nvCxnSpPr>
          <p:spPr>
            <a:xfrm flipV="1">
              <a:off x="484903" y="3206385"/>
              <a:ext cx="8125707" cy="0"/>
            </a:xfrm>
            <a:prstGeom prst="line">
              <a:avLst/>
            </a:prstGeom>
          </p:spPr>
          <p:style>
            <a:lnRef idx="1">
              <a:schemeClr val="dk1"/>
            </a:lnRef>
            <a:fillRef idx="0">
              <a:schemeClr val="dk1"/>
            </a:fillRef>
            <a:effectRef idx="0">
              <a:schemeClr val="dk1"/>
            </a:effectRef>
            <a:fontRef idx="minor">
              <a:schemeClr val="tx1"/>
            </a:fontRef>
          </p:style>
        </p:cxnSp>
        <p:cxnSp>
          <p:nvCxnSpPr>
            <p:cNvPr id="87" name="Straight Connector 86"/>
            <p:cNvCxnSpPr/>
            <p:nvPr/>
          </p:nvCxnSpPr>
          <p:spPr>
            <a:xfrm flipV="1">
              <a:off x="1845549" y="4093087"/>
              <a:ext cx="6765061" cy="0"/>
            </a:xfrm>
            <a:prstGeom prst="line">
              <a:avLst/>
            </a:prstGeom>
          </p:spPr>
          <p:style>
            <a:lnRef idx="1">
              <a:schemeClr val="dk1"/>
            </a:lnRef>
            <a:fillRef idx="0">
              <a:schemeClr val="dk1"/>
            </a:fillRef>
            <a:effectRef idx="0">
              <a:schemeClr val="dk1"/>
            </a:effectRef>
            <a:fontRef idx="minor">
              <a:schemeClr val="tx1"/>
            </a:fontRef>
          </p:style>
        </p:cxnSp>
        <p:cxnSp>
          <p:nvCxnSpPr>
            <p:cNvPr id="88" name="Straight Connector 87"/>
            <p:cNvCxnSpPr/>
            <p:nvPr/>
          </p:nvCxnSpPr>
          <p:spPr>
            <a:xfrm>
              <a:off x="1532528" y="4397882"/>
              <a:ext cx="7057404" cy="10"/>
            </a:xfrm>
            <a:prstGeom prst="line">
              <a:avLst/>
            </a:prstGeom>
          </p:spPr>
          <p:style>
            <a:lnRef idx="1">
              <a:schemeClr val="dk1"/>
            </a:lnRef>
            <a:fillRef idx="0">
              <a:schemeClr val="dk1"/>
            </a:fillRef>
            <a:effectRef idx="0">
              <a:schemeClr val="dk1"/>
            </a:effectRef>
            <a:fontRef idx="minor">
              <a:schemeClr val="tx1"/>
            </a:fontRef>
          </p:style>
        </p:cxnSp>
        <p:cxnSp>
          <p:nvCxnSpPr>
            <p:cNvPr id="89" name="Straight Connector 88"/>
            <p:cNvCxnSpPr/>
            <p:nvPr/>
          </p:nvCxnSpPr>
          <p:spPr>
            <a:xfrm flipV="1">
              <a:off x="2505190" y="3469625"/>
              <a:ext cx="6084742" cy="0"/>
            </a:xfrm>
            <a:prstGeom prst="line">
              <a:avLst/>
            </a:prstGeom>
          </p:spPr>
          <p:style>
            <a:lnRef idx="1">
              <a:schemeClr val="dk1"/>
            </a:lnRef>
            <a:fillRef idx="0">
              <a:schemeClr val="dk1"/>
            </a:fillRef>
            <a:effectRef idx="0">
              <a:schemeClr val="dk1"/>
            </a:effectRef>
            <a:fontRef idx="minor">
              <a:schemeClr val="tx1"/>
            </a:fontRef>
          </p:style>
        </p:cxnSp>
        <p:cxnSp>
          <p:nvCxnSpPr>
            <p:cNvPr id="75" name="Straight Connector 74"/>
            <p:cNvCxnSpPr/>
            <p:nvPr/>
          </p:nvCxnSpPr>
          <p:spPr>
            <a:xfrm>
              <a:off x="3331150" y="5062911"/>
              <a:ext cx="5292000" cy="10"/>
            </a:xfrm>
            <a:prstGeom prst="line">
              <a:avLst/>
            </a:prstGeom>
          </p:spPr>
          <p:style>
            <a:lnRef idx="1">
              <a:schemeClr val="dk1"/>
            </a:lnRef>
            <a:fillRef idx="0">
              <a:schemeClr val="dk1"/>
            </a:fillRef>
            <a:effectRef idx="0">
              <a:schemeClr val="dk1"/>
            </a:effectRef>
            <a:fontRef idx="minor">
              <a:schemeClr val="tx1"/>
            </a:fontRef>
          </p:style>
        </p:cxnSp>
      </p:grpSp>
      <p:grpSp>
        <p:nvGrpSpPr>
          <p:cNvPr id="11" name="Group 10"/>
          <p:cNvGrpSpPr/>
          <p:nvPr/>
        </p:nvGrpSpPr>
        <p:grpSpPr>
          <a:xfrm>
            <a:off x="5245246" y="5560177"/>
            <a:ext cx="714215" cy="335525"/>
            <a:chOff x="5229394" y="5227440"/>
            <a:chExt cx="714215" cy="335525"/>
          </a:xfrm>
        </p:grpSpPr>
        <p:cxnSp>
          <p:nvCxnSpPr>
            <p:cNvPr id="10" name="Straight Arrow Connector 9"/>
            <p:cNvCxnSpPr/>
            <p:nvPr/>
          </p:nvCxnSpPr>
          <p:spPr>
            <a:xfrm>
              <a:off x="5229394" y="5227440"/>
              <a:ext cx="692734"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44" name="TextBox 143"/>
            <p:cNvSpPr txBox="1"/>
            <p:nvPr/>
          </p:nvSpPr>
          <p:spPr>
            <a:xfrm>
              <a:off x="5250875" y="5255188"/>
              <a:ext cx="692734" cy="307777"/>
            </a:xfrm>
            <a:prstGeom prst="rect">
              <a:avLst/>
            </a:prstGeom>
            <a:noFill/>
          </p:spPr>
          <p:txBody>
            <a:bodyPr wrap="square" rtlCol="0">
              <a:spAutoFit/>
            </a:bodyPr>
            <a:lstStyle/>
            <a:p>
              <a:r>
                <a:rPr lang="en-US" sz="1400" dirty="0" smtClean="0"/>
                <a:t>20 mm</a:t>
              </a:r>
              <a:endParaRPr lang="en-US" sz="1400" dirty="0"/>
            </a:p>
          </p:txBody>
        </p:sp>
      </p:grpSp>
      <p:sp>
        <p:nvSpPr>
          <p:cNvPr id="145" name="Text Box 142"/>
          <p:cNvSpPr txBox="1">
            <a:spLocks noChangeArrowheads="1"/>
          </p:cNvSpPr>
          <p:nvPr/>
        </p:nvSpPr>
        <p:spPr bwMode="auto">
          <a:xfrm>
            <a:off x="1291118" y="4101509"/>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147" name="Text Box 142"/>
          <p:cNvSpPr txBox="1">
            <a:spLocks noChangeArrowheads="1"/>
          </p:cNvSpPr>
          <p:nvPr/>
        </p:nvSpPr>
        <p:spPr bwMode="auto">
          <a:xfrm>
            <a:off x="1644666" y="3823976"/>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2</a:t>
            </a:r>
            <a:endParaRPr lang="en-US" altLang="en-US" sz="1400" b="0" dirty="0">
              <a:latin typeface="Times New Roman" charset="0"/>
            </a:endParaRPr>
          </a:p>
        </p:txBody>
      </p:sp>
      <p:sp>
        <p:nvSpPr>
          <p:cNvPr id="149" name="Text Box 142"/>
          <p:cNvSpPr txBox="1">
            <a:spLocks noChangeArrowheads="1"/>
          </p:cNvSpPr>
          <p:nvPr/>
        </p:nvSpPr>
        <p:spPr bwMode="auto">
          <a:xfrm>
            <a:off x="2310925" y="3206318"/>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3</a:t>
            </a:r>
            <a:endParaRPr lang="en-US" altLang="en-US" sz="1400" b="0" dirty="0">
              <a:latin typeface="Times New Roman" charset="0"/>
            </a:endParaRPr>
          </a:p>
        </p:txBody>
      </p:sp>
      <p:sp>
        <p:nvSpPr>
          <p:cNvPr id="150" name="Text Box 142"/>
          <p:cNvSpPr txBox="1">
            <a:spLocks noChangeArrowheads="1"/>
          </p:cNvSpPr>
          <p:nvPr/>
        </p:nvSpPr>
        <p:spPr bwMode="auto">
          <a:xfrm>
            <a:off x="2626010" y="2941348"/>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4</a:t>
            </a:r>
            <a:endParaRPr lang="en-US" altLang="en-US" sz="1400" b="0" dirty="0">
              <a:latin typeface="Times New Roman" charset="0"/>
            </a:endParaRPr>
          </a:p>
        </p:txBody>
      </p:sp>
      <p:sp>
        <p:nvSpPr>
          <p:cNvPr id="151" name="Text Box 142"/>
          <p:cNvSpPr txBox="1">
            <a:spLocks noChangeArrowheads="1"/>
          </p:cNvSpPr>
          <p:nvPr/>
        </p:nvSpPr>
        <p:spPr bwMode="auto">
          <a:xfrm>
            <a:off x="1732243" y="4081498"/>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6</a:t>
            </a:r>
            <a:endParaRPr lang="en-US" altLang="en-US" sz="1400" b="0" dirty="0">
              <a:latin typeface="Times New Roman" charset="0"/>
            </a:endParaRPr>
          </a:p>
        </p:txBody>
      </p:sp>
      <p:sp>
        <p:nvSpPr>
          <p:cNvPr id="152" name="Text Box 142"/>
          <p:cNvSpPr txBox="1">
            <a:spLocks noChangeArrowheads="1"/>
          </p:cNvSpPr>
          <p:nvPr/>
        </p:nvSpPr>
        <p:spPr bwMode="auto">
          <a:xfrm>
            <a:off x="2408375" y="3462154"/>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5</a:t>
            </a:r>
            <a:endParaRPr lang="en-US" altLang="en-US" sz="1400" b="0" dirty="0">
              <a:latin typeface="Times New Roman" charset="0"/>
            </a:endParaRPr>
          </a:p>
        </p:txBody>
      </p:sp>
      <p:sp>
        <p:nvSpPr>
          <p:cNvPr id="153" name="Text Box 142"/>
          <p:cNvSpPr txBox="1">
            <a:spLocks noChangeArrowheads="1"/>
          </p:cNvSpPr>
          <p:nvPr/>
        </p:nvSpPr>
        <p:spPr bwMode="auto">
          <a:xfrm>
            <a:off x="1491132" y="5690806"/>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155" name="Text Box 142"/>
          <p:cNvSpPr txBox="1">
            <a:spLocks noChangeArrowheads="1"/>
          </p:cNvSpPr>
          <p:nvPr/>
        </p:nvSpPr>
        <p:spPr bwMode="auto">
          <a:xfrm>
            <a:off x="1732243" y="6108321"/>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2</a:t>
            </a:r>
            <a:endParaRPr lang="en-US" altLang="en-US" sz="1400" b="0" dirty="0">
              <a:latin typeface="Times New Roman" charset="0"/>
            </a:endParaRPr>
          </a:p>
        </p:txBody>
      </p:sp>
      <p:sp>
        <p:nvSpPr>
          <p:cNvPr id="156" name="Text Box 142"/>
          <p:cNvSpPr txBox="1">
            <a:spLocks noChangeArrowheads="1"/>
          </p:cNvSpPr>
          <p:nvPr/>
        </p:nvSpPr>
        <p:spPr bwMode="auto">
          <a:xfrm>
            <a:off x="2291543" y="6100518"/>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3</a:t>
            </a:r>
            <a:endParaRPr lang="en-US" altLang="en-US" sz="1400" b="0" dirty="0">
              <a:latin typeface="Times New Roman" charset="0"/>
            </a:endParaRPr>
          </a:p>
        </p:txBody>
      </p:sp>
      <p:sp>
        <p:nvSpPr>
          <p:cNvPr id="157" name="Text Box 142"/>
          <p:cNvSpPr txBox="1">
            <a:spLocks noChangeArrowheads="1"/>
          </p:cNvSpPr>
          <p:nvPr/>
        </p:nvSpPr>
        <p:spPr bwMode="auto">
          <a:xfrm>
            <a:off x="2560850" y="5617285"/>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4</a:t>
            </a:r>
            <a:endParaRPr lang="en-US" altLang="en-US" sz="1400" b="0" dirty="0">
              <a:latin typeface="Times New Roman" charset="0"/>
            </a:endParaRPr>
          </a:p>
        </p:txBody>
      </p:sp>
      <p:sp>
        <p:nvSpPr>
          <p:cNvPr id="158" name="Text Box 142"/>
          <p:cNvSpPr txBox="1">
            <a:spLocks noChangeArrowheads="1"/>
          </p:cNvSpPr>
          <p:nvPr/>
        </p:nvSpPr>
        <p:spPr bwMode="auto">
          <a:xfrm>
            <a:off x="2282807" y="5273695"/>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5</a:t>
            </a:r>
            <a:endParaRPr lang="en-US" altLang="en-US" sz="1400" b="0" dirty="0">
              <a:latin typeface="Times New Roman" charset="0"/>
            </a:endParaRPr>
          </a:p>
        </p:txBody>
      </p:sp>
      <p:sp>
        <p:nvSpPr>
          <p:cNvPr id="159" name="Text Box 142"/>
          <p:cNvSpPr txBox="1">
            <a:spLocks noChangeArrowheads="1"/>
          </p:cNvSpPr>
          <p:nvPr/>
        </p:nvSpPr>
        <p:spPr bwMode="auto">
          <a:xfrm>
            <a:off x="1751194" y="5254450"/>
            <a:ext cx="22038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IN" altLang="en-US" sz="1400" dirty="0">
                <a:latin typeface="Times New Roman" charset="0"/>
              </a:rPr>
              <a:t>6</a:t>
            </a:r>
            <a:endParaRPr lang="en-US" altLang="en-US" sz="1400" b="0" dirty="0">
              <a:latin typeface="Times New Roman" charset="0"/>
            </a:endParaRPr>
          </a:p>
        </p:txBody>
      </p:sp>
      <p:sp>
        <p:nvSpPr>
          <p:cNvPr id="160" name="Text Box 142"/>
          <p:cNvSpPr txBox="1">
            <a:spLocks noChangeArrowheads="1"/>
          </p:cNvSpPr>
          <p:nvPr/>
        </p:nvSpPr>
        <p:spPr bwMode="auto">
          <a:xfrm>
            <a:off x="4407072" y="4138191"/>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161" name="Text Box 142"/>
          <p:cNvSpPr txBox="1">
            <a:spLocks noChangeArrowheads="1"/>
          </p:cNvSpPr>
          <p:nvPr/>
        </p:nvSpPr>
        <p:spPr bwMode="auto">
          <a:xfrm>
            <a:off x="5031851" y="3860688"/>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2</a:t>
            </a:r>
            <a:endParaRPr lang="en-US" altLang="en-US" sz="1400" b="0" dirty="0">
              <a:latin typeface="Times New Roman" charset="0"/>
            </a:endParaRPr>
          </a:p>
        </p:txBody>
      </p:sp>
      <p:sp>
        <p:nvSpPr>
          <p:cNvPr id="162" name="Text Box 142"/>
          <p:cNvSpPr txBox="1">
            <a:spLocks noChangeArrowheads="1"/>
          </p:cNvSpPr>
          <p:nvPr/>
        </p:nvSpPr>
        <p:spPr bwMode="auto">
          <a:xfrm>
            <a:off x="5702716" y="323345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3</a:t>
            </a:r>
            <a:endParaRPr lang="en-US" altLang="en-US" sz="1400" b="0" dirty="0">
              <a:latin typeface="Times New Roman" charset="0"/>
            </a:endParaRPr>
          </a:p>
        </p:txBody>
      </p:sp>
      <p:sp>
        <p:nvSpPr>
          <p:cNvPr id="163" name="Text Box 142"/>
          <p:cNvSpPr txBox="1">
            <a:spLocks noChangeArrowheads="1"/>
          </p:cNvSpPr>
          <p:nvPr/>
        </p:nvSpPr>
        <p:spPr bwMode="auto">
          <a:xfrm>
            <a:off x="6340906" y="2941347"/>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4</a:t>
            </a:r>
            <a:endParaRPr lang="en-US" altLang="en-US" sz="1400" b="0" dirty="0">
              <a:latin typeface="Times New Roman" charset="0"/>
            </a:endParaRPr>
          </a:p>
        </p:txBody>
      </p:sp>
      <p:sp>
        <p:nvSpPr>
          <p:cNvPr id="164" name="Text Box 142"/>
          <p:cNvSpPr txBox="1">
            <a:spLocks noChangeArrowheads="1"/>
          </p:cNvSpPr>
          <p:nvPr/>
        </p:nvSpPr>
        <p:spPr bwMode="auto">
          <a:xfrm>
            <a:off x="7140251" y="323345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5</a:t>
            </a:r>
            <a:endParaRPr lang="en-US" altLang="en-US" sz="1400" b="0" dirty="0">
              <a:latin typeface="Times New Roman" charset="0"/>
            </a:endParaRPr>
          </a:p>
        </p:txBody>
      </p:sp>
      <p:sp>
        <p:nvSpPr>
          <p:cNvPr id="165" name="Text Box 142"/>
          <p:cNvSpPr txBox="1">
            <a:spLocks noChangeArrowheads="1"/>
          </p:cNvSpPr>
          <p:nvPr/>
        </p:nvSpPr>
        <p:spPr bwMode="auto">
          <a:xfrm>
            <a:off x="7848715" y="3837334"/>
            <a:ext cx="22038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IN" altLang="en-US" sz="1400" dirty="0">
                <a:latin typeface="Times New Roman" charset="0"/>
              </a:rPr>
              <a:t>6</a:t>
            </a:r>
            <a:endParaRPr lang="en-US" altLang="en-US" sz="1400" b="0" dirty="0">
              <a:latin typeface="Times New Roman" charset="0"/>
            </a:endParaRPr>
          </a:p>
        </p:txBody>
      </p:sp>
      <p:sp>
        <p:nvSpPr>
          <p:cNvPr id="166" name="Text Box 142"/>
          <p:cNvSpPr txBox="1">
            <a:spLocks noChangeArrowheads="1"/>
          </p:cNvSpPr>
          <p:nvPr/>
        </p:nvSpPr>
        <p:spPr bwMode="auto">
          <a:xfrm>
            <a:off x="8549583" y="4176209"/>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7" name="Rectangle 6"/>
          <p:cNvSpPr/>
          <p:nvPr/>
        </p:nvSpPr>
        <p:spPr>
          <a:xfrm>
            <a:off x="1510146" y="3192535"/>
            <a:ext cx="1314828" cy="1872000"/>
          </a:xfrm>
          <a:prstGeom prst="rect">
            <a:avLst/>
          </a:prstGeom>
          <a:no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2" name="Oval 150"/>
          <p:cNvSpPr>
            <a:spLocks noChangeArrowheads="1"/>
          </p:cNvSpPr>
          <p:nvPr/>
        </p:nvSpPr>
        <p:spPr bwMode="auto">
          <a:xfrm>
            <a:off x="4581057" y="4359797"/>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3" name="Oval 150"/>
          <p:cNvSpPr>
            <a:spLocks noChangeArrowheads="1"/>
          </p:cNvSpPr>
          <p:nvPr/>
        </p:nvSpPr>
        <p:spPr bwMode="auto">
          <a:xfrm>
            <a:off x="5190254" y="4054987"/>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6" name="Oval 150"/>
          <p:cNvSpPr>
            <a:spLocks noChangeArrowheads="1"/>
          </p:cNvSpPr>
          <p:nvPr/>
        </p:nvSpPr>
        <p:spPr bwMode="auto">
          <a:xfrm>
            <a:off x="5871240" y="3436551"/>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48" name="Oval 150"/>
          <p:cNvSpPr>
            <a:spLocks noChangeArrowheads="1"/>
          </p:cNvSpPr>
          <p:nvPr/>
        </p:nvSpPr>
        <p:spPr bwMode="auto">
          <a:xfrm>
            <a:off x="6556674" y="316893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4" name="Oval 150"/>
          <p:cNvSpPr>
            <a:spLocks noChangeArrowheads="1"/>
          </p:cNvSpPr>
          <p:nvPr/>
        </p:nvSpPr>
        <p:spPr bwMode="auto">
          <a:xfrm>
            <a:off x="7190827" y="343114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7" name="Oval 150"/>
          <p:cNvSpPr>
            <a:spLocks noChangeArrowheads="1"/>
          </p:cNvSpPr>
          <p:nvPr/>
        </p:nvSpPr>
        <p:spPr bwMode="auto">
          <a:xfrm>
            <a:off x="7886113" y="4051311"/>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8" name="Oval 150"/>
          <p:cNvSpPr>
            <a:spLocks noChangeArrowheads="1"/>
          </p:cNvSpPr>
          <p:nvPr/>
        </p:nvSpPr>
        <p:spPr bwMode="auto">
          <a:xfrm>
            <a:off x="8572393" y="436472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9" name="Oval 150"/>
          <p:cNvSpPr>
            <a:spLocks noChangeArrowheads="1"/>
          </p:cNvSpPr>
          <p:nvPr/>
        </p:nvSpPr>
        <p:spPr bwMode="auto">
          <a:xfrm>
            <a:off x="1474497" y="435809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0" name="Oval 150"/>
          <p:cNvSpPr>
            <a:spLocks noChangeArrowheads="1"/>
          </p:cNvSpPr>
          <p:nvPr/>
        </p:nvSpPr>
        <p:spPr bwMode="auto">
          <a:xfrm>
            <a:off x="1784463" y="404863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1" name="Oval 150"/>
          <p:cNvSpPr>
            <a:spLocks noChangeArrowheads="1"/>
          </p:cNvSpPr>
          <p:nvPr/>
        </p:nvSpPr>
        <p:spPr bwMode="auto">
          <a:xfrm>
            <a:off x="2447579" y="3442106"/>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2" name="Oval 150"/>
          <p:cNvSpPr>
            <a:spLocks noChangeArrowheads="1"/>
          </p:cNvSpPr>
          <p:nvPr/>
        </p:nvSpPr>
        <p:spPr bwMode="auto">
          <a:xfrm>
            <a:off x="2775812" y="315979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4" name="Rectangle 173"/>
          <p:cNvSpPr/>
          <p:nvPr/>
        </p:nvSpPr>
        <p:spPr>
          <a:xfrm>
            <a:off x="1284850" y="2917408"/>
            <a:ext cx="335348" cy="307777"/>
          </a:xfrm>
          <a:prstGeom prst="rect">
            <a:avLst/>
          </a:prstGeom>
        </p:spPr>
        <p:txBody>
          <a:bodyPr wrap="none">
            <a:spAutoFit/>
          </a:bodyPr>
          <a:lstStyle/>
          <a:p>
            <a:r>
              <a:rPr lang="en-US" sz="1400" b="1" dirty="0" smtClean="0"/>
              <a:t>A’</a:t>
            </a:r>
          </a:p>
        </p:txBody>
      </p:sp>
      <p:sp>
        <p:nvSpPr>
          <p:cNvPr id="175" name="Rectangle 174"/>
          <p:cNvSpPr/>
          <p:nvPr/>
        </p:nvSpPr>
        <p:spPr>
          <a:xfrm>
            <a:off x="1617053" y="2917408"/>
            <a:ext cx="461280" cy="307777"/>
          </a:xfrm>
          <a:prstGeom prst="rect">
            <a:avLst/>
          </a:prstGeom>
        </p:spPr>
        <p:txBody>
          <a:bodyPr wrap="none">
            <a:spAutoFit/>
          </a:bodyPr>
          <a:lstStyle/>
          <a:p>
            <a:r>
              <a:rPr lang="en-US" sz="1400" b="1" dirty="0" smtClean="0"/>
              <a:t>B’F’</a:t>
            </a:r>
          </a:p>
        </p:txBody>
      </p:sp>
      <p:sp>
        <p:nvSpPr>
          <p:cNvPr id="176" name="Rectangle 175"/>
          <p:cNvSpPr/>
          <p:nvPr/>
        </p:nvSpPr>
        <p:spPr>
          <a:xfrm>
            <a:off x="2171943" y="2890119"/>
            <a:ext cx="465833" cy="307777"/>
          </a:xfrm>
          <a:prstGeom prst="rect">
            <a:avLst/>
          </a:prstGeom>
        </p:spPr>
        <p:txBody>
          <a:bodyPr wrap="none">
            <a:spAutoFit/>
          </a:bodyPr>
          <a:lstStyle/>
          <a:p>
            <a:r>
              <a:rPr lang="en-US" sz="1400" b="1" dirty="0"/>
              <a:t>C</a:t>
            </a:r>
            <a:r>
              <a:rPr lang="en-US" sz="1400" b="1" dirty="0" smtClean="0"/>
              <a:t>’E’</a:t>
            </a:r>
          </a:p>
        </p:txBody>
      </p:sp>
      <p:sp>
        <p:nvSpPr>
          <p:cNvPr id="178" name="Rectangle 177"/>
          <p:cNvSpPr/>
          <p:nvPr/>
        </p:nvSpPr>
        <p:spPr>
          <a:xfrm>
            <a:off x="2752926" y="2876782"/>
            <a:ext cx="345864" cy="307777"/>
          </a:xfrm>
          <a:prstGeom prst="rect">
            <a:avLst/>
          </a:prstGeom>
        </p:spPr>
        <p:txBody>
          <a:bodyPr wrap="none">
            <a:spAutoFit/>
          </a:bodyPr>
          <a:lstStyle/>
          <a:p>
            <a:r>
              <a:rPr lang="en-US" sz="1400" b="1" dirty="0"/>
              <a:t>D</a:t>
            </a:r>
            <a:r>
              <a:rPr lang="en-US" sz="1400" b="1" dirty="0" smtClean="0"/>
              <a:t>’</a:t>
            </a:r>
          </a:p>
        </p:txBody>
      </p:sp>
      <p:grpSp>
        <p:nvGrpSpPr>
          <p:cNvPr id="179" name="Group 178"/>
          <p:cNvGrpSpPr/>
          <p:nvPr/>
        </p:nvGrpSpPr>
        <p:grpSpPr>
          <a:xfrm>
            <a:off x="4499378" y="5089109"/>
            <a:ext cx="4283777" cy="307783"/>
            <a:chOff x="4456646" y="2371493"/>
            <a:chExt cx="4283777" cy="307783"/>
          </a:xfrm>
        </p:grpSpPr>
        <p:sp>
          <p:nvSpPr>
            <p:cNvPr id="180" name="Rectangle 179"/>
            <p:cNvSpPr/>
            <p:nvPr/>
          </p:nvSpPr>
          <p:spPr>
            <a:xfrm>
              <a:off x="4456646" y="2371499"/>
              <a:ext cx="293670" cy="307777"/>
            </a:xfrm>
            <a:prstGeom prst="rect">
              <a:avLst/>
            </a:prstGeom>
          </p:spPr>
          <p:txBody>
            <a:bodyPr wrap="none">
              <a:spAutoFit/>
            </a:bodyPr>
            <a:lstStyle/>
            <a:p>
              <a:r>
                <a:rPr lang="en-US" sz="1400" b="1" dirty="0" smtClean="0"/>
                <a:t>A</a:t>
              </a:r>
            </a:p>
          </p:txBody>
        </p:sp>
        <p:sp>
          <p:nvSpPr>
            <p:cNvPr id="181" name="Rectangle 180"/>
            <p:cNvSpPr/>
            <p:nvPr/>
          </p:nvSpPr>
          <p:spPr>
            <a:xfrm>
              <a:off x="5800535" y="2371495"/>
              <a:ext cx="279244" cy="307777"/>
            </a:xfrm>
            <a:prstGeom prst="rect">
              <a:avLst/>
            </a:prstGeom>
          </p:spPr>
          <p:txBody>
            <a:bodyPr wrap="none">
              <a:spAutoFit/>
            </a:bodyPr>
            <a:lstStyle/>
            <a:p>
              <a:r>
                <a:rPr lang="en-US" sz="1400" b="1" dirty="0"/>
                <a:t>C</a:t>
              </a:r>
              <a:endParaRPr lang="en-US" sz="1400" b="1" dirty="0" smtClean="0"/>
            </a:p>
          </p:txBody>
        </p:sp>
        <p:sp>
          <p:nvSpPr>
            <p:cNvPr id="182" name="Rectangle 181"/>
            <p:cNvSpPr/>
            <p:nvPr/>
          </p:nvSpPr>
          <p:spPr>
            <a:xfrm>
              <a:off x="6451700" y="2371493"/>
              <a:ext cx="298480" cy="307777"/>
            </a:xfrm>
            <a:prstGeom prst="rect">
              <a:avLst/>
            </a:prstGeom>
          </p:spPr>
          <p:txBody>
            <a:bodyPr wrap="none">
              <a:spAutoFit/>
            </a:bodyPr>
            <a:lstStyle/>
            <a:p>
              <a:r>
                <a:rPr lang="en-US" sz="1400" b="1" dirty="0" smtClean="0"/>
                <a:t>D</a:t>
              </a:r>
            </a:p>
          </p:txBody>
        </p:sp>
        <p:sp>
          <p:nvSpPr>
            <p:cNvPr id="183" name="Rectangle 182"/>
            <p:cNvSpPr/>
            <p:nvPr/>
          </p:nvSpPr>
          <p:spPr>
            <a:xfrm>
              <a:off x="7116716" y="2371494"/>
              <a:ext cx="272832" cy="307777"/>
            </a:xfrm>
            <a:prstGeom prst="rect">
              <a:avLst/>
            </a:prstGeom>
          </p:spPr>
          <p:txBody>
            <a:bodyPr wrap="none">
              <a:spAutoFit/>
            </a:bodyPr>
            <a:lstStyle/>
            <a:p>
              <a:r>
                <a:rPr lang="en-US" sz="1400" b="1" dirty="0"/>
                <a:t>E</a:t>
              </a:r>
              <a:endParaRPr lang="en-US" sz="1400" b="1" dirty="0" smtClean="0"/>
            </a:p>
          </p:txBody>
        </p:sp>
        <p:sp>
          <p:nvSpPr>
            <p:cNvPr id="184" name="Rectangle 183"/>
            <p:cNvSpPr/>
            <p:nvPr/>
          </p:nvSpPr>
          <p:spPr>
            <a:xfrm>
              <a:off x="7795586" y="2371495"/>
              <a:ext cx="266420" cy="307777"/>
            </a:xfrm>
            <a:prstGeom prst="rect">
              <a:avLst/>
            </a:prstGeom>
          </p:spPr>
          <p:txBody>
            <a:bodyPr wrap="none">
              <a:spAutoFit/>
            </a:bodyPr>
            <a:lstStyle/>
            <a:p>
              <a:r>
                <a:rPr lang="en-US" sz="1400" b="1" dirty="0"/>
                <a:t>F</a:t>
              </a:r>
              <a:endParaRPr lang="en-US" sz="1400" b="1" dirty="0" smtClean="0"/>
            </a:p>
          </p:txBody>
        </p:sp>
        <p:sp>
          <p:nvSpPr>
            <p:cNvPr id="185" name="Rectangle 184"/>
            <p:cNvSpPr/>
            <p:nvPr/>
          </p:nvSpPr>
          <p:spPr>
            <a:xfrm>
              <a:off x="8446753" y="2371495"/>
              <a:ext cx="293670" cy="307777"/>
            </a:xfrm>
            <a:prstGeom prst="rect">
              <a:avLst/>
            </a:prstGeom>
          </p:spPr>
          <p:txBody>
            <a:bodyPr wrap="none">
              <a:spAutoFit/>
            </a:bodyPr>
            <a:lstStyle/>
            <a:p>
              <a:r>
                <a:rPr lang="en-US" sz="1400" b="1" dirty="0" smtClean="0"/>
                <a:t>A</a:t>
              </a:r>
            </a:p>
          </p:txBody>
        </p:sp>
        <p:sp>
          <p:nvSpPr>
            <p:cNvPr id="186" name="Rectangle 185"/>
            <p:cNvSpPr/>
            <p:nvPr/>
          </p:nvSpPr>
          <p:spPr>
            <a:xfrm>
              <a:off x="5121665" y="2371494"/>
              <a:ext cx="285656" cy="307777"/>
            </a:xfrm>
            <a:prstGeom prst="rect">
              <a:avLst/>
            </a:prstGeom>
          </p:spPr>
          <p:txBody>
            <a:bodyPr wrap="none">
              <a:spAutoFit/>
            </a:bodyPr>
            <a:lstStyle/>
            <a:p>
              <a:r>
                <a:rPr lang="en-US" sz="1400" b="1" dirty="0" smtClean="0"/>
                <a:t>B</a:t>
              </a:r>
            </a:p>
          </p:txBody>
        </p:sp>
      </p:grpSp>
      <p:cxnSp>
        <p:nvCxnSpPr>
          <p:cNvPr id="12" name="Straight Connector 11"/>
          <p:cNvCxnSpPr/>
          <p:nvPr/>
        </p:nvCxnSpPr>
        <p:spPr>
          <a:xfrm flipV="1">
            <a:off x="3331150" y="5064415"/>
            <a:ext cx="5258782" cy="0"/>
          </a:xfrm>
          <a:prstGeom prst="line">
            <a:avLst/>
          </a:prstGeom>
        </p:spPr>
        <p:style>
          <a:lnRef idx="1">
            <a:schemeClr val="dk1"/>
          </a:lnRef>
          <a:fillRef idx="0">
            <a:schemeClr val="dk1"/>
          </a:fillRef>
          <a:effectRef idx="0">
            <a:schemeClr val="dk1"/>
          </a:effectRef>
          <a:fontRef idx="minor">
            <a:schemeClr val="tx1"/>
          </a:fontRef>
        </p:style>
      </p:cxnSp>
      <p:sp>
        <p:nvSpPr>
          <p:cNvPr id="187" name="AutoShape 2"/>
          <p:cNvSpPr>
            <a:spLocks noChangeArrowheads="1"/>
          </p:cNvSpPr>
          <p:nvPr/>
        </p:nvSpPr>
        <p:spPr bwMode="auto">
          <a:xfrm rot="14379861">
            <a:off x="1517424" y="5244366"/>
            <a:ext cx="1290568" cy="1158875"/>
          </a:xfrm>
          <a:prstGeom prst="hexagon">
            <a:avLst>
              <a:gd name="adj" fmla="val 30198"/>
              <a:gd name="vf" fmla="val 115470"/>
            </a:avLst>
          </a:prstGeom>
          <a:solidFill>
            <a:schemeClr val="accent6">
              <a:alpha val="30000"/>
            </a:schemeClr>
          </a:solidFill>
          <a:ln w="38100">
            <a:noFill/>
            <a:headEnd/>
            <a:tailEnd/>
          </a:ln>
          <a:extLst/>
        </p:spPr>
        <p:style>
          <a:lnRef idx="2">
            <a:schemeClr val="accent2"/>
          </a:lnRef>
          <a:fillRef idx="1">
            <a:schemeClr val="lt1"/>
          </a:fillRef>
          <a:effectRef idx="0">
            <a:schemeClr val="accent2"/>
          </a:effectRef>
          <a:fontRef idx="minor">
            <a:schemeClr val="dk1"/>
          </a:fontRef>
        </p:style>
        <p:txBody>
          <a:bodyPr wrap="none" anchor="ctr"/>
          <a:lstStyle/>
          <a:p>
            <a:endParaRPr lang="en-US"/>
          </a:p>
        </p:txBody>
      </p:sp>
      <p:sp>
        <p:nvSpPr>
          <p:cNvPr id="188" name="Text Box 157"/>
          <p:cNvSpPr txBox="1">
            <a:spLocks noChangeArrowheads="1"/>
          </p:cNvSpPr>
          <p:nvPr/>
        </p:nvSpPr>
        <p:spPr bwMode="auto">
          <a:xfrm>
            <a:off x="97822" y="5893653"/>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SECTIONAL T.V</a:t>
            </a:r>
          </a:p>
        </p:txBody>
      </p:sp>
      <p:sp>
        <p:nvSpPr>
          <p:cNvPr id="189" name="Text Box 160"/>
          <p:cNvSpPr txBox="1">
            <a:spLocks noChangeArrowheads="1"/>
          </p:cNvSpPr>
          <p:nvPr/>
        </p:nvSpPr>
        <p:spPr bwMode="auto">
          <a:xfrm>
            <a:off x="6280160" y="5437901"/>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DEVELOPMENT</a:t>
            </a:r>
          </a:p>
        </p:txBody>
      </p:sp>
    </p:spTree>
    <p:extLst>
      <p:ext uri="{BB962C8B-B14F-4D97-AF65-F5344CB8AC3E}">
        <p14:creationId xmlns:p14="http://schemas.microsoft.com/office/powerpoint/2010/main" val="58905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down)">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7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76"/>
                                        </p:tgtEl>
                                        <p:attrNameLst>
                                          <p:attrName>style.visibility</p:attrName>
                                        </p:attrNameLst>
                                      </p:cBhvr>
                                      <p:to>
                                        <p:strVal val="visible"/>
                                      </p:to>
                                    </p:set>
                                    <p:anim calcmode="lin" valueType="num">
                                      <p:cBhvr>
                                        <p:cTn id="18" dur="500" fill="hold"/>
                                        <p:tgtEl>
                                          <p:spTgt spid="76"/>
                                        </p:tgtEl>
                                        <p:attrNameLst>
                                          <p:attrName>ppt_w</p:attrName>
                                        </p:attrNameLst>
                                      </p:cBhvr>
                                      <p:tavLst>
                                        <p:tav tm="0">
                                          <p:val>
                                            <p:fltVal val="0"/>
                                          </p:val>
                                        </p:tav>
                                        <p:tav tm="100000">
                                          <p:val>
                                            <p:strVal val="#ppt_w"/>
                                          </p:val>
                                        </p:tav>
                                      </p:tavLst>
                                    </p:anim>
                                    <p:anim calcmode="lin" valueType="num">
                                      <p:cBhvr>
                                        <p:cTn id="19" dur="500" fill="hold"/>
                                        <p:tgtEl>
                                          <p:spTgt spid="76"/>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90"/>
                                        </p:tgtEl>
                                        <p:attrNameLst>
                                          <p:attrName>style.visibility</p:attrName>
                                        </p:attrNameLst>
                                      </p:cBhvr>
                                      <p:to>
                                        <p:strVal val="visible"/>
                                      </p:to>
                                    </p:set>
                                    <p:animEffect transition="in" filter="wipe(down)">
                                      <p:cBhvr>
                                        <p:cTn id="24" dur="500"/>
                                        <p:tgtEl>
                                          <p:spTgt spid="9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91"/>
                                        </p:tgtEl>
                                        <p:attrNameLst>
                                          <p:attrName>style.visibility</p:attrName>
                                        </p:attrNameLst>
                                      </p:cBhvr>
                                      <p:to>
                                        <p:strVal val="visible"/>
                                      </p:to>
                                    </p:set>
                                    <p:animEffect transition="in" filter="wipe(down)">
                                      <p:cBhvr>
                                        <p:cTn id="27" dur="500"/>
                                        <p:tgtEl>
                                          <p:spTgt spid="9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4"/>
                                        </p:tgtEl>
                                        <p:attrNameLst>
                                          <p:attrName>style.visibility</p:attrName>
                                        </p:attrNameLst>
                                      </p:cBhvr>
                                      <p:to>
                                        <p:strVal val="visible"/>
                                      </p:to>
                                    </p:set>
                                    <p:animEffect transition="in" filter="wipe(down)">
                                      <p:cBhvr>
                                        <p:cTn id="32" dur="750"/>
                                        <p:tgtEl>
                                          <p:spTgt spid="1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9"/>
                                        </p:tgtEl>
                                        <p:attrNameLst>
                                          <p:attrName>style.visibility</p:attrName>
                                        </p:attrNameLst>
                                      </p:cBhvr>
                                      <p:to>
                                        <p:strVal val="visible"/>
                                      </p:to>
                                    </p:set>
                                    <p:animEffect transition="in" filter="wipe(down)">
                                      <p:cBhvr>
                                        <p:cTn id="37" dur="500"/>
                                        <p:tgtEl>
                                          <p:spTgt spid="7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94"/>
                                        </p:tgtEl>
                                        <p:attrNameLst>
                                          <p:attrName>style.visibility</p:attrName>
                                        </p:attrNameLst>
                                      </p:cBhvr>
                                      <p:to>
                                        <p:strVal val="visible"/>
                                      </p:to>
                                    </p:set>
                                    <p:animEffect transition="in" filter="wipe(down)">
                                      <p:cBhvr>
                                        <p:cTn id="42" dur="500"/>
                                        <p:tgtEl>
                                          <p:spTgt spid="94"/>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31"/>
                                        </p:tgtEl>
                                        <p:attrNameLst>
                                          <p:attrName>style.visibility</p:attrName>
                                        </p:attrNameLst>
                                      </p:cBhvr>
                                      <p:to>
                                        <p:strVal val="visible"/>
                                      </p:to>
                                    </p:set>
                                    <p:animEffect transition="in" filter="wipe(down)">
                                      <p:cBhvr>
                                        <p:cTn id="45" dur="500"/>
                                        <p:tgtEl>
                                          <p:spTgt spid="131"/>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1"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additive="base">
                                        <p:cTn id="50" dur="500" fill="hold"/>
                                        <p:tgtEl>
                                          <p:spTgt spid="7"/>
                                        </p:tgtEl>
                                        <p:attrNameLst>
                                          <p:attrName>ppt_x</p:attrName>
                                        </p:attrNameLst>
                                      </p:cBhvr>
                                      <p:tavLst>
                                        <p:tav tm="0">
                                          <p:val>
                                            <p:strVal val="#ppt_x"/>
                                          </p:val>
                                        </p:tav>
                                        <p:tav tm="100000">
                                          <p:val>
                                            <p:strVal val="#ppt_x"/>
                                          </p:val>
                                        </p:tav>
                                      </p:tavLst>
                                    </p:anim>
                                    <p:anim calcmode="lin" valueType="num">
                                      <p:cBhvr additive="base">
                                        <p:cTn id="51"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7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76"/>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75"/>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7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78"/>
                                        </p:tgtEl>
                                        <p:attrNameLst>
                                          <p:attrName>style.visibility</p:attrName>
                                        </p:attrNameLst>
                                      </p:cBhvr>
                                      <p:to>
                                        <p:strVal val="visible"/>
                                      </p:to>
                                    </p:set>
                                    <p:animEffect transition="in" filter="wipe(down)">
                                      <p:cBhvr>
                                        <p:cTn id="66" dur="500"/>
                                        <p:tgtEl>
                                          <p:spTgt spid="78"/>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93"/>
                                        </p:tgtEl>
                                        <p:attrNameLst>
                                          <p:attrName>style.visibility</p:attrName>
                                        </p:attrNameLst>
                                      </p:cBhvr>
                                      <p:to>
                                        <p:strVal val="visible"/>
                                      </p:to>
                                    </p:set>
                                    <p:animEffect transition="in" filter="wipe(down)">
                                      <p:cBhvr>
                                        <p:cTn id="69" dur="750"/>
                                        <p:tgtEl>
                                          <p:spTgt spid="93"/>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92"/>
                                        </p:tgtEl>
                                        <p:attrNameLst>
                                          <p:attrName>style.visibility</p:attrName>
                                        </p:attrNameLst>
                                      </p:cBhvr>
                                      <p:to>
                                        <p:strVal val="visible"/>
                                      </p:to>
                                    </p:set>
                                    <p:animEffect transition="in" filter="wipe(down)">
                                      <p:cBhvr>
                                        <p:cTn id="72" dur="500"/>
                                        <p:tgtEl>
                                          <p:spTgt spid="92"/>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169"/>
                                        </p:tgtEl>
                                        <p:attrNameLst>
                                          <p:attrName>style.visibility</p:attrName>
                                        </p:attrNameLst>
                                      </p:cBhvr>
                                      <p:to>
                                        <p:strVal val="visible"/>
                                      </p:to>
                                    </p:set>
                                    <p:anim calcmode="lin" valueType="num">
                                      <p:cBhvr>
                                        <p:cTn id="77" dur="500" fill="hold"/>
                                        <p:tgtEl>
                                          <p:spTgt spid="169"/>
                                        </p:tgtEl>
                                        <p:attrNameLst>
                                          <p:attrName>ppt_w</p:attrName>
                                        </p:attrNameLst>
                                      </p:cBhvr>
                                      <p:tavLst>
                                        <p:tav tm="0">
                                          <p:val>
                                            <p:fltVal val="0"/>
                                          </p:val>
                                        </p:tav>
                                        <p:tav tm="100000">
                                          <p:val>
                                            <p:strVal val="#ppt_w"/>
                                          </p:val>
                                        </p:tav>
                                      </p:tavLst>
                                    </p:anim>
                                    <p:anim calcmode="lin" valueType="num">
                                      <p:cBhvr>
                                        <p:cTn id="78" dur="500" fill="hold"/>
                                        <p:tgtEl>
                                          <p:spTgt spid="169"/>
                                        </p:tgtEl>
                                        <p:attrNameLst>
                                          <p:attrName>ppt_h</p:attrName>
                                        </p:attrNameLst>
                                      </p:cBhvr>
                                      <p:tavLst>
                                        <p:tav tm="0">
                                          <p:val>
                                            <p:fltVal val="0"/>
                                          </p:val>
                                        </p:tav>
                                        <p:tav tm="100000">
                                          <p:val>
                                            <p:strVal val="#ppt_h"/>
                                          </p:val>
                                        </p:tav>
                                      </p:tavLst>
                                    </p:anim>
                                    <p:animEffect transition="in" filter="fade">
                                      <p:cBhvr>
                                        <p:cTn id="79" dur="500"/>
                                        <p:tgtEl>
                                          <p:spTgt spid="169"/>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170"/>
                                        </p:tgtEl>
                                        <p:attrNameLst>
                                          <p:attrName>style.visibility</p:attrName>
                                        </p:attrNameLst>
                                      </p:cBhvr>
                                      <p:to>
                                        <p:strVal val="visible"/>
                                      </p:to>
                                    </p:set>
                                    <p:anim calcmode="lin" valueType="num">
                                      <p:cBhvr>
                                        <p:cTn id="82" dur="500" fill="hold"/>
                                        <p:tgtEl>
                                          <p:spTgt spid="170"/>
                                        </p:tgtEl>
                                        <p:attrNameLst>
                                          <p:attrName>ppt_w</p:attrName>
                                        </p:attrNameLst>
                                      </p:cBhvr>
                                      <p:tavLst>
                                        <p:tav tm="0">
                                          <p:val>
                                            <p:fltVal val="0"/>
                                          </p:val>
                                        </p:tav>
                                        <p:tav tm="100000">
                                          <p:val>
                                            <p:strVal val="#ppt_w"/>
                                          </p:val>
                                        </p:tav>
                                      </p:tavLst>
                                    </p:anim>
                                    <p:anim calcmode="lin" valueType="num">
                                      <p:cBhvr>
                                        <p:cTn id="83" dur="500" fill="hold"/>
                                        <p:tgtEl>
                                          <p:spTgt spid="170"/>
                                        </p:tgtEl>
                                        <p:attrNameLst>
                                          <p:attrName>ppt_h</p:attrName>
                                        </p:attrNameLst>
                                      </p:cBhvr>
                                      <p:tavLst>
                                        <p:tav tm="0">
                                          <p:val>
                                            <p:fltVal val="0"/>
                                          </p:val>
                                        </p:tav>
                                        <p:tav tm="100000">
                                          <p:val>
                                            <p:strVal val="#ppt_h"/>
                                          </p:val>
                                        </p:tav>
                                      </p:tavLst>
                                    </p:anim>
                                    <p:animEffect transition="in" filter="fade">
                                      <p:cBhvr>
                                        <p:cTn id="84" dur="500"/>
                                        <p:tgtEl>
                                          <p:spTgt spid="170"/>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171"/>
                                        </p:tgtEl>
                                        <p:attrNameLst>
                                          <p:attrName>style.visibility</p:attrName>
                                        </p:attrNameLst>
                                      </p:cBhvr>
                                      <p:to>
                                        <p:strVal val="visible"/>
                                      </p:to>
                                    </p:set>
                                    <p:anim calcmode="lin" valueType="num">
                                      <p:cBhvr>
                                        <p:cTn id="87" dur="500" fill="hold"/>
                                        <p:tgtEl>
                                          <p:spTgt spid="171"/>
                                        </p:tgtEl>
                                        <p:attrNameLst>
                                          <p:attrName>ppt_w</p:attrName>
                                        </p:attrNameLst>
                                      </p:cBhvr>
                                      <p:tavLst>
                                        <p:tav tm="0">
                                          <p:val>
                                            <p:fltVal val="0"/>
                                          </p:val>
                                        </p:tav>
                                        <p:tav tm="100000">
                                          <p:val>
                                            <p:strVal val="#ppt_w"/>
                                          </p:val>
                                        </p:tav>
                                      </p:tavLst>
                                    </p:anim>
                                    <p:anim calcmode="lin" valueType="num">
                                      <p:cBhvr>
                                        <p:cTn id="88" dur="500" fill="hold"/>
                                        <p:tgtEl>
                                          <p:spTgt spid="171"/>
                                        </p:tgtEl>
                                        <p:attrNameLst>
                                          <p:attrName>ppt_h</p:attrName>
                                        </p:attrNameLst>
                                      </p:cBhvr>
                                      <p:tavLst>
                                        <p:tav tm="0">
                                          <p:val>
                                            <p:fltVal val="0"/>
                                          </p:val>
                                        </p:tav>
                                        <p:tav tm="100000">
                                          <p:val>
                                            <p:strVal val="#ppt_h"/>
                                          </p:val>
                                        </p:tav>
                                      </p:tavLst>
                                    </p:anim>
                                    <p:animEffect transition="in" filter="fade">
                                      <p:cBhvr>
                                        <p:cTn id="89" dur="500"/>
                                        <p:tgtEl>
                                          <p:spTgt spid="171"/>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172"/>
                                        </p:tgtEl>
                                        <p:attrNameLst>
                                          <p:attrName>style.visibility</p:attrName>
                                        </p:attrNameLst>
                                      </p:cBhvr>
                                      <p:to>
                                        <p:strVal val="visible"/>
                                      </p:to>
                                    </p:set>
                                    <p:anim calcmode="lin" valueType="num">
                                      <p:cBhvr>
                                        <p:cTn id="92" dur="500" fill="hold"/>
                                        <p:tgtEl>
                                          <p:spTgt spid="172"/>
                                        </p:tgtEl>
                                        <p:attrNameLst>
                                          <p:attrName>ppt_w</p:attrName>
                                        </p:attrNameLst>
                                      </p:cBhvr>
                                      <p:tavLst>
                                        <p:tav tm="0">
                                          <p:val>
                                            <p:fltVal val="0"/>
                                          </p:val>
                                        </p:tav>
                                        <p:tav tm="100000">
                                          <p:val>
                                            <p:strVal val="#ppt_w"/>
                                          </p:val>
                                        </p:tav>
                                      </p:tavLst>
                                    </p:anim>
                                    <p:anim calcmode="lin" valueType="num">
                                      <p:cBhvr>
                                        <p:cTn id="93" dur="500" fill="hold"/>
                                        <p:tgtEl>
                                          <p:spTgt spid="172"/>
                                        </p:tgtEl>
                                        <p:attrNameLst>
                                          <p:attrName>ppt_h</p:attrName>
                                        </p:attrNameLst>
                                      </p:cBhvr>
                                      <p:tavLst>
                                        <p:tav tm="0">
                                          <p:val>
                                            <p:fltVal val="0"/>
                                          </p:val>
                                        </p:tav>
                                        <p:tav tm="100000">
                                          <p:val>
                                            <p:strVal val="#ppt_h"/>
                                          </p:val>
                                        </p:tav>
                                      </p:tavLst>
                                    </p:anim>
                                    <p:animEffect transition="in" filter="fade">
                                      <p:cBhvr>
                                        <p:cTn id="94" dur="500"/>
                                        <p:tgtEl>
                                          <p:spTgt spid="172"/>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4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4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4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5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5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5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53"/>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5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5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5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5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59"/>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12"/>
                                        </p:tgtEl>
                                        <p:attrNameLst>
                                          <p:attrName>style.visibility</p:attrName>
                                        </p:attrNameLst>
                                      </p:cBhvr>
                                      <p:to>
                                        <p:strVal val="visible"/>
                                      </p:to>
                                    </p:set>
                                    <p:animEffect transition="in" filter="wipe(left)">
                                      <p:cBhvr>
                                        <p:cTn id="137" dur="500"/>
                                        <p:tgtEl>
                                          <p:spTgt spid="12"/>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4" fill="hold" nodeType="clickEffect">
                                  <p:stCondLst>
                                    <p:cond delay="0"/>
                                  </p:stCondLst>
                                  <p:childTnLst>
                                    <p:set>
                                      <p:cBhvr>
                                        <p:cTn id="141" dur="1" fill="hold">
                                          <p:stCondLst>
                                            <p:cond delay="0"/>
                                          </p:stCondLst>
                                        </p:cTn>
                                        <p:tgtEl>
                                          <p:spTgt spid="103"/>
                                        </p:tgtEl>
                                        <p:attrNameLst>
                                          <p:attrName>style.visibility</p:attrName>
                                        </p:attrNameLst>
                                      </p:cBhvr>
                                      <p:to>
                                        <p:strVal val="visible"/>
                                      </p:to>
                                    </p:set>
                                    <p:animEffect transition="in" filter="wipe(down)">
                                      <p:cBhvr>
                                        <p:cTn id="142" dur="1000"/>
                                        <p:tgtEl>
                                          <p:spTgt spid="103"/>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22" presetClass="entr" presetSubtype="4" fill="hold" nodeType="clickEffect">
                                  <p:stCondLst>
                                    <p:cond delay="0"/>
                                  </p:stCondLst>
                                  <p:childTnLst>
                                    <p:set>
                                      <p:cBhvr>
                                        <p:cTn id="150" dur="1" fill="hold">
                                          <p:stCondLst>
                                            <p:cond delay="0"/>
                                          </p:stCondLst>
                                        </p:cTn>
                                        <p:tgtEl>
                                          <p:spTgt spid="116"/>
                                        </p:tgtEl>
                                        <p:attrNameLst>
                                          <p:attrName>style.visibility</p:attrName>
                                        </p:attrNameLst>
                                      </p:cBhvr>
                                      <p:to>
                                        <p:strVal val="visible"/>
                                      </p:to>
                                    </p:set>
                                    <p:animEffect transition="in" filter="wipe(down)">
                                      <p:cBhvr>
                                        <p:cTn id="151" dur="750"/>
                                        <p:tgtEl>
                                          <p:spTgt spid="116"/>
                                        </p:tgtEl>
                                      </p:cBhvr>
                                    </p:animEffect>
                                  </p:childTnLst>
                                </p:cTn>
                              </p:par>
                              <p:par>
                                <p:cTn id="152" presetID="22" presetClass="entr" presetSubtype="4" fill="hold" nodeType="withEffect">
                                  <p:stCondLst>
                                    <p:cond delay="0"/>
                                  </p:stCondLst>
                                  <p:childTnLst>
                                    <p:set>
                                      <p:cBhvr>
                                        <p:cTn id="153" dur="1" fill="hold">
                                          <p:stCondLst>
                                            <p:cond delay="0"/>
                                          </p:stCondLst>
                                        </p:cTn>
                                        <p:tgtEl>
                                          <p:spTgt spid="179"/>
                                        </p:tgtEl>
                                        <p:attrNameLst>
                                          <p:attrName>style.visibility</p:attrName>
                                        </p:attrNameLst>
                                      </p:cBhvr>
                                      <p:to>
                                        <p:strVal val="visible"/>
                                      </p:to>
                                    </p:set>
                                    <p:animEffect transition="in" filter="wipe(down)">
                                      <p:cBhvr>
                                        <p:cTn id="154" dur="750"/>
                                        <p:tgtEl>
                                          <p:spTgt spid="179"/>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nodeType="clickEffect">
                                  <p:stCondLst>
                                    <p:cond delay="0"/>
                                  </p:stCondLst>
                                  <p:childTnLst>
                                    <p:set>
                                      <p:cBhvr>
                                        <p:cTn id="158" dur="1" fill="hold">
                                          <p:stCondLst>
                                            <p:cond delay="0"/>
                                          </p:stCondLst>
                                        </p:cTn>
                                        <p:tgtEl>
                                          <p:spTgt spid="8"/>
                                        </p:tgtEl>
                                        <p:attrNameLst>
                                          <p:attrName>style.visibility</p:attrName>
                                        </p:attrNameLst>
                                      </p:cBhvr>
                                      <p:to>
                                        <p:strVal val="visible"/>
                                      </p:to>
                                    </p:set>
                                    <p:animEffect transition="in" filter="wipe(left)">
                                      <p:cBhvr>
                                        <p:cTn id="159" dur="500"/>
                                        <p:tgtEl>
                                          <p:spTgt spid="8"/>
                                        </p:tgtEl>
                                      </p:cBhvr>
                                    </p:animEffect>
                                  </p:childTnLst>
                                </p:cTn>
                              </p:par>
                            </p:childTnLst>
                          </p:cTn>
                        </p:par>
                      </p:childTnLst>
                    </p:cTn>
                  </p:par>
                  <p:par>
                    <p:cTn id="160" fill="hold">
                      <p:stCondLst>
                        <p:cond delay="indefinite"/>
                      </p:stCondLst>
                      <p:childTnLst>
                        <p:par>
                          <p:cTn id="161" fill="hold">
                            <p:stCondLst>
                              <p:cond delay="0"/>
                            </p:stCondLst>
                            <p:childTnLst>
                              <p:par>
                                <p:cTn id="162" presetID="53" presetClass="entr" presetSubtype="528" fill="hold" grpId="0" nodeType="clickEffect">
                                  <p:stCondLst>
                                    <p:cond delay="0"/>
                                  </p:stCondLst>
                                  <p:childTnLst>
                                    <p:set>
                                      <p:cBhvr>
                                        <p:cTn id="163" dur="1" fill="hold">
                                          <p:stCondLst>
                                            <p:cond delay="0"/>
                                          </p:stCondLst>
                                        </p:cTn>
                                        <p:tgtEl>
                                          <p:spTgt spid="142"/>
                                        </p:tgtEl>
                                        <p:attrNameLst>
                                          <p:attrName>style.visibility</p:attrName>
                                        </p:attrNameLst>
                                      </p:cBhvr>
                                      <p:to>
                                        <p:strVal val="visible"/>
                                      </p:to>
                                    </p:set>
                                    <p:anim calcmode="lin" valueType="num">
                                      <p:cBhvr>
                                        <p:cTn id="164" dur="500" fill="hold"/>
                                        <p:tgtEl>
                                          <p:spTgt spid="142"/>
                                        </p:tgtEl>
                                        <p:attrNameLst>
                                          <p:attrName>ppt_w</p:attrName>
                                        </p:attrNameLst>
                                      </p:cBhvr>
                                      <p:tavLst>
                                        <p:tav tm="0">
                                          <p:val>
                                            <p:fltVal val="0"/>
                                          </p:val>
                                        </p:tav>
                                        <p:tav tm="100000">
                                          <p:val>
                                            <p:strVal val="#ppt_w"/>
                                          </p:val>
                                        </p:tav>
                                      </p:tavLst>
                                    </p:anim>
                                    <p:anim calcmode="lin" valueType="num">
                                      <p:cBhvr>
                                        <p:cTn id="165" dur="500" fill="hold"/>
                                        <p:tgtEl>
                                          <p:spTgt spid="142"/>
                                        </p:tgtEl>
                                        <p:attrNameLst>
                                          <p:attrName>ppt_h</p:attrName>
                                        </p:attrNameLst>
                                      </p:cBhvr>
                                      <p:tavLst>
                                        <p:tav tm="0">
                                          <p:val>
                                            <p:fltVal val="0"/>
                                          </p:val>
                                        </p:tav>
                                        <p:tav tm="100000">
                                          <p:val>
                                            <p:strVal val="#ppt_h"/>
                                          </p:val>
                                        </p:tav>
                                      </p:tavLst>
                                    </p:anim>
                                    <p:animEffect transition="in" filter="fade">
                                      <p:cBhvr>
                                        <p:cTn id="166" dur="500"/>
                                        <p:tgtEl>
                                          <p:spTgt spid="142"/>
                                        </p:tgtEl>
                                      </p:cBhvr>
                                    </p:animEffect>
                                    <p:anim calcmode="lin" valueType="num">
                                      <p:cBhvr>
                                        <p:cTn id="167" dur="500" fill="hold"/>
                                        <p:tgtEl>
                                          <p:spTgt spid="142"/>
                                        </p:tgtEl>
                                        <p:attrNameLst>
                                          <p:attrName>ppt_x</p:attrName>
                                        </p:attrNameLst>
                                      </p:cBhvr>
                                      <p:tavLst>
                                        <p:tav tm="0">
                                          <p:val>
                                            <p:fltVal val="0.5"/>
                                          </p:val>
                                        </p:tav>
                                        <p:tav tm="100000">
                                          <p:val>
                                            <p:strVal val="#ppt_x"/>
                                          </p:val>
                                        </p:tav>
                                      </p:tavLst>
                                    </p:anim>
                                    <p:anim calcmode="lin" valueType="num">
                                      <p:cBhvr>
                                        <p:cTn id="168" dur="500" fill="hold"/>
                                        <p:tgtEl>
                                          <p:spTgt spid="142"/>
                                        </p:tgtEl>
                                        <p:attrNameLst>
                                          <p:attrName>ppt_y</p:attrName>
                                        </p:attrNameLst>
                                      </p:cBhvr>
                                      <p:tavLst>
                                        <p:tav tm="0">
                                          <p:val>
                                            <p:fltVal val="0.5"/>
                                          </p:val>
                                        </p:tav>
                                        <p:tav tm="100000">
                                          <p:val>
                                            <p:strVal val="#ppt_y"/>
                                          </p:val>
                                        </p:tav>
                                      </p:tavLst>
                                    </p:anim>
                                  </p:childTnLst>
                                </p:cTn>
                              </p:par>
                              <p:par>
                                <p:cTn id="169" presetID="53" presetClass="entr" presetSubtype="528" fill="hold" grpId="0" nodeType="withEffect">
                                  <p:stCondLst>
                                    <p:cond delay="0"/>
                                  </p:stCondLst>
                                  <p:childTnLst>
                                    <p:set>
                                      <p:cBhvr>
                                        <p:cTn id="170" dur="1" fill="hold">
                                          <p:stCondLst>
                                            <p:cond delay="0"/>
                                          </p:stCondLst>
                                        </p:cTn>
                                        <p:tgtEl>
                                          <p:spTgt spid="143"/>
                                        </p:tgtEl>
                                        <p:attrNameLst>
                                          <p:attrName>style.visibility</p:attrName>
                                        </p:attrNameLst>
                                      </p:cBhvr>
                                      <p:to>
                                        <p:strVal val="visible"/>
                                      </p:to>
                                    </p:set>
                                    <p:anim calcmode="lin" valueType="num">
                                      <p:cBhvr>
                                        <p:cTn id="171" dur="500" fill="hold"/>
                                        <p:tgtEl>
                                          <p:spTgt spid="143"/>
                                        </p:tgtEl>
                                        <p:attrNameLst>
                                          <p:attrName>ppt_w</p:attrName>
                                        </p:attrNameLst>
                                      </p:cBhvr>
                                      <p:tavLst>
                                        <p:tav tm="0">
                                          <p:val>
                                            <p:fltVal val="0"/>
                                          </p:val>
                                        </p:tav>
                                        <p:tav tm="100000">
                                          <p:val>
                                            <p:strVal val="#ppt_w"/>
                                          </p:val>
                                        </p:tav>
                                      </p:tavLst>
                                    </p:anim>
                                    <p:anim calcmode="lin" valueType="num">
                                      <p:cBhvr>
                                        <p:cTn id="172" dur="500" fill="hold"/>
                                        <p:tgtEl>
                                          <p:spTgt spid="143"/>
                                        </p:tgtEl>
                                        <p:attrNameLst>
                                          <p:attrName>ppt_h</p:attrName>
                                        </p:attrNameLst>
                                      </p:cBhvr>
                                      <p:tavLst>
                                        <p:tav tm="0">
                                          <p:val>
                                            <p:fltVal val="0"/>
                                          </p:val>
                                        </p:tav>
                                        <p:tav tm="100000">
                                          <p:val>
                                            <p:strVal val="#ppt_h"/>
                                          </p:val>
                                        </p:tav>
                                      </p:tavLst>
                                    </p:anim>
                                    <p:animEffect transition="in" filter="fade">
                                      <p:cBhvr>
                                        <p:cTn id="173" dur="500"/>
                                        <p:tgtEl>
                                          <p:spTgt spid="143"/>
                                        </p:tgtEl>
                                      </p:cBhvr>
                                    </p:animEffect>
                                    <p:anim calcmode="lin" valueType="num">
                                      <p:cBhvr>
                                        <p:cTn id="174" dur="500" fill="hold"/>
                                        <p:tgtEl>
                                          <p:spTgt spid="143"/>
                                        </p:tgtEl>
                                        <p:attrNameLst>
                                          <p:attrName>ppt_x</p:attrName>
                                        </p:attrNameLst>
                                      </p:cBhvr>
                                      <p:tavLst>
                                        <p:tav tm="0">
                                          <p:val>
                                            <p:fltVal val="0.5"/>
                                          </p:val>
                                        </p:tav>
                                        <p:tav tm="100000">
                                          <p:val>
                                            <p:strVal val="#ppt_x"/>
                                          </p:val>
                                        </p:tav>
                                      </p:tavLst>
                                    </p:anim>
                                    <p:anim calcmode="lin" valueType="num">
                                      <p:cBhvr>
                                        <p:cTn id="175" dur="500" fill="hold"/>
                                        <p:tgtEl>
                                          <p:spTgt spid="143"/>
                                        </p:tgtEl>
                                        <p:attrNameLst>
                                          <p:attrName>ppt_y</p:attrName>
                                        </p:attrNameLst>
                                      </p:cBhvr>
                                      <p:tavLst>
                                        <p:tav tm="0">
                                          <p:val>
                                            <p:fltVal val="0.5"/>
                                          </p:val>
                                        </p:tav>
                                        <p:tav tm="100000">
                                          <p:val>
                                            <p:strVal val="#ppt_y"/>
                                          </p:val>
                                        </p:tav>
                                      </p:tavLst>
                                    </p:anim>
                                  </p:childTnLst>
                                </p:cTn>
                              </p:par>
                              <p:par>
                                <p:cTn id="176" presetID="53" presetClass="entr" presetSubtype="528" fill="hold" grpId="0" nodeType="withEffect">
                                  <p:stCondLst>
                                    <p:cond delay="0"/>
                                  </p:stCondLst>
                                  <p:childTnLst>
                                    <p:set>
                                      <p:cBhvr>
                                        <p:cTn id="177" dur="1" fill="hold">
                                          <p:stCondLst>
                                            <p:cond delay="0"/>
                                          </p:stCondLst>
                                        </p:cTn>
                                        <p:tgtEl>
                                          <p:spTgt spid="146"/>
                                        </p:tgtEl>
                                        <p:attrNameLst>
                                          <p:attrName>style.visibility</p:attrName>
                                        </p:attrNameLst>
                                      </p:cBhvr>
                                      <p:to>
                                        <p:strVal val="visible"/>
                                      </p:to>
                                    </p:set>
                                    <p:anim calcmode="lin" valueType="num">
                                      <p:cBhvr>
                                        <p:cTn id="178" dur="500" fill="hold"/>
                                        <p:tgtEl>
                                          <p:spTgt spid="146"/>
                                        </p:tgtEl>
                                        <p:attrNameLst>
                                          <p:attrName>ppt_w</p:attrName>
                                        </p:attrNameLst>
                                      </p:cBhvr>
                                      <p:tavLst>
                                        <p:tav tm="0">
                                          <p:val>
                                            <p:fltVal val="0"/>
                                          </p:val>
                                        </p:tav>
                                        <p:tav tm="100000">
                                          <p:val>
                                            <p:strVal val="#ppt_w"/>
                                          </p:val>
                                        </p:tav>
                                      </p:tavLst>
                                    </p:anim>
                                    <p:anim calcmode="lin" valueType="num">
                                      <p:cBhvr>
                                        <p:cTn id="179" dur="500" fill="hold"/>
                                        <p:tgtEl>
                                          <p:spTgt spid="146"/>
                                        </p:tgtEl>
                                        <p:attrNameLst>
                                          <p:attrName>ppt_h</p:attrName>
                                        </p:attrNameLst>
                                      </p:cBhvr>
                                      <p:tavLst>
                                        <p:tav tm="0">
                                          <p:val>
                                            <p:fltVal val="0"/>
                                          </p:val>
                                        </p:tav>
                                        <p:tav tm="100000">
                                          <p:val>
                                            <p:strVal val="#ppt_h"/>
                                          </p:val>
                                        </p:tav>
                                      </p:tavLst>
                                    </p:anim>
                                    <p:animEffect transition="in" filter="fade">
                                      <p:cBhvr>
                                        <p:cTn id="180" dur="500"/>
                                        <p:tgtEl>
                                          <p:spTgt spid="146"/>
                                        </p:tgtEl>
                                      </p:cBhvr>
                                    </p:animEffect>
                                    <p:anim calcmode="lin" valueType="num">
                                      <p:cBhvr>
                                        <p:cTn id="181" dur="500" fill="hold"/>
                                        <p:tgtEl>
                                          <p:spTgt spid="146"/>
                                        </p:tgtEl>
                                        <p:attrNameLst>
                                          <p:attrName>ppt_x</p:attrName>
                                        </p:attrNameLst>
                                      </p:cBhvr>
                                      <p:tavLst>
                                        <p:tav tm="0">
                                          <p:val>
                                            <p:fltVal val="0.5"/>
                                          </p:val>
                                        </p:tav>
                                        <p:tav tm="100000">
                                          <p:val>
                                            <p:strVal val="#ppt_x"/>
                                          </p:val>
                                        </p:tav>
                                      </p:tavLst>
                                    </p:anim>
                                    <p:anim calcmode="lin" valueType="num">
                                      <p:cBhvr>
                                        <p:cTn id="182" dur="500" fill="hold"/>
                                        <p:tgtEl>
                                          <p:spTgt spid="146"/>
                                        </p:tgtEl>
                                        <p:attrNameLst>
                                          <p:attrName>ppt_y</p:attrName>
                                        </p:attrNameLst>
                                      </p:cBhvr>
                                      <p:tavLst>
                                        <p:tav tm="0">
                                          <p:val>
                                            <p:fltVal val="0.5"/>
                                          </p:val>
                                        </p:tav>
                                        <p:tav tm="100000">
                                          <p:val>
                                            <p:strVal val="#ppt_y"/>
                                          </p:val>
                                        </p:tav>
                                      </p:tavLst>
                                    </p:anim>
                                  </p:childTnLst>
                                </p:cTn>
                              </p:par>
                              <p:par>
                                <p:cTn id="183" presetID="53" presetClass="entr" presetSubtype="528" fill="hold" grpId="0" nodeType="withEffect">
                                  <p:stCondLst>
                                    <p:cond delay="0"/>
                                  </p:stCondLst>
                                  <p:childTnLst>
                                    <p:set>
                                      <p:cBhvr>
                                        <p:cTn id="184" dur="1" fill="hold">
                                          <p:stCondLst>
                                            <p:cond delay="0"/>
                                          </p:stCondLst>
                                        </p:cTn>
                                        <p:tgtEl>
                                          <p:spTgt spid="148"/>
                                        </p:tgtEl>
                                        <p:attrNameLst>
                                          <p:attrName>style.visibility</p:attrName>
                                        </p:attrNameLst>
                                      </p:cBhvr>
                                      <p:to>
                                        <p:strVal val="visible"/>
                                      </p:to>
                                    </p:set>
                                    <p:anim calcmode="lin" valueType="num">
                                      <p:cBhvr>
                                        <p:cTn id="185" dur="500" fill="hold"/>
                                        <p:tgtEl>
                                          <p:spTgt spid="148"/>
                                        </p:tgtEl>
                                        <p:attrNameLst>
                                          <p:attrName>ppt_w</p:attrName>
                                        </p:attrNameLst>
                                      </p:cBhvr>
                                      <p:tavLst>
                                        <p:tav tm="0">
                                          <p:val>
                                            <p:fltVal val="0"/>
                                          </p:val>
                                        </p:tav>
                                        <p:tav tm="100000">
                                          <p:val>
                                            <p:strVal val="#ppt_w"/>
                                          </p:val>
                                        </p:tav>
                                      </p:tavLst>
                                    </p:anim>
                                    <p:anim calcmode="lin" valueType="num">
                                      <p:cBhvr>
                                        <p:cTn id="186" dur="500" fill="hold"/>
                                        <p:tgtEl>
                                          <p:spTgt spid="148"/>
                                        </p:tgtEl>
                                        <p:attrNameLst>
                                          <p:attrName>ppt_h</p:attrName>
                                        </p:attrNameLst>
                                      </p:cBhvr>
                                      <p:tavLst>
                                        <p:tav tm="0">
                                          <p:val>
                                            <p:fltVal val="0"/>
                                          </p:val>
                                        </p:tav>
                                        <p:tav tm="100000">
                                          <p:val>
                                            <p:strVal val="#ppt_h"/>
                                          </p:val>
                                        </p:tav>
                                      </p:tavLst>
                                    </p:anim>
                                    <p:animEffect transition="in" filter="fade">
                                      <p:cBhvr>
                                        <p:cTn id="187" dur="500"/>
                                        <p:tgtEl>
                                          <p:spTgt spid="148"/>
                                        </p:tgtEl>
                                      </p:cBhvr>
                                    </p:animEffect>
                                    <p:anim calcmode="lin" valueType="num">
                                      <p:cBhvr>
                                        <p:cTn id="188" dur="500" fill="hold"/>
                                        <p:tgtEl>
                                          <p:spTgt spid="148"/>
                                        </p:tgtEl>
                                        <p:attrNameLst>
                                          <p:attrName>ppt_x</p:attrName>
                                        </p:attrNameLst>
                                      </p:cBhvr>
                                      <p:tavLst>
                                        <p:tav tm="0">
                                          <p:val>
                                            <p:fltVal val="0.5"/>
                                          </p:val>
                                        </p:tav>
                                        <p:tav tm="100000">
                                          <p:val>
                                            <p:strVal val="#ppt_x"/>
                                          </p:val>
                                        </p:tav>
                                      </p:tavLst>
                                    </p:anim>
                                    <p:anim calcmode="lin" valueType="num">
                                      <p:cBhvr>
                                        <p:cTn id="189" dur="500" fill="hold"/>
                                        <p:tgtEl>
                                          <p:spTgt spid="148"/>
                                        </p:tgtEl>
                                        <p:attrNameLst>
                                          <p:attrName>ppt_y</p:attrName>
                                        </p:attrNameLst>
                                      </p:cBhvr>
                                      <p:tavLst>
                                        <p:tav tm="0">
                                          <p:val>
                                            <p:fltVal val="0.5"/>
                                          </p:val>
                                        </p:tav>
                                        <p:tav tm="100000">
                                          <p:val>
                                            <p:strVal val="#ppt_y"/>
                                          </p:val>
                                        </p:tav>
                                      </p:tavLst>
                                    </p:anim>
                                  </p:childTnLst>
                                </p:cTn>
                              </p:par>
                              <p:par>
                                <p:cTn id="190" presetID="53" presetClass="entr" presetSubtype="528" fill="hold" grpId="0" nodeType="withEffect">
                                  <p:stCondLst>
                                    <p:cond delay="0"/>
                                  </p:stCondLst>
                                  <p:childTnLst>
                                    <p:set>
                                      <p:cBhvr>
                                        <p:cTn id="191" dur="1" fill="hold">
                                          <p:stCondLst>
                                            <p:cond delay="0"/>
                                          </p:stCondLst>
                                        </p:cTn>
                                        <p:tgtEl>
                                          <p:spTgt spid="154"/>
                                        </p:tgtEl>
                                        <p:attrNameLst>
                                          <p:attrName>style.visibility</p:attrName>
                                        </p:attrNameLst>
                                      </p:cBhvr>
                                      <p:to>
                                        <p:strVal val="visible"/>
                                      </p:to>
                                    </p:set>
                                    <p:anim calcmode="lin" valueType="num">
                                      <p:cBhvr>
                                        <p:cTn id="192" dur="500" fill="hold"/>
                                        <p:tgtEl>
                                          <p:spTgt spid="154"/>
                                        </p:tgtEl>
                                        <p:attrNameLst>
                                          <p:attrName>ppt_w</p:attrName>
                                        </p:attrNameLst>
                                      </p:cBhvr>
                                      <p:tavLst>
                                        <p:tav tm="0">
                                          <p:val>
                                            <p:fltVal val="0"/>
                                          </p:val>
                                        </p:tav>
                                        <p:tav tm="100000">
                                          <p:val>
                                            <p:strVal val="#ppt_w"/>
                                          </p:val>
                                        </p:tav>
                                      </p:tavLst>
                                    </p:anim>
                                    <p:anim calcmode="lin" valueType="num">
                                      <p:cBhvr>
                                        <p:cTn id="193" dur="500" fill="hold"/>
                                        <p:tgtEl>
                                          <p:spTgt spid="154"/>
                                        </p:tgtEl>
                                        <p:attrNameLst>
                                          <p:attrName>ppt_h</p:attrName>
                                        </p:attrNameLst>
                                      </p:cBhvr>
                                      <p:tavLst>
                                        <p:tav tm="0">
                                          <p:val>
                                            <p:fltVal val="0"/>
                                          </p:val>
                                        </p:tav>
                                        <p:tav tm="100000">
                                          <p:val>
                                            <p:strVal val="#ppt_h"/>
                                          </p:val>
                                        </p:tav>
                                      </p:tavLst>
                                    </p:anim>
                                    <p:animEffect transition="in" filter="fade">
                                      <p:cBhvr>
                                        <p:cTn id="194" dur="500"/>
                                        <p:tgtEl>
                                          <p:spTgt spid="154"/>
                                        </p:tgtEl>
                                      </p:cBhvr>
                                    </p:animEffect>
                                    <p:anim calcmode="lin" valueType="num">
                                      <p:cBhvr>
                                        <p:cTn id="195" dur="500" fill="hold"/>
                                        <p:tgtEl>
                                          <p:spTgt spid="154"/>
                                        </p:tgtEl>
                                        <p:attrNameLst>
                                          <p:attrName>ppt_x</p:attrName>
                                        </p:attrNameLst>
                                      </p:cBhvr>
                                      <p:tavLst>
                                        <p:tav tm="0">
                                          <p:val>
                                            <p:fltVal val="0.5"/>
                                          </p:val>
                                        </p:tav>
                                        <p:tav tm="100000">
                                          <p:val>
                                            <p:strVal val="#ppt_x"/>
                                          </p:val>
                                        </p:tav>
                                      </p:tavLst>
                                    </p:anim>
                                    <p:anim calcmode="lin" valueType="num">
                                      <p:cBhvr>
                                        <p:cTn id="196" dur="500" fill="hold"/>
                                        <p:tgtEl>
                                          <p:spTgt spid="154"/>
                                        </p:tgtEl>
                                        <p:attrNameLst>
                                          <p:attrName>ppt_y</p:attrName>
                                        </p:attrNameLst>
                                      </p:cBhvr>
                                      <p:tavLst>
                                        <p:tav tm="0">
                                          <p:val>
                                            <p:fltVal val="0.5"/>
                                          </p:val>
                                        </p:tav>
                                        <p:tav tm="100000">
                                          <p:val>
                                            <p:strVal val="#ppt_y"/>
                                          </p:val>
                                        </p:tav>
                                      </p:tavLst>
                                    </p:anim>
                                  </p:childTnLst>
                                </p:cTn>
                              </p:par>
                              <p:par>
                                <p:cTn id="197" presetID="53" presetClass="entr" presetSubtype="528" fill="hold" grpId="0" nodeType="withEffect">
                                  <p:stCondLst>
                                    <p:cond delay="0"/>
                                  </p:stCondLst>
                                  <p:childTnLst>
                                    <p:set>
                                      <p:cBhvr>
                                        <p:cTn id="198" dur="1" fill="hold">
                                          <p:stCondLst>
                                            <p:cond delay="0"/>
                                          </p:stCondLst>
                                        </p:cTn>
                                        <p:tgtEl>
                                          <p:spTgt spid="167"/>
                                        </p:tgtEl>
                                        <p:attrNameLst>
                                          <p:attrName>style.visibility</p:attrName>
                                        </p:attrNameLst>
                                      </p:cBhvr>
                                      <p:to>
                                        <p:strVal val="visible"/>
                                      </p:to>
                                    </p:set>
                                    <p:anim calcmode="lin" valueType="num">
                                      <p:cBhvr>
                                        <p:cTn id="199" dur="500" fill="hold"/>
                                        <p:tgtEl>
                                          <p:spTgt spid="167"/>
                                        </p:tgtEl>
                                        <p:attrNameLst>
                                          <p:attrName>ppt_w</p:attrName>
                                        </p:attrNameLst>
                                      </p:cBhvr>
                                      <p:tavLst>
                                        <p:tav tm="0">
                                          <p:val>
                                            <p:fltVal val="0"/>
                                          </p:val>
                                        </p:tav>
                                        <p:tav tm="100000">
                                          <p:val>
                                            <p:strVal val="#ppt_w"/>
                                          </p:val>
                                        </p:tav>
                                      </p:tavLst>
                                    </p:anim>
                                    <p:anim calcmode="lin" valueType="num">
                                      <p:cBhvr>
                                        <p:cTn id="200" dur="500" fill="hold"/>
                                        <p:tgtEl>
                                          <p:spTgt spid="167"/>
                                        </p:tgtEl>
                                        <p:attrNameLst>
                                          <p:attrName>ppt_h</p:attrName>
                                        </p:attrNameLst>
                                      </p:cBhvr>
                                      <p:tavLst>
                                        <p:tav tm="0">
                                          <p:val>
                                            <p:fltVal val="0"/>
                                          </p:val>
                                        </p:tav>
                                        <p:tav tm="100000">
                                          <p:val>
                                            <p:strVal val="#ppt_h"/>
                                          </p:val>
                                        </p:tav>
                                      </p:tavLst>
                                    </p:anim>
                                    <p:animEffect transition="in" filter="fade">
                                      <p:cBhvr>
                                        <p:cTn id="201" dur="500"/>
                                        <p:tgtEl>
                                          <p:spTgt spid="167"/>
                                        </p:tgtEl>
                                      </p:cBhvr>
                                    </p:animEffect>
                                    <p:anim calcmode="lin" valueType="num">
                                      <p:cBhvr>
                                        <p:cTn id="202" dur="500" fill="hold"/>
                                        <p:tgtEl>
                                          <p:spTgt spid="167"/>
                                        </p:tgtEl>
                                        <p:attrNameLst>
                                          <p:attrName>ppt_x</p:attrName>
                                        </p:attrNameLst>
                                      </p:cBhvr>
                                      <p:tavLst>
                                        <p:tav tm="0">
                                          <p:val>
                                            <p:fltVal val="0.5"/>
                                          </p:val>
                                        </p:tav>
                                        <p:tav tm="100000">
                                          <p:val>
                                            <p:strVal val="#ppt_x"/>
                                          </p:val>
                                        </p:tav>
                                      </p:tavLst>
                                    </p:anim>
                                    <p:anim calcmode="lin" valueType="num">
                                      <p:cBhvr>
                                        <p:cTn id="203" dur="500" fill="hold"/>
                                        <p:tgtEl>
                                          <p:spTgt spid="167"/>
                                        </p:tgtEl>
                                        <p:attrNameLst>
                                          <p:attrName>ppt_y</p:attrName>
                                        </p:attrNameLst>
                                      </p:cBhvr>
                                      <p:tavLst>
                                        <p:tav tm="0">
                                          <p:val>
                                            <p:fltVal val="0.5"/>
                                          </p:val>
                                        </p:tav>
                                        <p:tav tm="100000">
                                          <p:val>
                                            <p:strVal val="#ppt_y"/>
                                          </p:val>
                                        </p:tav>
                                      </p:tavLst>
                                    </p:anim>
                                  </p:childTnLst>
                                </p:cTn>
                              </p:par>
                              <p:par>
                                <p:cTn id="204" presetID="53" presetClass="entr" presetSubtype="528" fill="hold" grpId="0" nodeType="withEffect">
                                  <p:stCondLst>
                                    <p:cond delay="0"/>
                                  </p:stCondLst>
                                  <p:childTnLst>
                                    <p:set>
                                      <p:cBhvr>
                                        <p:cTn id="205" dur="1" fill="hold">
                                          <p:stCondLst>
                                            <p:cond delay="0"/>
                                          </p:stCondLst>
                                        </p:cTn>
                                        <p:tgtEl>
                                          <p:spTgt spid="168"/>
                                        </p:tgtEl>
                                        <p:attrNameLst>
                                          <p:attrName>style.visibility</p:attrName>
                                        </p:attrNameLst>
                                      </p:cBhvr>
                                      <p:to>
                                        <p:strVal val="visible"/>
                                      </p:to>
                                    </p:set>
                                    <p:anim calcmode="lin" valueType="num">
                                      <p:cBhvr>
                                        <p:cTn id="206" dur="500" fill="hold"/>
                                        <p:tgtEl>
                                          <p:spTgt spid="168"/>
                                        </p:tgtEl>
                                        <p:attrNameLst>
                                          <p:attrName>ppt_w</p:attrName>
                                        </p:attrNameLst>
                                      </p:cBhvr>
                                      <p:tavLst>
                                        <p:tav tm="0">
                                          <p:val>
                                            <p:fltVal val="0"/>
                                          </p:val>
                                        </p:tav>
                                        <p:tav tm="100000">
                                          <p:val>
                                            <p:strVal val="#ppt_w"/>
                                          </p:val>
                                        </p:tav>
                                      </p:tavLst>
                                    </p:anim>
                                    <p:anim calcmode="lin" valueType="num">
                                      <p:cBhvr>
                                        <p:cTn id="207" dur="500" fill="hold"/>
                                        <p:tgtEl>
                                          <p:spTgt spid="168"/>
                                        </p:tgtEl>
                                        <p:attrNameLst>
                                          <p:attrName>ppt_h</p:attrName>
                                        </p:attrNameLst>
                                      </p:cBhvr>
                                      <p:tavLst>
                                        <p:tav tm="0">
                                          <p:val>
                                            <p:fltVal val="0"/>
                                          </p:val>
                                        </p:tav>
                                        <p:tav tm="100000">
                                          <p:val>
                                            <p:strVal val="#ppt_h"/>
                                          </p:val>
                                        </p:tav>
                                      </p:tavLst>
                                    </p:anim>
                                    <p:animEffect transition="in" filter="fade">
                                      <p:cBhvr>
                                        <p:cTn id="208" dur="500"/>
                                        <p:tgtEl>
                                          <p:spTgt spid="168"/>
                                        </p:tgtEl>
                                      </p:cBhvr>
                                    </p:animEffect>
                                    <p:anim calcmode="lin" valueType="num">
                                      <p:cBhvr>
                                        <p:cTn id="209" dur="500" fill="hold"/>
                                        <p:tgtEl>
                                          <p:spTgt spid="168"/>
                                        </p:tgtEl>
                                        <p:attrNameLst>
                                          <p:attrName>ppt_x</p:attrName>
                                        </p:attrNameLst>
                                      </p:cBhvr>
                                      <p:tavLst>
                                        <p:tav tm="0">
                                          <p:val>
                                            <p:fltVal val="0.5"/>
                                          </p:val>
                                        </p:tav>
                                        <p:tav tm="100000">
                                          <p:val>
                                            <p:strVal val="#ppt_x"/>
                                          </p:val>
                                        </p:tav>
                                      </p:tavLst>
                                    </p:anim>
                                    <p:anim calcmode="lin" valueType="num">
                                      <p:cBhvr>
                                        <p:cTn id="210" dur="500" fill="hold"/>
                                        <p:tgtEl>
                                          <p:spTgt spid="168"/>
                                        </p:tgtEl>
                                        <p:attrNameLst>
                                          <p:attrName>ppt_y</p:attrName>
                                        </p:attrNameLst>
                                      </p:cBhvr>
                                      <p:tavLst>
                                        <p:tav tm="0">
                                          <p:val>
                                            <p:fltVal val="0.5"/>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42" presetClass="entr" presetSubtype="0" fill="hold" grpId="0" nodeType="clickEffect">
                                  <p:stCondLst>
                                    <p:cond delay="0"/>
                                  </p:stCondLst>
                                  <p:childTnLst>
                                    <p:set>
                                      <p:cBhvr>
                                        <p:cTn id="214" dur="1" fill="hold">
                                          <p:stCondLst>
                                            <p:cond delay="0"/>
                                          </p:stCondLst>
                                        </p:cTn>
                                        <p:tgtEl>
                                          <p:spTgt spid="160"/>
                                        </p:tgtEl>
                                        <p:attrNameLst>
                                          <p:attrName>style.visibility</p:attrName>
                                        </p:attrNameLst>
                                      </p:cBhvr>
                                      <p:to>
                                        <p:strVal val="visible"/>
                                      </p:to>
                                    </p:set>
                                    <p:animEffect transition="in" filter="fade">
                                      <p:cBhvr>
                                        <p:cTn id="215" dur="1000"/>
                                        <p:tgtEl>
                                          <p:spTgt spid="160"/>
                                        </p:tgtEl>
                                      </p:cBhvr>
                                    </p:animEffect>
                                    <p:anim calcmode="lin" valueType="num">
                                      <p:cBhvr>
                                        <p:cTn id="216" dur="1000" fill="hold"/>
                                        <p:tgtEl>
                                          <p:spTgt spid="160"/>
                                        </p:tgtEl>
                                        <p:attrNameLst>
                                          <p:attrName>ppt_x</p:attrName>
                                        </p:attrNameLst>
                                      </p:cBhvr>
                                      <p:tavLst>
                                        <p:tav tm="0">
                                          <p:val>
                                            <p:strVal val="#ppt_x"/>
                                          </p:val>
                                        </p:tav>
                                        <p:tav tm="100000">
                                          <p:val>
                                            <p:strVal val="#ppt_x"/>
                                          </p:val>
                                        </p:tav>
                                      </p:tavLst>
                                    </p:anim>
                                    <p:anim calcmode="lin" valueType="num">
                                      <p:cBhvr>
                                        <p:cTn id="217" dur="1000" fill="hold"/>
                                        <p:tgtEl>
                                          <p:spTgt spid="160"/>
                                        </p:tgtEl>
                                        <p:attrNameLst>
                                          <p:attrName>ppt_y</p:attrName>
                                        </p:attrNameLst>
                                      </p:cBhvr>
                                      <p:tavLst>
                                        <p:tav tm="0">
                                          <p:val>
                                            <p:strVal val="#ppt_y+.1"/>
                                          </p:val>
                                        </p:tav>
                                        <p:tav tm="100000">
                                          <p:val>
                                            <p:strVal val="#ppt_y"/>
                                          </p:val>
                                        </p:tav>
                                      </p:tavLst>
                                    </p:anim>
                                  </p:childTnLst>
                                </p:cTn>
                              </p:par>
                            </p:childTnLst>
                          </p:cTn>
                        </p:par>
                      </p:childTnLst>
                    </p:cTn>
                  </p:par>
                  <p:par>
                    <p:cTn id="218" fill="hold">
                      <p:stCondLst>
                        <p:cond delay="indefinite"/>
                      </p:stCondLst>
                      <p:childTnLst>
                        <p:par>
                          <p:cTn id="219" fill="hold">
                            <p:stCondLst>
                              <p:cond delay="0"/>
                            </p:stCondLst>
                            <p:childTnLst>
                              <p:par>
                                <p:cTn id="220" presetID="42" presetClass="entr" presetSubtype="0" fill="hold" grpId="0" nodeType="clickEffect">
                                  <p:stCondLst>
                                    <p:cond delay="0"/>
                                  </p:stCondLst>
                                  <p:childTnLst>
                                    <p:set>
                                      <p:cBhvr>
                                        <p:cTn id="221" dur="1" fill="hold">
                                          <p:stCondLst>
                                            <p:cond delay="0"/>
                                          </p:stCondLst>
                                        </p:cTn>
                                        <p:tgtEl>
                                          <p:spTgt spid="161"/>
                                        </p:tgtEl>
                                        <p:attrNameLst>
                                          <p:attrName>style.visibility</p:attrName>
                                        </p:attrNameLst>
                                      </p:cBhvr>
                                      <p:to>
                                        <p:strVal val="visible"/>
                                      </p:to>
                                    </p:set>
                                    <p:animEffect transition="in" filter="fade">
                                      <p:cBhvr>
                                        <p:cTn id="222" dur="1000"/>
                                        <p:tgtEl>
                                          <p:spTgt spid="161"/>
                                        </p:tgtEl>
                                      </p:cBhvr>
                                    </p:animEffect>
                                    <p:anim calcmode="lin" valueType="num">
                                      <p:cBhvr>
                                        <p:cTn id="223" dur="1000" fill="hold"/>
                                        <p:tgtEl>
                                          <p:spTgt spid="161"/>
                                        </p:tgtEl>
                                        <p:attrNameLst>
                                          <p:attrName>ppt_x</p:attrName>
                                        </p:attrNameLst>
                                      </p:cBhvr>
                                      <p:tavLst>
                                        <p:tav tm="0">
                                          <p:val>
                                            <p:strVal val="#ppt_x"/>
                                          </p:val>
                                        </p:tav>
                                        <p:tav tm="100000">
                                          <p:val>
                                            <p:strVal val="#ppt_x"/>
                                          </p:val>
                                        </p:tav>
                                      </p:tavLst>
                                    </p:anim>
                                    <p:anim calcmode="lin" valueType="num">
                                      <p:cBhvr>
                                        <p:cTn id="224" dur="1000" fill="hold"/>
                                        <p:tgtEl>
                                          <p:spTgt spid="161"/>
                                        </p:tgtEl>
                                        <p:attrNameLst>
                                          <p:attrName>ppt_y</p:attrName>
                                        </p:attrNameLst>
                                      </p:cBhvr>
                                      <p:tavLst>
                                        <p:tav tm="0">
                                          <p:val>
                                            <p:strVal val="#ppt_y+.1"/>
                                          </p:val>
                                        </p:tav>
                                        <p:tav tm="100000">
                                          <p:val>
                                            <p:strVal val="#ppt_y"/>
                                          </p:val>
                                        </p:tav>
                                      </p:tavLst>
                                    </p:anim>
                                  </p:childTnLst>
                                </p:cTn>
                              </p:par>
                            </p:childTnLst>
                          </p:cTn>
                        </p:par>
                      </p:childTnLst>
                    </p:cTn>
                  </p:par>
                  <p:par>
                    <p:cTn id="225" fill="hold">
                      <p:stCondLst>
                        <p:cond delay="indefinite"/>
                      </p:stCondLst>
                      <p:childTnLst>
                        <p:par>
                          <p:cTn id="226" fill="hold">
                            <p:stCondLst>
                              <p:cond delay="0"/>
                            </p:stCondLst>
                            <p:childTnLst>
                              <p:par>
                                <p:cTn id="227" presetID="42" presetClass="entr" presetSubtype="0" fill="hold" grpId="0" nodeType="clickEffect">
                                  <p:stCondLst>
                                    <p:cond delay="0"/>
                                  </p:stCondLst>
                                  <p:childTnLst>
                                    <p:set>
                                      <p:cBhvr>
                                        <p:cTn id="228" dur="1" fill="hold">
                                          <p:stCondLst>
                                            <p:cond delay="0"/>
                                          </p:stCondLst>
                                        </p:cTn>
                                        <p:tgtEl>
                                          <p:spTgt spid="162"/>
                                        </p:tgtEl>
                                        <p:attrNameLst>
                                          <p:attrName>style.visibility</p:attrName>
                                        </p:attrNameLst>
                                      </p:cBhvr>
                                      <p:to>
                                        <p:strVal val="visible"/>
                                      </p:to>
                                    </p:set>
                                    <p:animEffect transition="in" filter="fade">
                                      <p:cBhvr>
                                        <p:cTn id="229" dur="1000"/>
                                        <p:tgtEl>
                                          <p:spTgt spid="162"/>
                                        </p:tgtEl>
                                      </p:cBhvr>
                                    </p:animEffect>
                                    <p:anim calcmode="lin" valueType="num">
                                      <p:cBhvr>
                                        <p:cTn id="230" dur="1000" fill="hold"/>
                                        <p:tgtEl>
                                          <p:spTgt spid="162"/>
                                        </p:tgtEl>
                                        <p:attrNameLst>
                                          <p:attrName>ppt_x</p:attrName>
                                        </p:attrNameLst>
                                      </p:cBhvr>
                                      <p:tavLst>
                                        <p:tav tm="0">
                                          <p:val>
                                            <p:strVal val="#ppt_x"/>
                                          </p:val>
                                        </p:tav>
                                        <p:tav tm="100000">
                                          <p:val>
                                            <p:strVal val="#ppt_x"/>
                                          </p:val>
                                        </p:tav>
                                      </p:tavLst>
                                    </p:anim>
                                    <p:anim calcmode="lin" valueType="num">
                                      <p:cBhvr>
                                        <p:cTn id="231" dur="1000" fill="hold"/>
                                        <p:tgtEl>
                                          <p:spTgt spid="162"/>
                                        </p:tgtEl>
                                        <p:attrNameLst>
                                          <p:attrName>ppt_y</p:attrName>
                                        </p:attrNameLst>
                                      </p:cBhvr>
                                      <p:tavLst>
                                        <p:tav tm="0">
                                          <p:val>
                                            <p:strVal val="#ppt_y+.1"/>
                                          </p:val>
                                        </p:tav>
                                        <p:tav tm="100000">
                                          <p:val>
                                            <p:strVal val="#ppt_y"/>
                                          </p:val>
                                        </p:tav>
                                      </p:tavLst>
                                    </p:anim>
                                  </p:childTnLst>
                                </p:cTn>
                              </p:par>
                            </p:childTnLst>
                          </p:cTn>
                        </p:par>
                      </p:childTnLst>
                    </p:cTn>
                  </p:par>
                  <p:par>
                    <p:cTn id="232" fill="hold">
                      <p:stCondLst>
                        <p:cond delay="indefinite"/>
                      </p:stCondLst>
                      <p:childTnLst>
                        <p:par>
                          <p:cTn id="233" fill="hold">
                            <p:stCondLst>
                              <p:cond delay="0"/>
                            </p:stCondLst>
                            <p:childTnLst>
                              <p:par>
                                <p:cTn id="234" presetID="42" presetClass="entr" presetSubtype="0" fill="hold" grpId="0" nodeType="clickEffect">
                                  <p:stCondLst>
                                    <p:cond delay="0"/>
                                  </p:stCondLst>
                                  <p:childTnLst>
                                    <p:set>
                                      <p:cBhvr>
                                        <p:cTn id="235" dur="1" fill="hold">
                                          <p:stCondLst>
                                            <p:cond delay="0"/>
                                          </p:stCondLst>
                                        </p:cTn>
                                        <p:tgtEl>
                                          <p:spTgt spid="163"/>
                                        </p:tgtEl>
                                        <p:attrNameLst>
                                          <p:attrName>style.visibility</p:attrName>
                                        </p:attrNameLst>
                                      </p:cBhvr>
                                      <p:to>
                                        <p:strVal val="visible"/>
                                      </p:to>
                                    </p:set>
                                    <p:animEffect transition="in" filter="fade">
                                      <p:cBhvr>
                                        <p:cTn id="236" dur="1000"/>
                                        <p:tgtEl>
                                          <p:spTgt spid="163"/>
                                        </p:tgtEl>
                                      </p:cBhvr>
                                    </p:animEffect>
                                    <p:anim calcmode="lin" valueType="num">
                                      <p:cBhvr>
                                        <p:cTn id="237" dur="1000" fill="hold"/>
                                        <p:tgtEl>
                                          <p:spTgt spid="163"/>
                                        </p:tgtEl>
                                        <p:attrNameLst>
                                          <p:attrName>ppt_x</p:attrName>
                                        </p:attrNameLst>
                                      </p:cBhvr>
                                      <p:tavLst>
                                        <p:tav tm="0">
                                          <p:val>
                                            <p:strVal val="#ppt_x"/>
                                          </p:val>
                                        </p:tav>
                                        <p:tav tm="100000">
                                          <p:val>
                                            <p:strVal val="#ppt_x"/>
                                          </p:val>
                                        </p:tav>
                                      </p:tavLst>
                                    </p:anim>
                                    <p:anim calcmode="lin" valueType="num">
                                      <p:cBhvr>
                                        <p:cTn id="238" dur="1000" fill="hold"/>
                                        <p:tgtEl>
                                          <p:spTgt spid="163"/>
                                        </p:tgtEl>
                                        <p:attrNameLst>
                                          <p:attrName>ppt_y</p:attrName>
                                        </p:attrNameLst>
                                      </p:cBhvr>
                                      <p:tavLst>
                                        <p:tav tm="0">
                                          <p:val>
                                            <p:strVal val="#ppt_y+.1"/>
                                          </p:val>
                                        </p:tav>
                                        <p:tav tm="100000">
                                          <p:val>
                                            <p:strVal val="#ppt_y"/>
                                          </p:val>
                                        </p:tav>
                                      </p:tavLst>
                                    </p:anim>
                                  </p:childTnLst>
                                </p:cTn>
                              </p:par>
                            </p:childTnLst>
                          </p:cTn>
                        </p:par>
                      </p:childTnLst>
                    </p:cTn>
                  </p:par>
                  <p:par>
                    <p:cTn id="239" fill="hold">
                      <p:stCondLst>
                        <p:cond delay="indefinite"/>
                      </p:stCondLst>
                      <p:childTnLst>
                        <p:par>
                          <p:cTn id="240" fill="hold">
                            <p:stCondLst>
                              <p:cond delay="0"/>
                            </p:stCondLst>
                            <p:childTnLst>
                              <p:par>
                                <p:cTn id="241" presetID="42" presetClass="entr" presetSubtype="0" fill="hold" grpId="0" nodeType="clickEffect">
                                  <p:stCondLst>
                                    <p:cond delay="0"/>
                                  </p:stCondLst>
                                  <p:childTnLst>
                                    <p:set>
                                      <p:cBhvr>
                                        <p:cTn id="242" dur="1" fill="hold">
                                          <p:stCondLst>
                                            <p:cond delay="0"/>
                                          </p:stCondLst>
                                        </p:cTn>
                                        <p:tgtEl>
                                          <p:spTgt spid="164"/>
                                        </p:tgtEl>
                                        <p:attrNameLst>
                                          <p:attrName>style.visibility</p:attrName>
                                        </p:attrNameLst>
                                      </p:cBhvr>
                                      <p:to>
                                        <p:strVal val="visible"/>
                                      </p:to>
                                    </p:set>
                                    <p:animEffect transition="in" filter="fade">
                                      <p:cBhvr>
                                        <p:cTn id="243" dur="1000"/>
                                        <p:tgtEl>
                                          <p:spTgt spid="164"/>
                                        </p:tgtEl>
                                      </p:cBhvr>
                                    </p:animEffect>
                                    <p:anim calcmode="lin" valueType="num">
                                      <p:cBhvr>
                                        <p:cTn id="244" dur="1000" fill="hold"/>
                                        <p:tgtEl>
                                          <p:spTgt spid="164"/>
                                        </p:tgtEl>
                                        <p:attrNameLst>
                                          <p:attrName>ppt_x</p:attrName>
                                        </p:attrNameLst>
                                      </p:cBhvr>
                                      <p:tavLst>
                                        <p:tav tm="0">
                                          <p:val>
                                            <p:strVal val="#ppt_x"/>
                                          </p:val>
                                        </p:tav>
                                        <p:tav tm="100000">
                                          <p:val>
                                            <p:strVal val="#ppt_x"/>
                                          </p:val>
                                        </p:tav>
                                      </p:tavLst>
                                    </p:anim>
                                    <p:anim calcmode="lin" valueType="num">
                                      <p:cBhvr>
                                        <p:cTn id="245" dur="1000" fill="hold"/>
                                        <p:tgtEl>
                                          <p:spTgt spid="164"/>
                                        </p:tgtEl>
                                        <p:attrNameLst>
                                          <p:attrName>ppt_y</p:attrName>
                                        </p:attrNameLst>
                                      </p:cBhvr>
                                      <p:tavLst>
                                        <p:tav tm="0">
                                          <p:val>
                                            <p:strVal val="#ppt_y+.1"/>
                                          </p:val>
                                        </p:tav>
                                        <p:tav tm="100000">
                                          <p:val>
                                            <p:strVal val="#ppt_y"/>
                                          </p:val>
                                        </p:tav>
                                      </p:tavLst>
                                    </p:anim>
                                  </p:childTnLst>
                                </p:cTn>
                              </p:par>
                            </p:childTnLst>
                          </p:cTn>
                        </p:par>
                      </p:childTnLst>
                    </p:cTn>
                  </p:par>
                  <p:par>
                    <p:cTn id="246" fill="hold">
                      <p:stCondLst>
                        <p:cond delay="indefinite"/>
                      </p:stCondLst>
                      <p:childTnLst>
                        <p:par>
                          <p:cTn id="247" fill="hold">
                            <p:stCondLst>
                              <p:cond delay="0"/>
                            </p:stCondLst>
                            <p:childTnLst>
                              <p:par>
                                <p:cTn id="248" presetID="42" presetClass="entr" presetSubtype="0" fill="hold" grpId="0" nodeType="clickEffect">
                                  <p:stCondLst>
                                    <p:cond delay="0"/>
                                  </p:stCondLst>
                                  <p:childTnLst>
                                    <p:set>
                                      <p:cBhvr>
                                        <p:cTn id="249" dur="1" fill="hold">
                                          <p:stCondLst>
                                            <p:cond delay="0"/>
                                          </p:stCondLst>
                                        </p:cTn>
                                        <p:tgtEl>
                                          <p:spTgt spid="165"/>
                                        </p:tgtEl>
                                        <p:attrNameLst>
                                          <p:attrName>style.visibility</p:attrName>
                                        </p:attrNameLst>
                                      </p:cBhvr>
                                      <p:to>
                                        <p:strVal val="visible"/>
                                      </p:to>
                                    </p:set>
                                    <p:animEffect transition="in" filter="fade">
                                      <p:cBhvr>
                                        <p:cTn id="250" dur="1000"/>
                                        <p:tgtEl>
                                          <p:spTgt spid="165"/>
                                        </p:tgtEl>
                                      </p:cBhvr>
                                    </p:animEffect>
                                    <p:anim calcmode="lin" valueType="num">
                                      <p:cBhvr>
                                        <p:cTn id="251" dur="1000" fill="hold"/>
                                        <p:tgtEl>
                                          <p:spTgt spid="165"/>
                                        </p:tgtEl>
                                        <p:attrNameLst>
                                          <p:attrName>ppt_x</p:attrName>
                                        </p:attrNameLst>
                                      </p:cBhvr>
                                      <p:tavLst>
                                        <p:tav tm="0">
                                          <p:val>
                                            <p:strVal val="#ppt_x"/>
                                          </p:val>
                                        </p:tav>
                                        <p:tav tm="100000">
                                          <p:val>
                                            <p:strVal val="#ppt_x"/>
                                          </p:val>
                                        </p:tav>
                                      </p:tavLst>
                                    </p:anim>
                                    <p:anim calcmode="lin" valueType="num">
                                      <p:cBhvr>
                                        <p:cTn id="252" dur="1000" fill="hold"/>
                                        <p:tgtEl>
                                          <p:spTgt spid="165"/>
                                        </p:tgtEl>
                                        <p:attrNameLst>
                                          <p:attrName>ppt_y</p:attrName>
                                        </p:attrNameLst>
                                      </p:cBhvr>
                                      <p:tavLst>
                                        <p:tav tm="0">
                                          <p:val>
                                            <p:strVal val="#ppt_y+.1"/>
                                          </p:val>
                                        </p:tav>
                                        <p:tav tm="100000">
                                          <p:val>
                                            <p:strVal val="#ppt_y"/>
                                          </p:val>
                                        </p:tav>
                                      </p:tavLst>
                                    </p:anim>
                                  </p:childTnLst>
                                </p:cTn>
                              </p:par>
                            </p:childTnLst>
                          </p:cTn>
                        </p:par>
                      </p:childTnLst>
                    </p:cTn>
                  </p:par>
                  <p:par>
                    <p:cTn id="253" fill="hold">
                      <p:stCondLst>
                        <p:cond delay="indefinite"/>
                      </p:stCondLst>
                      <p:childTnLst>
                        <p:par>
                          <p:cTn id="254" fill="hold">
                            <p:stCondLst>
                              <p:cond delay="0"/>
                            </p:stCondLst>
                            <p:childTnLst>
                              <p:par>
                                <p:cTn id="255" presetID="42" presetClass="entr" presetSubtype="0" fill="hold" grpId="0" nodeType="clickEffect">
                                  <p:stCondLst>
                                    <p:cond delay="0"/>
                                  </p:stCondLst>
                                  <p:childTnLst>
                                    <p:set>
                                      <p:cBhvr>
                                        <p:cTn id="256" dur="1" fill="hold">
                                          <p:stCondLst>
                                            <p:cond delay="0"/>
                                          </p:stCondLst>
                                        </p:cTn>
                                        <p:tgtEl>
                                          <p:spTgt spid="166"/>
                                        </p:tgtEl>
                                        <p:attrNameLst>
                                          <p:attrName>style.visibility</p:attrName>
                                        </p:attrNameLst>
                                      </p:cBhvr>
                                      <p:to>
                                        <p:strVal val="visible"/>
                                      </p:to>
                                    </p:set>
                                    <p:animEffect transition="in" filter="fade">
                                      <p:cBhvr>
                                        <p:cTn id="257" dur="1000"/>
                                        <p:tgtEl>
                                          <p:spTgt spid="166"/>
                                        </p:tgtEl>
                                      </p:cBhvr>
                                    </p:animEffect>
                                    <p:anim calcmode="lin" valueType="num">
                                      <p:cBhvr>
                                        <p:cTn id="258" dur="1000" fill="hold"/>
                                        <p:tgtEl>
                                          <p:spTgt spid="166"/>
                                        </p:tgtEl>
                                        <p:attrNameLst>
                                          <p:attrName>ppt_x</p:attrName>
                                        </p:attrNameLst>
                                      </p:cBhvr>
                                      <p:tavLst>
                                        <p:tav tm="0">
                                          <p:val>
                                            <p:strVal val="#ppt_x"/>
                                          </p:val>
                                        </p:tav>
                                        <p:tav tm="100000">
                                          <p:val>
                                            <p:strVal val="#ppt_x"/>
                                          </p:val>
                                        </p:tav>
                                      </p:tavLst>
                                    </p:anim>
                                    <p:anim calcmode="lin" valueType="num">
                                      <p:cBhvr>
                                        <p:cTn id="259" dur="1000" fill="hold"/>
                                        <p:tgtEl>
                                          <p:spTgt spid="166"/>
                                        </p:tgtEl>
                                        <p:attrNameLst>
                                          <p:attrName>ppt_y</p:attrName>
                                        </p:attrNameLst>
                                      </p:cBhvr>
                                      <p:tavLst>
                                        <p:tav tm="0">
                                          <p:val>
                                            <p:strVal val="#ppt_y+.1"/>
                                          </p:val>
                                        </p:tav>
                                        <p:tav tm="100000">
                                          <p:val>
                                            <p:strVal val="#ppt_y"/>
                                          </p:val>
                                        </p:tav>
                                      </p:tavLst>
                                    </p:anim>
                                  </p:childTnLst>
                                </p:cTn>
                              </p:par>
                            </p:childTnLst>
                          </p:cTn>
                        </p:par>
                      </p:childTnLst>
                    </p:cTn>
                  </p:par>
                  <p:par>
                    <p:cTn id="260" fill="hold">
                      <p:stCondLst>
                        <p:cond delay="indefinite"/>
                      </p:stCondLst>
                      <p:childTnLst>
                        <p:par>
                          <p:cTn id="261" fill="hold">
                            <p:stCondLst>
                              <p:cond delay="0"/>
                            </p:stCondLst>
                            <p:childTnLst>
                              <p:par>
                                <p:cTn id="262" presetID="22" presetClass="entr" presetSubtype="8" fill="hold" nodeType="clickEffect">
                                  <p:stCondLst>
                                    <p:cond delay="0"/>
                                  </p:stCondLst>
                                  <p:childTnLst>
                                    <p:set>
                                      <p:cBhvr>
                                        <p:cTn id="263" dur="1" fill="hold">
                                          <p:stCondLst>
                                            <p:cond delay="0"/>
                                          </p:stCondLst>
                                        </p:cTn>
                                        <p:tgtEl>
                                          <p:spTgt spid="96"/>
                                        </p:tgtEl>
                                        <p:attrNameLst>
                                          <p:attrName>style.visibility</p:attrName>
                                        </p:attrNameLst>
                                      </p:cBhvr>
                                      <p:to>
                                        <p:strVal val="visible"/>
                                      </p:to>
                                    </p:set>
                                    <p:animEffect transition="in" filter="wipe(left)">
                                      <p:cBhvr>
                                        <p:cTn id="264" dur="1500"/>
                                        <p:tgtEl>
                                          <p:spTgt spid="96"/>
                                        </p:tgtEl>
                                      </p:cBhvr>
                                    </p:animEffect>
                                  </p:childTnLst>
                                </p:cTn>
                              </p:par>
                            </p:childTnLst>
                          </p:cTn>
                        </p:par>
                      </p:childTnLst>
                    </p:cTn>
                  </p:par>
                  <p:par>
                    <p:cTn id="265" fill="hold">
                      <p:stCondLst>
                        <p:cond delay="indefinite"/>
                      </p:stCondLst>
                      <p:childTnLst>
                        <p:par>
                          <p:cTn id="266" fill="hold">
                            <p:stCondLst>
                              <p:cond delay="0"/>
                            </p:stCondLst>
                            <p:childTnLst>
                              <p:par>
                                <p:cTn id="267" presetID="6" presetClass="entr" presetSubtype="16" fill="hold" grpId="0" nodeType="clickEffect">
                                  <p:stCondLst>
                                    <p:cond delay="0"/>
                                  </p:stCondLst>
                                  <p:childTnLst>
                                    <p:set>
                                      <p:cBhvr>
                                        <p:cTn id="268" dur="1" fill="hold">
                                          <p:stCondLst>
                                            <p:cond delay="0"/>
                                          </p:stCondLst>
                                        </p:cTn>
                                        <p:tgtEl>
                                          <p:spTgt spid="187"/>
                                        </p:tgtEl>
                                        <p:attrNameLst>
                                          <p:attrName>style.visibility</p:attrName>
                                        </p:attrNameLst>
                                      </p:cBhvr>
                                      <p:to>
                                        <p:strVal val="visible"/>
                                      </p:to>
                                    </p:set>
                                    <p:animEffect transition="in" filter="circle(in)">
                                      <p:cBhvr>
                                        <p:cTn id="269" dur="2000"/>
                                        <p:tgtEl>
                                          <p:spTgt spid="187"/>
                                        </p:tgtEl>
                                      </p:cBhvr>
                                    </p:animEffect>
                                  </p:childTnLst>
                                </p:cTn>
                              </p:par>
                            </p:childTnLst>
                          </p:cTn>
                        </p:par>
                      </p:childTnLst>
                    </p:cTn>
                  </p:par>
                  <p:par>
                    <p:cTn id="270" fill="hold">
                      <p:stCondLst>
                        <p:cond delay="indefinite"/>
                      </p:stCondLst>
                      <p:childTnLst>
                        <p:par>
                          <p:cTn id="271" fill="hold">
                            <p:stCondLst>
                              <p:cond delay="0"/>
                            </p:stCondLst>
                            <p:childTnLst>
                              <p:par>
                                <p:cTn id="272" presetID="1" presetClass="entr" presetSubtype="0" fill="hold" grpId="0" nodeType="clickEffect">
                                  <p:stCondLst>
                                    <p:cond delay="0"/>
                                  </p:stCondLst>
                                  <p:childTnLst>
                                    <p:set>
                                      <p:cBhvr>
                                        <p:cTn id="273" dur="1" fill="hold">
                                          <p:stCondLst>
                                            <p:cond delay="499"/>
                                          </p:stCondLst>
                                        </p:cTn>
                                        <p:tgtEl>
                                          <p:spTgt spid="188"/>
                                        </p:tgtEl>
                                        <p:attrNameLst>
                                          <p:attrName>style.visibility</p:attrName>
                                        </p:attrNameLst>
                                      </p:cBhvr>
                                      <p:to>
                                        <p:strVal val="visible"/>
                                      </p:to>
                                    </p:set>
                                  </p:childTnLst>
                                </p:cTn>
                              </p:par>
                            </p:childTnLst>
                          </p:cTn>
                        </p:par>
                      </p:childTnLst>
                    </p:cTn>
                  </p:par>
                  <p:par>
                    <p:cTn id="274" fill="hold">
                      <p:stCondLst>
                        <p:cond delay="indefinite"/>
                      </p:stCondLst>
                      <p:childTnLst>
                        <p:par>
                          <p:cTn id="275" fill="hold">
                            <p:stCondLst>
                              <p:cond delay="0"/>
                            </p:stCondLst>
                            <p:childTnLst>
                              <p:par>
                                <p:cTn id="276" presetID="22" presetClass="entr" presetSubtype="4" fill="hold" nodeType="clickEffect">
                                  <p:stCondLst>
                                    <p:cond delay="0"/>
                                  </p:stCondLst>
                                  <p:childTnLst>
                                    <p:set>
                                      <p:cBhvr>
                                        <p:cTn id="277" dur="1" fill="hold">
                                          <p:stCondLst>
                                            <p:cond delay="0"/>
                                          </p:stCondLst>
                                        </p:cTn>
                                        <p:tgtEl>
                                          <p:spTgt spid="111"/>
                                        </p:tgtEl>
                                        <p:attrNameLst>
                                          <p:attrName>style.visibility</p:attrName>
                                        </p:attrNameLst>
                                      </p:cBhvr>
                                      <p:to>
                                        <p:strVal val="visible"/>
                                      </p:to>
                                    </p:set>
                                    <p:animEffect transition="in" filter="wipe(down)">
                                      <p:cBhvr>
                                        <p:cTn id="278" dur="1000"/>
                                        <p:tgtEl>
                                          <p:spTgt spid="111"/>
                                        </p:tgtEl>
                                      </p:cBhvr>
                                    </p:animEffect>
                                  </p:childTnLst>
                                </p:cTn>
                              </p:par>
                            </p:childTnLst>
                          </p:cTn>
                        </p:par>
                      </p:childTnLst>
                    </p:cTn>
                  </p:par>
                  <p:par>
                    <p:cTn id="279" fill="hold">
                      <p:stCondLst>
                        <p:cond delay="indefinite"/>
                      </p:stCondLst>
                      <p:childTnLst>
                        <p:par>
                          <p:cTn id="280" fill="hold">
                            <p:stCondLst>
                              <p:cond delay="0"/>
                            </p:stCondLst>
                            <p:childTnLst>
                              <p:par>
                                <p:cTn id="281" presetID="22" presetClass="entr" presetSubtype="4" fill="hold" nodeType="clickEffect">
                                  <p:stCondLst>
                                    <p:cond delay="0"/>
                                  </p:stCondLst>
                                  <p:childTnLst>
                                    <p:set>
                                      <p:cBhvr>
                                        <p:cTn id="282" dur="1" fill="hold">
                                          <p:stCondLst>
                                            <p:cond delay="0"/>
                                          </p:stCondLst>
                                        </p:cTn>
                                        <p:tgtEl>
                                          <p:spTgt spid="132"/>
                                        </p:tgtEl>
                                        <p:attrNameLst>
                                          <p:attrName>style.visibility</p:attrName>
                                        </p:attrNameLst>
                                      </p:cBhvr>
                                      <p:to>
                                        <p:strVal val="visible"/>
                                      </p:to>
                                    </p:set>
                                    <p:animEffect transition="in" filter="wipe(down)">
                                      <p:cBhvr>
                                        <p:cTn id="283" dur="1000"/>
                                        <p:tgtEl>
                                          <p:spTgt spid="132"/>
                                        </p:tgtEl>
                                      </p:cBhvr>
                                    </p:animEffect>
                                  </p:childTnLst>
                                </p:cTn>
                              </p:par>
                            </p:childTnLst>
                          </p:cTn>
                        </p:par>
                      </p:childTnLst>
                    </p:cTn>
                  </p:par>
                  <p:par>
                    <p:cTn id="284" fill="hold">
                      <p:stCondLst>
                        <p:cond delay="indefinite"/>
                      </p:stCondLst>
                      <p:childTnLst>
                        <p:par>
                          <p:cTn id="285" fill="hold">
                            <p:stCondLst>
                              <p:cond delay="0"/>
                            </p:stCondLst>
                            <p:childTnLst>
                              <p:par>
                                <p:cTn id="286" presetID="1" presetClass="entr" presetSubtype="0" fill="hold" grpId="0" nodeType="clickEffect">
                                  <p:stCondLst>
                                    <p:cond delay="0"/>
                                  </p:stCondLst>
                                  <p:childTnLst>
                                    <p:set>
                                      <p:cBhvr>
                                        <p:cTn id="287" dur="1" fill="hold">
                                          <p:stCondLst>
                                            <p:cond delay="499"/>
                                          </p:stCondLst>
                                        </p:cTn>
                                        <p:tgtEl>
                                          <p:spTgt spid="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91" grpId="0"/>
      <p:bldP spid="92" grpId="0" animBg="1"/>
      <p:bldP spid="93" grpId="0"/>
      <p:bldP spid="131" grpId="0"/>
      <p:bldP spid="73" grpId="0" autoUpdateAnimBg="0"/>
      <p:bldP spid="74" grpId="0" autoUpdateAnimBg="0"/>
      <p:bldP spid="145" grpId="0"/>
      <p:bldP spid="147" grpId="0"/>
      <p:bldP spid="149" grpId="0"/>
      <p:bldP spid="150" grpId="0"/>
      <p:bldP spid="151" grpId="0"/>
      <p:bldP spid="152" grpId="0"/>
      <p:bldP spid="153" grpId="0"/>
      <p:bldP spid="155" grpId="0"/>
      <p:bldP spid="156" grpId="0"/>
      <p:bldP spid="157" grpId="0"/>
      <p:bldP spid="158" grpId="0"/>
      <p:bldP spid="159" grpId="0"/>
      <p:bldP spid="160" grpId="0"/>
      <p:bldP spid="161" grpId="0"/>
      <p:bldP spid="162" grpId="0"/>
      <p:bldP spid="163" grpId="0"/>
      <p:bldP spid="164" grpId="0"/>
      <p:bldP spid="165" grpId="0"/>
      <p:bldP spid="166" grpId="0"/>
      <p:bldP spid="7" grpId="0" animBg="1"/>
      <p:bldP spid="142" grpId="0" animBg="1"/>
      <p:bldP spid="143" grpId="0" animBg="1"/>
      <p:bldP spid="146" grpId="0" animBg="1"/>
      <p:bldP spid="148" grpId="0" animBg="1"/>
      <p:bldP spid="154" grpId="0" animBg="1"/>
      <p:bldP spid="167" grpId="0" animBg="1"/>
      <p:bldP spid="168" grpId="0" animBg="1"/>
      <p:bldP spid="169" grpId="0" animBg="1"/>
      <p:bldP spid="170" grpId="0" animBg="1"/>
      <p:bldP spid="171" grpId="0" animBg="1"/>
      <p:bldP spid="172" grpId="0" animBg="1"/>
      <p:bldP spid="174" grpId="0"/>
      <p:bldP spid="175" grpId="0"/>
      <p:bldP spid="176" grpId="0"/>
      <p:bldP spid="178" grpId="0"/>
      <p:bldP spid="187" grpId="0" animBg="1"/>
      <p:bldP spid="188" grpId="0" autoUpdateAnimBg="0"/>
      <p:bldP spid="18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9" name="Group 42"/>
          <p:cNvGrpSpPr>
            <a:grpSpLocks/>
          </p:cNvGrpSpPr>
          <p:nvPr/>
        </p:nvGrpSpPr>
        <p:grpSpPr bwMode="auto">
          <a:xfrm>
            <a:off x="3720482" y="2593385"/>
            <a:ext cx="1641475" cy="1876425"/>
            <a:chOff x="1770" y="1646"/>
            <a:chExt cx="517" cy="591"/>
          </a:xfrm>
        </p:grpSpPr>
        <p:sp>
          <p:nvSpPr>
            <p:cNvPr id="228" name="Freeform 43"/>
            <p:cNvSpPr>
              <a:spLocks/>
            </p:cNvSpPr>
            <p:nvPr/>
          </p:nvSpPr>
          <p:spPr bwMode="auto">
            <a:xfrm>
              <a:off x="1776" y="1656"/>
              <a:ext cx="504" cy="576"/>
            </a:xfrm>
            <a:custGeom>
              <a:avLst/>
              <a:gdLst>
                <a:gd name="T0" fmla="*/ 252 w 504"/>
                <a:gd name="T1" fmla="*/ 0 h 576"/>
                <a:gd name="T2" fmla="*/ 0 w 504"/>
                <a:gd name="T3" fmla="*/ 576 h 576"/>
                <a:gd name="T4" fmla="*/ 504 w 504"/>
                <a:gd name="T5" fmla="*/ 576 h 576"/>
                <a:gd name="T6" fmla="*/ 252 w 504"/>
                <a:gd name="T7" fmla="*/ 0 h 576"/>
              </a:gdLst>
              <a:ahLst/>
              <a:cxnLst>
                <a:cxn ang="0">
                  <a:pos x="T0" y="T1"/>
                </a:cxn>
                <a:cxn ang="0">
                  <a:pos x="T2" y="T3"/>
                </a:cxn>
                <a:cxn ang="0">
                  <a:pos x="T4" y="T5"/>
                </a:cxn>
                <a:cxn ang="0">
                  <a:pos x="T6" y="T7"/>
                </a:cxn>
              </a:cxnLst>
              <a:rect l="0" t="0" r="r" b="b"/>
              <a:pathLst>
                <a:path w="504" h="576">
                  <a:moveTo>
                    <a:pt x="252" y="0"/>
                  </a:moveTo>
                  <a:lnTo>
                    <a:pt x="0" y="576"/>
                  </a:lnTo>
                  <a:lnTo>
                    <a:pt x="504" y="576"/>
                  </a:lnTo>
                  <a:lnTo>
                    <a:pt x="25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 name="Freeform 44"/>
            <p:cNvSpPr>
              <a:spLocks noEditPoints="1"/>
            </p:cNvSpPr>
            <p:nvPr/>
          </p:nvSpPr>
          <p:spPr bwMode="auto">
            <a:xfrm>
              <a:off x="1770" y="1646"/>
              <a:ext cx="517" cy="591"/>
            </a:xfrm>
            <a:custGeom>
              <a:avLst/>
              <a:gdLst>
                <a:gd name="T0" fmla="*/ 3 w 517"/>
                <a:gd name="T1" fmla="*/ 585 h 591"/>
                <a:gd name="T2" fmla="*/ 0 w 517"/>
                <a:gd name="T3" fmla="*/ 590 h 591"/>
                <a:gd name="T4" fmla="*/ 6 w 517"/>
                <a:gd name="T5" fmla="*/ 591 h 591"/>
                <a:gd name="T6" fmla="*/ 510 w 517"/>
                <a:gd name="T7" fmla="*/ 591 h 591"/>
                <a:gd name="T8" fmla="*/ 517 w 517"/>
                <a:gd name="T9" fmla="*/ 591 h 591"/>
                <a:gd name="T10" fmla="*/ 514 w 517"/>
                <a:gd name="T11" fmla="*/ 585 h 591"/>
                <a:gd name="T12" fmla="*/ 262 w 517"/>
                <a:gd name="T13" fmla="*/ 9 h 591"/>
                <a:gd name="T14" fmla="*/ 258 w 517"/>
                <a:gd name="T15" fmla="*/ 0 h 591"/>
                <a:gd name="T16" fmla="*/ 255 w 517"/>
                <a:gd name="T17" fmla="*/ 9 h 591"/>
                <a:gd name="T18" fmla="*/ 3 w 517"/>
                <a:gd name="T19" fmla="*/ 585 h 591"/>
                <a:gd name="T20" fmla="*/ 262 w 517"/>
                <a:gd name="T21" fmla="*/ 12 h 591"/>
                <a:gd name="T22" fmla="*/ 258 w 517"/>
                <a:gd name="T23" fmla="*/ 10 h 591"/>
                <a:gd name="T24" fmla="*/ 254 w 517"/>
                <a:gd name="T25" fmla="*/ 12 h 591"/>
                <a:gd name="T26" fmla="*/ 506 w 517"/>
                <a:gd name="T27" fmla="*/ 588 h 591"/>
                <a:gd name="T28" fmla="*/ 510 w 517"/>
                <a:gd name="T29" fmla="*/ 586 h 591"/>
                <a:gd name="T30" fmla="*/ 510 w 517"/>
                <a:gd name="T31" fmla="*/ 582 h 591"/>
                <a:gd name="T32" fmla="*/ 6 w 517"/>
                <a:gd name="T33" fmla="*/ 582 h 591"/>
                <a:gd name="T34" fmla="*/ 6 w 517"/>
                <a:gd name="T35" fmla="*/ 586 h 591"/>
                <a:gd name="T36" fmla="*/ 10 w 517"/>
                <a:gd name="T37" fmla="*/ 588 h 591"/>
                <a:gd name="T38" fmla="*/ 262 w 517"/>
                <a:gd name="T39" fmla="*/ 12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7" h="591">
                  <a:moveTo>
                    <a:pt x="3" y="585"/>
                  </a:moveTo>
                  <a:lnTo>
                    <a:pt x="0" y="590"/>
                  </a:lnTo>
                  <a:lnTo>
                    <a:pt x="6" y="591"/>
                  </a:lnTo>
                  <a:lnTo>
                    <a:pt x="510" y="591"/>
                  </a:lnTo>
                  <a:lnTo>
                    <a:pt x="517" y="591"/>
                  </a:lnTo>
                  <a:lnTo>
                    <a:pt x="514" y="585"/>
                  </a:lnTo>
                  <a:lnTo>
                    <a:pt x="262" y="9"/>
                  </a:lnTo>
                  <a:lnTo>
                    <a:pt x="258" y="0"/>
                  </a:lnTo>
                  <a:lnTo>
                    <a:pt x="255" y="9"/>
                  </a:lnTo>
                  <a:lnTo>
                    <a:pt x="3" y="585"/>
                  </a:lnTo>
                  <a:close/>
                  <a:moveTo>
                    <a:pt x="262" y="12"/>
                  </a:moveTo>
                  <a:lnTo>
                    <a:pt x="258" y="10"/>
                  </a:lnTo>
                  <a:lnTo>
                    <a:pt x="254" y="12"/>
                  </a:lnTo>
                  <a:lnTo>
                    <a:pt x="506" y="588"/>
                  </a:lnTo>
                  <a:lnTo>
                    <a:pt x="510" y="586"/>
                  </a:lnTo>
                  <a:lnTo>
                    <a:pt x="510" y="582"/>
                  </a:lnTo>
                  <a:lnTo>
                    <a:pt x="6" y="582"/>
                  </a:lnTo>
                  <a:lnTo>
                    <a:pt x="6" y="586"/>
                  </a:lnTo>
                  <a:lnTo>
                    <a:pt x="10" y="588"/>
                  </a:lnTo>
                  <a:lnTo>
                    <a:pt x="26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3" name="Title 2"/>
          <p:cNvSpPr>
            <a:spLocks noGrp="1"/>
          </p:cNvSpPr>
          <p:nvPr>
            <p:ph type="title"/>
          </p:nvPr>
        </p:nvSpPr>
        <p:spPr/>
        <p:txBody>
          <a:bodyPr/>
          <a:lstStyle/>
          <a:p>
            <a:r>
              <a:rPr lang="en-IN" sz="3200" dirty="0" smtClean="0"/>
              <a:t>Example</a:t>
            </a:r>
            <a:r>
              <a:rPr lang="en-IN" dirty="0" smtClean="0"/>
              <a:t> </a:t>
            </a:r>
            <a:r>
              <a:rPr lang="en-IN" sz="3200" dirty="0" smtClean="0"/>
              <a:t>2</a:t>
            </a:r>
            <a:endParaRPr lang="en-US" dirty="0"/>
          </a:p>
        </p:txBody>
      </p:sp>
      <p:sp>
        <p:nvSpPr>
          <p:cNvPr id="2" name="Content Placeholder 1"/>
          <p:cNvSpPr>
            <a:spLocks noGrp="1"/>
          </p:cNvSpPr>
          <p:nvPr>
            <p:ph idx="4294967295"/>
          </p:nvPr>
        </p:nvSpPr>
        <p:spPr>
          <a:xfrm>
            <a:off x="463134" y="1494163"/>
            <a:ext cx="8229600" cy="4919337"/>
          </a:xfrm>
        </p:spPr>
        <p:txBody>
          <a:bodyPr/>
          <a:lstStyle/>
          <a:p>
            <a:pPr marL="0" indent="0">
              <a:buNone/>
            </a:pPr>
            <a:r>
              <a:rPr lang="en-US" sz="3200" dirty="0">
                <a:solidFill>
                  <a:schemeClr val="accent1">
                    <a:lumMod val="75000"/>
                  </a:schemeClr>
                </a:solidFill>
                <a:effectLst>
                  <a:outerShdw blurRad="38100" dist="38100" dir="2700000" algn="tl">
                    <a:srgbClr val="000000">
                      <a:alpha val="43137"/>
                    </a:srgbClr>
                  </a:outerShdw>
                </a:effectLst>
                <a:ea typeface="+mj-ea"/>
              </a:rPr>
              <a:t>		</a:t>
            </a:r>
            <a:r>
              <a:rPr lang="en-US" dirty="0" smtClean="0"/>
              <a:t>	</a:t>
            </a:r>
            <a:endParaRPr lang="en-US" dirty="0"/>
          </a:p>
        </p:txBody>
      </p:sp>
      <p:sp>
        <p:nvSpPr>
          <p:cNvPr id="6" name="Line 2"/>
          <p:cNvSpPr>
            <a:spLocks noChangeShapeType="1"/>
          </p:cNvSpPr>
          <p:nvPr/>
        </p:nvSpPr>
        <p:spPr bwMode="auto">
          <a:xfrm>
            <a:off x="1088406" y="4452203"/>
            <a:ext cx="4365625" cy="1588"/>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Rectangle 3"/>
          <p:cNvSpPr>
            <a:spLocks noChangeArrowheads="1"/>
          </p:cNvSpPr>
          <p:nvPr/>
        </p:nvSpPr>
        <p:spPr bwMode="auto">
          <a:xfrm>
            <a:off x="5399323" y="4252177"/>
            <a:ext cx="1095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dirty="0">
                <a:solidFill>
                  <a:srgbClr val="000000"/>
                </a:solidFill>
                <a:latin typeface="Times New Roman" charset="0"/>
              </a:rPr>
              <a:t>Y</a:t>
            </a:r>
            <a:endParaRPr lang="en-US" altLang="en-US" sz="2400" b="0" dirty="0">
              <a:latin typeface="Times New Roman" charset="0"/>
            </a:endParaRPr>
          </a:p>
        </p:txBody>
      </p:sp>
      <p:sp>
        <p:nvSpPr>
          <p:cNvPr id="8" name="Oval 4"/>
          <p:cNvSpPr>
            <a:spLocks noChangeArrowheads="1"/>
          </p:cNvSpPr>
          <p:nvPr/>
        </p:nvSpPr>
        <p:spPr bwMode="auto">
          <a:xfrm>
            <a:off x="1545606" y="4804628"/>
            <a:ext cx="1603375" cy="1603375"/>
          </a:xfrm>
          <a:prstGeom prst="ellipse">
            <a:avLst/>
          </a:prstGeom>
          <a:solidFill>
            <a:srgbClr val="FFFFFF"/>
          </a:solidFill>
          <a:ln w="28575">
            <a:solidFill>
              <a:srgbClr val="000000"/>
            </a:solidFill>
            <a:round/>
            <a:headEnd/>
            <a:tailEnd/>
          </a:ln>
        </p:spPr>
        <p:txBody>
          <a:bodyPr/>
          <a:lstStyle/>
          <a:p>
            <a:endParaRPr lang="en-US"/>
          </a:p>
        </p:txBody>
      </p:sp>
      <p:grpSp>
        <p:nvGrpSpPr>
          <p:cNvPr id="9" name="Group 5"/>
          <p:cNvGrpSpPr>
            <a:grpSpLocks/>
          </p:cNvGrpSpPr>
          <p:nvPr/>
        </p:nvGrpSpPr>
        <p:grpSpPr bwMode="auto">
          <a:xfrm>
            <a:off x="1545606" y="4804628"/>
            <a:ext cx="1600200" cy="1600200"/>
            <a:chOff x="1440" y="2750"/>
            <a:chExt cx="1008" cy="1008"/>
          </a:xfrm>
        </p:grpSpPr>
        <p:sp>
          <p:nvSpPr>
            <p:cNvPr id="10" name="Line 6"/>
            <p:cNvSpPr>
              <a:spLocks noChangeShapeType="1"/>
            </p:cNvSpPr>
            <p:nvPr/>
          </p:nvSpPr>
          <p:spPr bwMode="auto">
            <a:xfrm>
              <a:off x="1958" y="2750"/>
              <a:ext cx="0" cy="1008"/>
            </a:xfrm>
            <a:prstGeom prst="line">
              <a:avLst/>
            </a:prstGeom>
            <a:noFill/>
            <a:ln w="1588">
              <a:solidFill>
                <a:schemeClr val="bg1">
                  <a:lumMod val="50000"/>
                </a:scheme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Line 7"/>
            <p:cNvSpPr>
              <a:spLocks noChangeShapeType="1"/>
            </p:cNvSpPr>
            <p:nvPr/>
          </p:nvSpPr>
          <p:spPr bwMode="auto">
            <a:xfrm>
              <a:off x="1440" y="3252"/>
              <a:ext cx="1008" cy="2"/>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8"/>
            <p:cNvSpPr>
              <a:spLocks noChangeShapeType="1"/>
            </p:cNvSpPr>
            <p:nvPr/>
          </p:nvSpPr>
          <p:spPr bwMode="auto">
            <a:xfrm flipH="1" flipV="1">
              <a:off x="1552" y="2904"/>
              <a:ext cx="778" cy="678"/>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9"/>
            <p:cNvSpPr>
              <a:spLocks noChangeShapeType="1"/>
            </p:cNvSpPr>
            <p:nvPr/>
          </p:nvSpPr>
          <p:spPr bwMode="auto">
            <a:xfrm flipV="1">
              <a:off x="1554" y="2926"/>
              <a:ext cx="778" cy="678"/>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 name="Group 10"/>
          <p:cNvGrpSpPr>
            <a:grpSpLocks/>
          </p:cNvGrpSpPr>
          <p:nvPr/>
        </p:nvGrpSpPr>
        <p:grpSpPr bwMode="auto">
          <a:xfrm>
            <a:off x="1409081" y="4503006"/>
            <a:ext cx="1903413" cy="2105028"/>
            <a:chOff x="1354" y="2560"/>
            <a:chExt cx="1199" cy="1326"/>
          </a:xfrm>
        </p:grpSpPr>
        <p:sp>
          <p:nvSpPr>
            <p:cNvPr id="15" name="Rectangle 11"/>
            <p:cNvSpPr>
              <a:spLocks noChangeArrowheads="1"/>
            </p:cNvSpPr>
            <p:nvPr/>
          </p:nvSpPr>
          <p:spPr bwMode="auto">
            <a:xfrm>
              <a:off x="1495" y="2798"/>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dirty="0">
                  <a:solidFill>
                    <a:srgbClr val="000000"/>
                  </a:solidFill>
                  <a:latin typeface="Times New Roman" charset="0"/>
                </a:rPr>
                <a:t>h</a:t>
              </a:r>
              <a:endParaRPr lang="en-US" altLang="en-US" sz="4800" b="0" dirty="0">
                <a:latin typeface="Times New Roman" charset="0"/>
              </a:endParaRPr>
            </a:p>
          </p:txBody>
        </p:sp>
        <p:sp>
          <p:nvSpPr>
            <p:cNvPr id="16" name="Rectangle 12"/>
            <p:cNvSpPr>
              <a:spLocks noChangeArrowheads="1"/>
            </p:cNvSpPr>
            <p:nvPr/>
          </p:nvSpPr>
          <p:spPr bwMode="auto">
            <a:xfrm>
              <a:off x="1354" y="3156"/>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a</a:t>
              </a:r>
              <a:endParaRPr lang="en-US" altLang="en-US" sz="4800" b="0">
                <a:latin typeface="Times New Roman" charset="0"/>
              </a:endParaRPr>
            </a:p>
          </p:txBody>
        </p:sp>
        <p:sp>
          <p:nvSpPr>
            <p:cNvPr id="17" name="Rectangle 13"/>
            <p:cNvSpPr>
              <a:spLocks noChangeArrowheads="1"/>
            </p:cNvSpPr>
            <p:nvPr/>
          </p:nvSpPr>
          <p:spPr bwMode="auto">
            <a:xfrm>
              <a:off x="1498" y="355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b</a:t>
              </a:r>
              <a:endParaRPr lang="en-US" altLang="en-US" sz="4800" b="0" dirty="0">
                <a:latin typeface="Times New Roman" charset="0"/>
              </a:endParaRPr>
            </a:p>
          </p:txBody>
        </p:sp>
        <p:sp>
          <p:nvSpPr>
            <p:cNvPr id="18" name="Rectangle 14"/>
            <p:cNvSpPr>
              <a:spLocks noChangeArrowheads="1"/>
            </p:cNvSpPr>
            <p:nvPr/>
          </p:nvSpPr>
          <p:spPr bwMode="auto">
            <a:xfrm>
              <a:off x="1930" y="3732"/>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c</a:t>
              </a:r>
              <a:endParaRPr lang="en-US" altLang="en-US" sz="4800" b="0">
                <a:latin typeface="Times New Roman" charset="0"/>
              </a:endParaRPr>
            </a:p>
          </p:txBody>
        </p:sp>
        <p:sp>
          <p:nvSpPr>
            <p:cNvPr id="19" name="Rectangle 15"/>
            <p:cNvSpPr>
              <a:spLocks noChangeArrowheads="1"/>
            </p:cNvSpPr>
            <p:nvPr/>
          </p:nvSpPr>
          <p:spPr bwMode="auto">
            <a:xfrm>
              <a:off x="2362" y="355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d</a:t>
              </a:r>
              <a:endParaRPr lang="en-US" altLang="en-US" sz="4800" b="0" dirty="0">
                <a:latin typeface="Times New Roman" charset="0"/>
              </a:endParaRPr>
            </a:p>
          </p:txBody>
        </p:sp>
        <p:sp>
          <p:nvSpPr>
            <p:cNvPr id="20" name="Rectangle 16"/>
            <p:cNvSpPr>
              <a:spLocks noChangeArrowheads="1"/>
            </p:cNvSpPr>
            <p:nvPr/>
          </p:nvSpPr>
          <p:spPr bwMode="auto">
            <a:xfrm>
              <a:off x="2496" y="3178"/>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e</a:t>
              </a:r>
              <a:endParaRPr lang="en-US" altLang="en-US" sz="4800" b="0" dirty="0">
                <a:latin typeface="Times New Roman" charset="0"/>
              </a:endParaRPr>
            </a:p>
          </p:txBody>
        </p:sp>
        <p:sp>
          <p:nvSpPr>
            <p:cNvPr id="21" name="Rectangle 17"/>
            <p:cNvSpPr>
              <a:spLocks noChangeArrowheads="1"/>
            </p:cNvSpPr>
            <p:nvPr/>
          </p:nvSpPr>
          <p:spPr bwMode="auto">
            <a:xfrm>
              <a:off x="1930" y="2560"/>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g</a:t>
              </a:r>
              <a:endParaRPr lang="en-US" altLang="en-US" sz="4800" b="0" dirty="0">
                <a:latin typeface="Times New Roman" charset="0"/>
              </a:endParaRPr>
            </a:p>
          </p:txBody>
        </p:sp>
        <p:sp>
          <p:nvSpPr>
            <p:cNvPr id="22" name="Rectangle 18"/>
            <p:cNvSpPr>
              <a:spLocks noChangeArrowheads="1"/>
            </p:cNvSpPr>
            <p:nvPr/>
          </p:nvSpPr>
          <p:spPr bwMode="auto">
            <a:xfrm>
              <a:off x="2367" y="2820"/>
              <a:ext cx="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f</a:t>
              </a:r>
              <a:endParaRPr lang="en-US" altLang="en-US" sz="4800" b="0" dirty="0">
                <a:latin typeface="Times New Roman" charset="0"/>
              </a:endParaRPr>
            </a:p>
          </p:txBody>
        </p:sp>
      </p:grpSp>
      <p:grpSp>
        <p:nvGrpSpPr>
          <p:cNvPr id="23" name="Group 19"/>
          <p:cNvGrpSpPr>
            <a:grpSpLocks/>
          </p:cNvGrpSpPr>
          <p:nvPr/>
        </p:nvGrpSpPr>
        <p:grpSpPr bwMode="auto">
          <a:xfrm>
            <a:off x="1526556" y="2582128"/>
            <a:ext cx="1641475" cy="1876425"/>
            <a:chOff x="1770" y="1646"/>
            <a:chExt cx="517" cy="591"/>
          </a:xfrm>
        </p:grpSpPr>
        <p:sp>
          <p:nvSpPr>
            <p:cNvPr id="24" name="Freeform 20"/>
            <p:cNvSpPr>
              <a:spLocks/>
            </p:cNvSpPr>
            <p:nvPr/>
          </p:nvSpPr>
          <p:spPr bwMode="auto">
            <a:xfrm>
              <a:off x="1776" y="1656"/>
              <a:ext cx="504" cy="576"/>
            </a:xfrm>
            <a:custGeom>
              <a:avLst/>
              <a:gdLst>
                <a:gd name="T0" fmla="*/ 252 w 504"/>
                <a:gd name="T1" fmla="*/ 0 h 576"/>
                <a:gd name="T2" fmla="*/ 0 w 504"/>
                <a:gd name="T3" fmla="*/ 576 h 576"/>
                <a:gd name="T4" fmla="*/ 504 w 504"/>
                <a:gd name="T5" fmla="*/ 576 h 576"/>
                <a:gd name="T6" fmla="*/ 252 w 504"/>
                <a:gd name="T7" fmla="*/ 0 h 576"/>
              </a:gdLst>
              <a:ahLst/>
              <a:cxnLst>
                <a:cxn ang="0">
                  <a:pos x="T0" y="T1"/>
                </a:cxn>
                <a:cxn ang="0">
                  <a:pos x="T2" y="T3"/>
                </a:cxn>
                <a:cxn ang="0">
                  <a:pos x="T4" y="T5"/>
                </a:cxn>
                <a:cxn ang="0">
                  <a:pos x="T6" y="T7"/>
                </a:cxn>
              </a:cxnLst>
              <a:rect l="0" t="0" r="r" b="b"/>
              <a:pathLst>
                <a:path w="504" h="576">
                  <a:moveTo>
                    <a:pt x="252" y="0"/>
                  </a:moveTo>
                  <a:lnTo>
                    <a:pt x="0" y="576"/>
                  </a:lnTo>
                  <a:lnTo>
                    <a:pt x="504" y="576"/>
                  </a:lnTo>
                  <a:lnTo>
                    <a:pt x="25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 name="Freeform 21"/>
            <p:cNvSpPr>
              <a:spLocks noEditPoints="1"/>
            </p:cNvSpPr>
            <p:nvPr/>
          </p:nvSpPr>
          <p:spPr bwMode="auto">
            <a:xfrm>
              <a:off x="1770" y="1646"/>
              <a:ext cx="517" cy="591"/>
            </a:xfrm>
            <a:custGeom>
              <a:avLst/>
              <a:gdLst>
                <a:gd name="T0" fmla="*/ 3 w 517"/>
                <a:gd name="T1" fmla="*/ 585 h 591"/>
                <a:gd name="T2" fmla="*/ 0 w 517"/>
                <a:gd name="T3" fmla="*/ 590 h 591"/>
                <a:gd name="T4" fmla="*/ 6 w 517"/>
                <a:gd name="T5" fmla="*/ 591 h 591"/>
                <a:gd name="T6" fmla="*/ 510 w 517"/>
                <a:gd name="T7" fmla="*/ 591 h 591"/>
                <a:gd name="T8" fmla="*/ 517 w 517"/>
                <a:gd name="T9" fmla="*/ 591 h 591"/>
                <a:gd name="T10" fmla="*/ 514 w 517"/>
                <a:gd name="T11" fmla="*/ 585 h 591"/>
                <a:gd name="T12" fmla="*/ 262 w 517"/>
                <a:gd name="T13" fmla="*/ 9 h 591"/>
                <a:gd name="T14" fmla="*/ 258 w 517"/>
                <a:gd name="T15" fmla="*/ 0 h 591"/>
                <a:gd name="T16" fmla="*/ 255 w 517"/>
                <a:gd name="T17" fmla="*/ 9 h 591"/>
                <a:gd name="T18" fmla="*/ 3 w 517"/>
                <a:gd name="T19" fmla="*/ 585 h 591"/>
                <a:gd name="T20" fmla="*/ 262 w 517"/>
                <a:gd name="T21" fmla="*/ 12 h 591"/>
                <a:gd name="T22" fmla="*/ 258 w 517"/>
                <a:gd name="T23" fmla="*/ 10 h 591"/>
                <a:gd name="T24" fmla="*/ 254 w 517"/>
                <a:gd name="T25" fmla="*/ 12 h 591"/>
                <a:gd name="T26" fmla="*/ 506 w 517"/>
                <a:gd name="T27" fmla="*/ 588 h 591"/>
                <a:gd name="T28" fmla="*/ 510 w 517"/>
                <a:gd name="T29" fmla="*/ 586 h 591"/>
                <a:gd name="T30" fmla="*/ 510 w 517"/>
                <a:gd name="T31" fmla="*/ 582 h 591"/>
                <a:gd name="T32" fmla="*/ 6 w 517"/>
                <a:gd name="T33" fmla="*/ 582 h 591"/>
                <a:gd name="T34" fmla="*/ 6 w 517"/>
                <a:gd name="T35" fmla="*/ 586 h 591"/>
                <a:gd name="T36" fmla="*/ 10 w 517"/>
                <a:gd name="T37" fmla="*/ 588 h 591"/>
                <a:gd name="T38" fmla="*/ 262 w 517"/>
                <a:gd name="T39" fmla="*/ 12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7" h="591">
                  <a:moveTo>
                    <a:pt x="3" y="585"/>
                  </a:moveTo>
                  <a:lnTo>
                    <a:pt x="0" y="590"/>
                  </a:lnTo>
                  <a:lnTo>
                    <a:pt x="6" y="591"/>
                  </a:lnTo>
                  <a:lnTo>
                    <a:pt x="510" y="591"/>
                  </a:lnTo>
                  <a:lnTo>
                    <a:pt x="517" y="591"/>
                  </a:lnTo>
                  <a:lnTo>
                    <a:pt x="514" y="585"/>
                  </a:lnTo>
                  <a:lnTo>
                    <a:pt x="262" y="9"/>
                  </a:lnTo>
                  <a:lnTo>
                    <a:pt x="258" y="0"/>
                  </a:lnTo>
                  <a:lnTo>
                    <a:pt x="255" y="9"/>
                  </a:lnTo>
                  <a:lnTo>
                    <a:pt x="3" y="585"/>
                  </a:lnTo>
                  <a:close/>
                  <a:moveTo>
                    <a:pt x="262" y="12"/>
                  </a:moveTo>
                  <a:lnTo>
                    <a:pt x="258" y="10"/>
                  </a:lnTo>
                  <a:lnTo>
                    <a:pt x="254" y="12"/>
                  </a:lnTo>
                  <a:lnTo>
                    <a:pt x="506" y="588"/>
                  </a:lnTo>
                  <a:lnTo>
                    <a:pt x="510" y="586"/>
                  </a:lnTo>
                  <a:lnTo>
                    <a:pt x="510" y="582"/>
                  </a:lnTo>
                  <a:lnTo>
                    <a:pt x="6" y="582"/>
                  </a:lnTo>
                  <a:lnTo>
                    <a:pt x="6" y="586"/>
                  </a:lnTo>
                  <a:lnTo>
                    <a:pt x="10" y="588"/>
                  </a:lnTo>
                  <a:lnTo>
                    <a:pt x="26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6" name="Line 22"/>
          <p:cNvSpPr>
            <a:spLocks noChangeShapeType="1"/>
          </p:cNvSpPr>
          <p:nvPr/>
        </p:nvSpPr>
        <p:spPr bwMode="auto">
          <a:xfrm flipH="1">
            <a:off x="1748806" y="2601178"/>
            <a:ext cx="603250" cy="1816100"/>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23"/>
          <p:cNvSpPr>
            <a:spLocks noChangeShapeType="1"/>
          </p:cNvSpPr>
          <p:nvPr/>
        </p:nvSpPr>
        <p:spPr bwMode="auto">
          <a:xfrm>
            <a:off x="2358406" y="2620228"/>
            <a:ext cx="603250" cy="1816100"/>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Rectangle 24"/>
          <p:cNvSpPr>
            <a:spLocks noChangeArrowheads="1"/>
          </p:cNvSpPr>
          <p:nvPr/>
        </p:nvSpPr>
        <p:spPr bwMode="auto">
          <a:xfrm>
            <a:off x="1028081" y="4261703"/>
            <a:ext cx="11112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dirty="0">
                <a:solidFill>
                  <a:srgbClr val="000000"/>
                </a:solidFill>
                <a:latin typeface="Times New Roman" charset="0"/>
              </a:rPr>
              <a:t>X</a:t>
            </a:r>
            <a:endParaRPr lang="en-US" altLang="en-US" sz="2400" b="0" dirty="0">
              <a:latin typeface="Times New Roman" charset="0"/>
            </a:endParaRPr>
          </a:p>
        </p:txBody>
      </p:sp>
      <p:grpSp>
        <p:nvGrpSpPr>
          <p:cNvPr id="29" name="Group 25"/>
          <p:cNvGrpSpPr>
            <a:grpSpLocks/>
          </p:cNvGrpSpPr>
          <p:nvPr/>
        </p:nvGrpSpPr>
        <p:grpSpPr bwMode="auto">
          <a:xfrm>
            <a:off x="1409081" y="4198203"/>
            <a:ext cx="1939925" cy="304800"/>
            <a:chOff x="1354" y="2368"/>
            <a:chExt cx="1222" cy="192"/>
          </a:xfrm>
        </p:grpSpPr>
        <p:sp>
          <p:nvSpPr>
            <p:cNvPr id="30" name="Rectangle 26"/>
            <p:cNvSpPr>
              <a:spLocks noChangeArrowheads="1"/>
            </p:cNvSpPr>
            <p:nvPr/>
          </p:nvSpPr>
          <p:spPr bwMode="auto">
            <a:xfrm>
              <a:off x="1354" y="2404"/>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a’</a:t>
              </a:r>
              <a:endParaRPr lang="en-US" altLang="en-US" sz="4400" b="0">
                <a:latin typeface="Times New Roman" charset="0"/>
              </a:endParaRPr>
            </a:p>
          </p:txBody>
        </p:sp>
        <p:sp>
          <p:nvSpPr>
            <p:cNvPr id="31" name="Rectangle 27"/>
            <p:cNvSpPr>
              <a:spLocks noChangeArrowheads="1"/>
            </p:cNvSpPr>
            <p:nvPr/>
          </p:nvSpPr>
          <p:spPr bwMode="auto">
            <a:xfrm>
              <a:off x="1594"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b’</a:t>
              </a:r>
              <a:endParaRPr lang="en-US" altLang="en-US" sz="4400" b="0">
                <a:latin typeface="Times New Roman" charset="0"/>
              </a:endParaRPr>
            </a:p>
          </p:txBody>
        </p:sp>
        <p:sp>
          <p:nvSpPr>
            <p:cNvPr id="32" name="Rectangle 28"/>
            <p:cNvSpPr>
              <a:spLocks noChangeArrowheads="1"/>
            </p:cNvSpPr>
            <p:nvPr/>
          </p:nvSpPr>
          <p:spPr bwMode="auto">
            <a:xfrm>
              <a:off x="2320" y="2410"/>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d’</a:t>
              </a:r>
              <a:endParaRPr lang="en-US" altLang="en-US" sz="4400" b="0">
                <a:latin typeface="Times New Roman" charset="0"/>
              </a:endParaRPr>
            </a:p>
          </p:txBody>
        </p:sp>
        <p:sp>
          <p:nvSpPr>
            <p:cNvPr id="33" name="Rectangle 29"/>
            <p:cNvSpPr>
              <a:spLocks noChangeArrowheads="1"/>
            </p:cNvSpPr>
            <p:nvPr/>
          </p:nvSpPr>
          <p:spPr bwMode="auto">
            <a:xfrm>
              <a:off x="2452" y="2368"/>
              <a:ext cx="1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2000" b="0">
                  <a:solidFill>
                    <a:srgbClr val="000000"/>
                  </a:solidFill>
                  <a:latin typeface="Times New Roman" charset="0"/>
                </a:rPr>
                <a:t>e’</a:t>
              </a:r>
              <a:endParaRPr lang="en-US" altLang="en-US" sz="6000" b="0">
                <a:latin typeface="Times New Roman" charset="0"/>
              </a:endParaRPr>
            </a:p>
          </p:txBody>
        </p:sp>
        <p:sp>
          <p:nvSpPr>
            <p:cNvPr id="34" name="Rectangle 30"/>
            <p:cNvSpPr>
              <a:spLocks noChangeArrowheads="1"/>
            </p:cNvSpPr>
            <p:nvPr/>
          </p:nvSpPr>
          <p:spPr bwMode="auto">
            <a:xfrm>
              <a:off x="1834" y="2404"/>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c’</a:t>
              </a:r>
              <a:endParaRPr lang="en-US" altLang="en-US" sz="4400" b="0">
                <a:latin typeface="Times New Roman" charset="0"/>
              </a:endParaRPr>
            </a:p>
          </p:txBody>
        </p:sp>
        <p:sp>
          <p:nvSpPr>
            <p:cNvPr id="35" name="Rectangle 31"/>
            <p:cNvSpPr>
              <a:spLocks noChangeArrowheads="1"/>
            </p:cNvSpPr>
            <p:nvPr/>
          </p:nvSpPr>
          <p:spPr bwMode="auto">
            <a:xfrm>
              <a:off x="1962"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g’</a:t>
              </a:r>
              <a:endParaRPr lang="en-US" altLang="en-US" sz="4400" b="0">
                <a:latin typeface="Times New Roman" charset="0"/>
              </a:endParaRPr>
            </a:p>
          </p:txBody>
        </p:sp>
        <p:sp>
          <p:nvSpPr>
            <p:cNvPr id="36" name="Rectangle 32"/>
            <p:cNvSpPr>
              <a:spLocks noChangeArrowheads="1"/>
            </p:cNvSpPr>
            <p:nvPr/>
          </p:nvSpPr>
          <p:spPr bwMode="auto">
            <a:xfrm>
              <a:off x="2220" y="2404"/>
              <a:ext cx="7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f’</a:t>
              </a:r>
              <a:endParaRPr lang="en-US" altLang="en-US" sz="4400" b="0">
                <a:latin typeface="Times New Roman" charset="0"/>
              </a:endParaRPr>
            </a:p>
          </p:txBody>
        </p:sp>
        <p:sp>
          <p:nvSpPr>
            <p:cNvPr id="37" name="Rectangle 33"/>
            <p:cNvSpPr>
              <a:spLocks noChangeArrowheads="1"/>
            </p:cNvSpPr>
            <p:nvPr/>
          </p:nvSpPr>
          <p:spPr bwMode="auto">
            <a:xfrm>
              <a:off x="1498"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h’</a:t>
              </a:r>
              <a:endParaRPr lang="en-US" altLang="en-US" sz="4400" b="0">
                <a:latin typeface="Times New Roman" charset="0"/>
              </a:endParaRPr>
            </a:p>
          </p:txBody>
        </p:sp>
      </p:grpSp>
      <p:sp>
        <p:nvSpPr>
          <p:cNvPr id="38" name="Rectangle 34"/>
          <p:cNvSpPr>
            <a:spLocks noChangeArrowheads="1"/>
          </p:cNvSpPr>
          <p:nvPr/>
        </p:nvSpPr>
        <p:spPr bwMode="auto">
          <a:xfrm>
            <a:off x="2399681" y="2502753"/>
            <a:ext cx="1476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o’</a:t>
            </a:r>
            <a:endParaRPr lang="en-US" altLang="en-US" sz="4400" b="0">
              <a:latin typeface="Times New Roman" charset="0"/>
            </a:endParaRPr>
          </a:p>
        </p:txBody>
      </p:sp>
      <p:grpSp>
        <p:nvGrpSpPr>
          <p:cNvPr id="39" name="Group 35"/>
          <p:cNvGrpSpPr>
            <a:grpSpLocks/>
          </p:cNvGrpSpPr>
          <p:nvPr/>
        </p:nvGrpSpPr>
        <p:grpSpPr bwMode="auto">
          <a:xfrm>
            <a:off x="1545606" y="2537678"/>
            <a:ext cx="1600200" cy="3181350"/>
            <a:chOff x="1440" y="1322"/>
            <a:chExt cx="1008" cy="2004"/>
          </a:xfrm>
        </p:grpSpPr>
        <p:sp>
          <p:nvSpPr>
            <p:cNvPr id="40" name="Line 36"/>
            <p:cNvSpPr>
              <a:spLocks noChangeShapeType="1"/>
            </p:cNvSpPr>
            <p:nvPr/>
          </p:nvSpPr>
          <p:spPr bwMode="auto">
            <a:xfrm>
              <a:off x="1440" y="2510"/>
              <a:ext cx="0" cy="81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37"/>
            <p:cNvSpPr>
              <a:spLocks noChangeShapeType="1"/>
            </p:cNvSpPr>
            <p:nvPr/>
          </p:nvSpPr>
          <p:spPr bwMode="auto">
            <a:xfrm>
              <a:off x="2448" y="2510"/>
              <a:ext cx="0" cy="81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38"/>
            <p:cNvSpPr>
              <a:spLocks noChangeShapeType="1"/>
            </p:cNvSpPr>
            <p:nvPr/>
          </p:nvSpPr>
          <p:spPr bwMode="auto">
            <a:xfrm flipV="1">
              <a:off x="1566" y="2510"/>
              <a:ext cx="0" cy="4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39"/>
            <p:cNvSpPr>
              <a:spLocks noChangeShapeType="1"/>
            </p:cNvSpPr>
            <p:nvPr/>
          </p:nvSpPr>
          <p:spPr bwMode="auto">
            <a:xfrm flipV="1">
              <a:off x="2328" y="2498"/>
              <a:ext cx="0" cy="4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40"/>
            <p:cNvSpPr>
              <a:spLocks noChangeShapeType="1"/>
            </p:cNvSpPr>
            <p:nvPr/>
          </p:nvSpPr>
          <p:spPr bwMode="auto">
            <a:xfrm>
              <a:off x="1944" y="1322"/>
              <a:ext cx="0" cy="1248"/>
            </a:xfrm>
            <a:prstGeom prst="line">
              <a:avLst/>
            </a:prstGeom>
            <a:noFill/>
            <a:ln w="63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5" name="Line 41"/>
          <p:cNvSpPr>
            <a:spLocks noChangeShapeType="1"/>
          </p:cNvSpPr>
          <p:nvPr/>
        </p:nvSpPr>
        <p:spPr bwMode="auto">
          <a:xfrm flipV="1">
            <a:off x="1310656" y="3009170"/>
            <a:ext cx="1711325" cy="811207"/>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9" name="Line 45"/>
          <p:cNvSpPr>
            <a:spLocks noChangeShapeType="1"/>
          </p:cNvSpPr>
          <p:nvPr/>
        </p:nvSpPr>
        <p:spPr bwMode="auto">
          <a:xfrm flipH="1">
            <a:off x="3919467" y="2663944"/>
            <a:ext cx="613812" cy="1772383"/>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 name="Line 46"/>
          <p:cNvSpPr>
            <a:spLocks noChangeShapeType="1"/>
          </p:cNvSpPr>
          <p:nvPr/>
        </p:nvSpPr>
        <p:spPr bwMode="auto">
          <a:xfrm>
            <a:off x="4536780" y="2647926"/>
            <a:ext cx="623528" cy="1794960"/>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47"/>
          <p:cNvSpPr>
            <a:spLocks noChangeShapeType="1"/>
          </p:cNvSpPr>
          <p:nvPr/>
        </p:nvSpPr>
        <p:spPr bwMode="auto">
          <a:xfrm flipH="1">
            <a:off x="4535661" y="2603560"/>
            <a:ext cx="0" cy="1836000"/>
          </a:xfrm>
          <a:prstGeom prst="line">
            <a:avLst/>
          </a:prstGeom>
          <a:noFill/>
          <a:ln w="63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2" name="Line 48"/>
          <p:cNvSpPr>
            <a:spLocks noChangeShapeType="1"/>
          </p:cNvSpPr>
          <p:nvPr/>
        </p:nvSpPr>
        <p:spPr bwMode="auto">
          <a:xfrm>
            <a:off x="2596531" y="3204428"/>
            <a:ext cx="0" cy="240030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3" name="Line 49"/>
          <p:cNvSpPr>
            <a:spLocks noChangeShapeType="1"/>
          </p:cNvSpPr>
          <p:nvPr/>
        </p:nvSpPr>
        <p:spPr bwMode="auto">
          <a:xfrm flipH="1">
            <a:off x="2536206" y="3226652"/>
            <a:ext cx="0" cy="252000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4" name="Line 50"/>
          <p:cNvSpPr>
            <a:spLocks noChangeShapeType="1"/>
          </p:cNvSpPr>
          <p:nvPr/>
        </p:nvSpPr>
        <p:spPr bwMode="auto">
          <a:xfrm>
            <a:off x="2059956" y="3480651"/>
            <a:ext cx="0" cy="237600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5" name="Line 51"/>
          <p:cNvSpPr>
            <a:spLocks noChangeShapeType="1"/>
          </p:cNvSpPr>
          <p:nvPr/>
        </p:nvSpPr>
        <p:spPr bwMode="auto">
          <a:xfrm>
            <a:off x="2574306" y="3179028"/>
            <a:ext cx="2133600" cy="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6" name="Line 52"/>
          <p:cNvSpPr>
            <a:spLocks noChangeShapeType="1"/>
          </p:cNvSpPr>
          <p:nvPr/>
        </p:nvSpPr>
        <p:spPr bwMode="auto">
          <a:xfrm>
            <a:off x="2529856" y="3242528"/>
            <a:ext cx="2286000" cy="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7" name="Line 53"/>
          <p:cNvSpPr>
            <a:spLocks noChangeShapeType="1"/>
          </p:cNvSpPr>
          <p:nvPr/>
        </p:nvSpPr>
        <p:spPr bwMode="auto">
          <a:xfrm>
            <a:off x="2307606" y="3345398"/>
            <a:ext cx="2590800" cy="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8" name="Line 54"/>
          <p:cNvSpPr>
            <a:spLocks noChangeShapeType="1"/>
          </p:cNvSpPr>
          <p:nvPr/>
        </p:nvSpPr>
        <p:spPr bwMode="auto">
          <a:xfrm flipV="1">
            <a:off x="1937718" y="3531452"/>
            <a:ext cx="2970711" cy="12699"/>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59" name="Oval 55"/>
          <p:cNvSpPr>
            <a:spLocks noChangeArrowheads="1"/>
          </p:cNvSpPr>
          <p:nvPr/>
        </p:nvSpPr>
        <p:spPr bwMode="auto">
          <a:xfrm>
            <a:off x="4503120" y="3494906"/>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0" name="Oval 56"/>
          <p:cNvSpPr>
            <a:spLocks noChangeArrowheads="1"/>
          </p:cNvSpPr>
          <p:nvPr/>
        </p:nvSpPr>
        <p:spPr bwMode="auto">
          <a:xfrm>
            <a:off x="4504706" y="314013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1" name="Oval 57"/>
          <p:cNvSpPr>
            <a:spLocks noChangeArrowheads="1"/>
          </p:cNvSpPr>
          <p:nvPr/>
        </p:nvSpPr>
        <p:spPr bwMode="auto">
          <a:xfrm>
            <a:off x="4724575" y="320442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2" name="Oval 58"/>
          <p:cNvSpPr>
            <a:spLocks noChangeArrowheads="1"/>
          </p:cNvSpPr>
          <p:nvPr/>
        </p:nvSpPr>
        <p:spPr bwMode="auto">
          <a:xfrm>
            <a:off x="4276104" y="320363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3" name="Oval 59"/>
          <p:cNvSpPr>
            <a:spLocks noChangeArrowheads="1"/>
          </p:cNvSpPr>
          <p:nvPr/>
        </p:nvSpPr>
        <p:spPr bwMode="auto">
          <a:xfrm>
            <a:off x="4164187" y="3305227"/>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4" name="Oval 60"/>
          <p:cNvSpPr>
            <a:spLocks noChangeArrowheads="1"/>
          </p:cNvSpPr>
          <p:nvPr/>
        </p:nvSpPr>
        <p:spPr bwMode="auto">
          <a:xfrm>
            <a:off x="4826176" y="330523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5" name="Oval 61"/>
          <p:cNvSpPr>
            <a:spLocks noChangeArrowheads="1"/>
          </p:cNvSpPr>
          <p:nvPr/>
        </p:nvSpPr>
        <p:spPr bwMode="auto">
          <a:xfrm>
            <a:off x="4212602" y="340445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6" name="Oval 62"/>
          <p:cNvSpPr>
            <a:spLocks noChangeArrowheads="1"/>
          </p:cNvSpPr>
          <p:nvPr/>
        </p:nvSpPr>
        <p:spPr bwMode="auto">
          <a:xfrm>
            <a:off x="4783349" y="340050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7" name="Oval 63"/>
          <p:cNvSpPr>
            <a:spLocks noChangeArrowheads="1"/>
          </p:cNvSpPr>
          <p:nvPr/>
        </p:nvSpPr>
        <p:spPr bwMode="auto">
          <a:xfrm>
            <a:off x="2558431" y="556662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8" name="Oval 64"/>
          <p:cNvSpPr>
            <a:spLocks noChangeArrowheads="1"/>
          </p:cNvSpPr>
          <p:nvPr/>
        </p:nvSpPr>
        <p:spPr bwMode="auto">
          <a:xfrm>
            <a:off x="2498106" y="541422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9" name="Oval 65"/>
          <p:cNvSpPr>
            <a:spLocks noChangeArrowheads="1"/>
          </p:cNvSpPr>
          <p:nvPr/>
        </p:nvSpPr>
        <p:spPr bwMode="auto">
          <a:xfrm>
            <a:off x="2494931" y="572220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0" name="Oval 66"/>
          <p:cNvSpPr>
            <a:spLocks noChangeArrowheads="1"/>
          </p:cNvSpPr>
          <p:nvPr/>
        </p:nvSpPr>
        <p:spPr bwMode="auto">
          <a:xfrm>
            <a:off x="2021856" y="583377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1" name="Oval 67"/>
          <p:cNvSpPr>
            <a:spLocks noChangeArrowheads="1"/>
          </p:cNvSpPr>
          <p:nvPr/>
        </p:nvSpPr>
        <p:spPr bwMode="auto">
          <a:xfrm>
            <a:off x="2021857" y="530310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2" name="Oval 68"/>
          <p:cNvSpPr>
            <a:spLocks noChangeArrowheads="1"/>
          </p:cNvSpPr>
          <p:nvPr/>
        </p:nvSpPr>
        <p:spPr bwMode="auto">
          <a:xfrm>
            <a:off x="1901210" y="556662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4" name="Line 70"/>
          <p:cNvSpPr>
            <a:spLocks noChangeShapeType="1"/>
          </p:cNvSpPr>
          <p:nvPr/>
        </p:nvSpPr>
        <p:spPr bwMode="auto">
          <a:xfrm flipH="1">
            <a:off x="1939306" y="3502877"/>
            <a:ext cx="0" cy="2088000"/>
          </a:xfrm>
          <a:prstGeom prst="line">
            <a:avLst/>
          </a:prstGeom>
          <a:noFill/>
          <a:ln w="3175">
            <a:solidFill>
              <a:schemeClr val="bg2"/>
            </a:solidFill>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76" name="Group 72"/>
          <p:cNvGrpSpPr>
            <a:grpSpLocks/>
          </p:cNvGrpSpPr>
          <p:nvPr/>
        </p:nvGrpSpPr>
        <p:grpSpPr bwMode="auto">
          <a:xfrm>
            <a:off x="2326656" y="5288020"/>
            <a:ext cx="85725" cy="612000"/>
            <a:chOff x="1932" y="3020"/>
            <a:chExt cx="54" cy="427"/>
          </a:xfrm>
        </p:grpSpPr>
        <p:sp>
          <p:nvSpPr>
            <p:cNvPr id="77" name="Oval 73"/>
            <p:cNvSpPr>
              <a:spLocks noChangeArrowheads="1"/>
            </p:cNvSpPr>
            <p:nvPr/>
          </p:nvSpPr>
          <p:spPr bwMode="auto">
            <a:xfrm>
              <a:off x="1932" y="30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8" name="Oval 74"/>
            <p:cNvSpPr>
              <a:spLocks noChangeArrowheads="1"/>
            </p:cNvSpPr>
            <p:nvPr/>
          </p:nvSpPr>
          <p:spPr bwMode="auto">
            <a:xfrm>
              <a:off x="1938" y="3399"/>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81" name="Group 77"/>
          <p:cNvGrpSpPr>
            <a:grpSpLocks/>
          </p:cNvGrpSpPr>
          <p:nvPr/>
        </p:nvGrpSpPr>
        <p:grpSpPr bwMode="auto">
          <a:xfrm>
            <a:off x="4196699" y="3169161"/>
            <a:ext cx="680162" cy="368297"/>
            <a:chOff x="2544" y="1422"/>
            <a:chExt cx="576" cy="786"/>
          </a:xfrm>
        </p:grpSpPr>
        <p:sp>
          <p:nvSpPr>
            <p:cNvPr id="82" name="Line 78"/>
            <p:cNvSpPr>
              <a:spLocks noChangeShapeType="1"/>
            </p:cNvSpPr>
            <p:nvPr/>
          </p:nvSpPr>
          <p:spPr bwMode="auto">
            <a:xfrm flipH="1">
              <a:off x="2640" y="1422"/>
              <a:ext cx="19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3" name="Line 79"/>
            <p:cNvSpPr>
              <a:spLocks noChangeShapeType="1"/>
            </p:cNvSpPr>
            <p:nvPr/>
          </p:nvSpPr>
          <p:spPr bwMode="auto">
            <a:xfrm flipH="1">
              <a:off x="2592" y="1440"/>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4" name="Line 80"/>
            <p:cNvSpPr>
              <a:spLocks noChangeShapeType="1"/>
            </p:cNvSpPr>
            <p:nvPr/>
          </p:nvSpPr>
          <p:spPr bwMode="auto">
            <a:xfrm flipH="1">
              <a:off x="2556" y="1488"/>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5" name="Line 81"/>
            <p:cNvSpPr>
              <a:spLocks noChangeShapeType="1"/>
            </p:cNvSpPr>
            <p:nvPr/>
          </p:nvSpPr>
          <p:spPr bwMode="auto">
            <a:xfrm flipH="1">
              <a:off x="2544" y="1536"/>
              <a:ext cx="48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6" name="Line 82"/>
            <p:cNvSpPr>
              <a:spLocks noChangeShapeType="1"/>
            </p:cNvSpPr>
            <p:nvPr/>
          </p:nvSpPr>
          <p:spPr bwMode="auto">
            <a:xfrm flipH="1">
              <a:off x="2592" y="1632"/>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7" name="Line 83"/>
            <p:cNvSpPr>
              <a:spLocks noChangeShapeType="1"/>
            </p:cNvSpPr>
            <p:nvPr/>
          </p:nvSpPr>
          <p:spPr bwMode="auto">
            <a:xfrm flipH="1">
              <a:off x="2640" y="168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8" name="Line 84"/>
            <p:cNvSpPr>
              <a:spLocks noChangeShapeType="1"/>
            </p:cNvSpPr>
            <p:nvPr/>
          </p:nvSpPr>
          <p:spPr bwMode="auto">
            <a:xfrm flipH="1">
              <a:off x="2688" y="1728"/>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89" name="Line 85"/>
            <p:cNvSpPr>
              <a:spLocks noChangeShapeType="1"/>
            </p:cNvSpPr>
            <p:nvPr/>
          </p:nvSpPr>
          <p:spPr bwMode="auto">
            <a:xfrm flipH="1">
              <a:off x="2736" y="1824"/>
              <a:ext cx="38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0" name="Line 86"/>
            <p:cNvSpPr>
              <a:spLocks noChangeShapeType="1"/>
            </p:cNvSpPr>
            <p:nvPr/>
          </p:nvSpPr>
          <p:spPr bwMode="auto">
            <a:xfrm flipH="1">
              <a:off x="2832" y="1920"/>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1" name="Line 87"/>
            <p:cNvSpPr>
              <a:spLocks noChangeShapeType="1"/>
            </p:cNvSpPr>
            <p:nvPr/>
          </p:nvSpPr>
          <p:spPr bwMode="auto">
            <a:xfrm flipH="1">
              <a:off x="2976" y="2016"/>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2" name="Line 88"/>
            <p:cNvSpPr>
              <a:spLocks noChangeShapeType="1"/>
            </p:cNvSpPr>
            <p:nvPr/>
          </p:nvSpPr>
          <p:spPr bwMode="auto">
            <a:xfrm flipH="1">
              <a:off x="2574" y="1440"/>
              <a:ext cx="38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130" name="Text Box 126"/>
          <p:cNvSpPr txBox="1">
            <a:spLocks noChangeArrowheads="1"/>
          </p:cNvSpPr>
          <p:nvPr/>
        </p:nvSpPr>
        <p:spPr bwMode="auto">
          <a:xfrm>
            <a:off x="3603006" y="4401403"/>
            <a:ext cx="19764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g” h”f”        a”e”       b”d”  c”</a:t>
            </a:r>
          </a:p>
        </p:txBody>
      </p:sp>
      <p:sp>
        <p:nvSpPr>
          <p:cNvPr id="131" name="Line 127"/>
          <p:cNvSpPr>
            <a:spLocks noChangeShapeType="1"/>
          </p:cNvSpPr>
          <p:nvPr/>
        </p:nvSpPr>
        <p:spPr bwMode="auto">
          <a:xfrm rot="20722331" flipH="1">
            <a:off x="5923514" y="2493603"/>
            <a:ext cx="1276576" cy="147385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2" name="Line 128"/>
          <p:cNvSpPr>
            <a:spLocks noChangeShapeType="1"/>
          </p:cNvSpPr>
          <p:nvPr/>
        </p:nvSpPr>
        <p:spPr bwMode="auto">
          <a:xfrm rot="877669" flipH="1" flipV="1">
            <a:off x="5901706" y="4172803"/>
            <a:ext cx="1295400" cy="14478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3" name="Arc 129"/>
          <p:cNvSpPr>
            <a:spLocks/>
          </p:cNvSpPr>
          <p:nvPr/>
        </p:nvSpPr>
        <p:spPr bwMode="auto">
          <a:xfrm>
            <a:off x="6017594" y="2364641"/>
            <a:ext cx="1943100" cy="3379787"/>
          </a:xfrm>
          <a:custGeom>
            <a:avLst/>
            <a:gdLst>
              <a:gd name="G0" fmla="+- 0 0 0"/>
              <a:gd name="G1" fmla="+- 18841 0 0"/>
              <a:gd name="G2" fmla="+- 21600 0 0"/>
              <a:gd name="T0" fmla="*/ 10563 w 21600"/>
              <a:gd name="T1" fmla="*/ 0 h 37575"/>
              <a:gd name="T2" fmla="*/ 10751 w 21600"/>
              <a:gd name="T3" fmla="*/ 37575 h 37575"/>
              <a:gd name="T4" fmla="*/ 0 w 21600"/>
              <a:gd name="T5" fmla="*/ 18841 h 37575"/>
            </a:gdLst>
            <a:ahLst/>
            <a:cxnLst>
              <a:cxn ang="0">
                <a:pos x="T0" y="T1"/>
              </a:cxn>
              <a:cxn ang="0">
                <a:pos x="T2" y="T3"/>
              </a:cxn>
              <a:cxn ang="0">
                <a:pos x="T4" y="T5"/>
              </a:cxn>
            </a:cxnLst>
            <a:rect l="0" t="0" r="r" b="b"/>
            <a:pathLst>
              <a:path w="21600" h="37575" fill="none" extrusionOk="0">
                <a:moveTo>
                  <a:pt x="10562" y="0"/>
                </a:moveTo>
                <a:cubicBezTo>
                  <a:pt x="17379" y="3821"/>
                  <a:pt x="21600" y="11026"/>
                  <a:pt x="21600" y="18841"/>
                </a:cubicBezTo>
                <a:cubicBezTo>
                  <a:pt x="21600" y="26578"/>
                  <a:pt x="17461" y="33724"/>
                  <a:pt x="10751" y="37575"/>
                </a:cubicBezTo>
              </a:path>
              <a:path w="21600" h="37575" stroke="0" extrusionOk="0">
                <a:moveTo>
                  <a:pt x="10562" y="0"/>
                </a:moveTo>
                <a:cubicBezTo>
                  <a:pt x="17379" y="3821"/>
                  <a:pt x="21600" y="11026"/>
                  <a:pt x="21600" y="18841"/>
                </a:cubicBezTo>
                <a:cubicBezTo>
                  <a:pt x="21600" y="26578"/>
                  <a:pt x="17461" y="33724"/>
                  <a:pt x="10751" y="37575"/>
                </a:cubicBezTo>
                <a:lnTo>
                  <a:pt x="0" y="18841"/>
                </a:lnTo>
                <a:close/>
              </a:path>
            </a:pathLst>
          </a:custGeom>
          <a:noFill/>
          <a:ln w="2857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134" name="Group 130"/>
          <p:cNvGrpSpPr>
            <a:grpSpLocks/>
          </p:cNvGrpSpPr>
          <p:nvPr/>
        </p:nvGrpSpPr>
        <p:grpSpPr bwMode="auto">
          <a:xfrm>
            <a:off x="6130306" y="2725003"/>
            <a:ext cx="1828800" cy="2667000"/>
            <a:chOff x="4136" y="1683"/>
            <a:chExt cx="1152" cy="1680"/>
          </a:xfrm>
        </p:grpSpPr>
        <p:sp>
          <p:nvSpPr>
            <p:cNvPr id="135" name="Line 131"/>
            <p:cNvSpPr>
              <a:spLocks noChangeShapeType="1"/>
            </p:cNvSpPr>
            <p:nvPr/>
          </p:nvSpPr>
          <p:spPr bwMode="auto">
            <a:xfrm>
              <a:off x="4136" y="2547"/>
              <a:ext cx="1152"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6" name="Line 132"/>
            <p:cNvSpPr>
              <a:spLocks noChangeShapeType="1"/>
            </p:cNvSpPr>
            <p:nvPr/>
          </p:nvSpPr>
          <p:spPr bwMode="auto">
            <a:xfrm flipV="1">
              <a:off x="4136" y="1971"/>
              <a:ext cx="1008" cy="57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7" name="Line 133"/>
            <p:cNvSpPr>
              <a:spLocks noChangeShapeType="1"/>
            </p:cNvSpPr>
            <p:nvPr/>
          </p:nvSpPr>
          <p:spPr bwMode="auto">
            <a:xfrm>
              <a:off x="4136" y="2547"/>
              <a:ext cx="1008" cy="57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8" name="Line 134"/>
            <p:cNvSpPr>
              <a:spLocks noChangeShapeType="1"/>
            </p:cNvSpPr>
            <p:nvPr/>
          </p:nvSpPr>
          <p:spPr bwMode="auto">
            <a:xfrm flipV="1">
              <a:off x="4136" y="1683"/>
              <a:ext cx="816" cy="86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39" name="Line 135"/>
            <p:cNvSpPr>
              <a:spLocks noChangeShapeType="1"/>
            </p:cNvSpPr>
            <p:nvPr/>
          </p:nvSpPr>
          <p:spPr bwMode="auto">
            <a:xfrm flipV="1">
              <a:off x="4136" y="2259"/>
              <a:ext cx="1104" cy="28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40" name="Line 136"/>
            <p:cNvSpPr>
              <a:spLocks noChangeShapeType="1"/>
            </p:cNvSpPr>
            <p:nvPr/>
          </p:nvSpPr>
          <p:spPr bwMode="auto">
            <a:xfrm>
              <a:off x="4136" y="2547"/>
              <a:ext cx="1104" cy="28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41" name="Line 137"/>
            <p:cNvSpPr>
              <a:spLocks noChangeShapeType="1"/>
            </p:cNvSpPr>
            <p:nvPr/>
          </p:nvSpPr>
          <p:spPr bwMode="auto">
            <a:xfrm>
              <a:off x="4136" y="2547"/>
              <a:ext cx="816" cy="81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142" name="Text Box 138"/>
          <p:cNvSpPr txBox="1">
            <a:spLocks noChangeArrowheads="1"/>
          </p:cNvSpPr>
          <p:nvPr/>
        </p:nvSpPr>
        <p:spPr bwMode="auto">
          <a:xfrm>
            <a:off x="6892306" y="2115403"/>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143" name="Text Box 139"/>
          <p:cNvSpPr txBox="1">
            <a:spLocks noChangeArrowheads="1"/>
          </p:cNvSpPr>
          <p:nvPr/>
        </p:nvSpPr>
        <p:spPr bwMode="auto">
          <a:xfrm>
            <a:off x="7349506" y="2471003"/>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B</a:t>
            </a:r>
          </a:p>
        </p:txBody>
      </p:sp>
      <p:sp>
        <p:nvSpPr>
          <p:cNvPr id="144" name="Text Box 140"/>
          <p:cNvSpPr txBox="1">
            <a:spLocks noChangeArrowheads="1"/>
          </p:cNvSpPr>
          <p:nvPr/>
        </p:nvSpPr>
        <p:spPr bwMode="auto">
          <a:xfrm>
            <a:off x="7730506" y="2953603"/>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C</a:t>
            </a:r>
          </a:p>
        </p:txBody>
      </p:sp>
      <p:sp>
        <p:nvSpPr>
          <p:cNvPr id="145" name="Text Box 141"/>
          <p:cNvSpPr txBox="1">
            <a:spLocks noChangeArrowheads="1"/>
          </p:cNvSpPr>
          <p:nvPr/>
        </p:nvSpPr>
        <p:spPr bwMode="auto">
          <a:xfrm>
            <a:off x="7882906" y="3410803"/>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146" name="Text Box 142"/>
          <p:cNvSpPr txBox="1">
            <a:spLocks noChangeArrowheads="1"/>
          </p:cNvSpPr>
          <p:nvPr/>
        </p:nvSpPr>
        <p:spPr bwMode="auto">
          <a:xfrm>
            <a:off x="7959106" y="3944203"/>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E</a:t>
            </a:r>
          </a:p>
        </p:txBody>
      </p:sp>
      <p:sp>
        <p:nvSpPr>
          <p:cNvPr id="147" name="Text Box 143"/>
          <p:cNvSpPr txBox="1">
            <a:spLocks noChangeArrowheads="1"/>
          </p:cNvSpPr>
          <p:nvPr/>
        </p:nvSpPr>
        <p:spPr bwMode="auto">
          <a:xfrm>
            <a:off x="7882906" y="4401403"/>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148" name="Text Box 144"/>
          <p:cNvSpPr txBox="1">
            <a:spLocks noChangeArrowheads="1"/>
          </p:cNvSpPr>
          <p:nvPr/>
        </p:nvSpPr>
        <p:spPr bwMode="auto">
          <a:xfrm>
            <a:off x="6892306" y="5696803"/>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149" name="Text Box 145"/>
          <p:cNvSpPr txBox="1">
            <a:spLocks noChangeArrowheads="1"/>
          </p:cNvSpPr>
          <p:nvPr/>
        </p:nvSpPr>
        <p:spPr bwMode="auto">
          <a:xfrm>
            <a:off x="7692406" y="4871303"/>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150" name="Text Box 146"/>
          <p:cNvSpPr txBox="1">
            <a:spLocks noChangeArrowheads="1"/>
          </p:cNvSpPr>
          <p:nvPr/>
        </p:nvSpPr>
        <p:spPr bwMode="auto">
          <a:xfrm>
            <a:off x="7400306" y="5315803"/>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sp>
        <p:nvSpPr>
          <p:cNvPr id="161" name="Text Box 157"/>
          <p:cNvSpPr txBox="1">
            <a:spLocks noChangeArrowheads="1"/>
          </p:cNvSpPr>
          <p:nvPr/>
        </p:nvSpPr>
        <p:spPr bwMode="auto">
          <a:xfrm>
            <a:off x="97822" y="5893653"/>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SECTIONAL T.V</a:t>
            </a:r>
          </a:p>
        </p:txBody>
      </p:sp>
      <p:sp>
        <p:nvSpPr>
          <p:cNvPr id="162" name="Text Box 158"/>
          <p:cNvSpPr txBox="1">
            <a:spLocks noChangeArrowheads="1"/>
          </p:cNvSpPr>
          <p:nvPr/>
        </p:nvSpPr>
        <p:spPr bwMode="auto">
          <a:xfrm>
            <a:off x="3818661" y="2350353"/>
            <a:ext cx="1485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SECTIONAL S.V</a:t>
            </a:r>
          </a:p>
        </p:txBody>
      </p:sp>
      <p:sp>
        <p:nvSpPr>
          <p:cNvPr id="164" name="Text Box 160"/>
          <p:cNvSpPr txBox="1">
            <a:spLocks noChangeArrowheads="1"/>
          </p:cNvSpPr>
          <p:nvPr/>
        </p:nvSpPr>
        <p:spPr bwMode="auto">
          <a:xfrm>
            <a:off x="5119838" y="3057204"/>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DEVELOPMENT</a:t>
            </a:r>
          </a:p>
        </p:txBody>
      </p:sp>
      <p:sp>
        <p:nvSpPr>
          <p:cNvPr id="165" name="Text Box 161"/>
          <p:cNvSpPr txBox="1">
            <a:spLocks noChangeArrowheads="1"/>
          </p:cNvSpPr>
          <p:nvPr/>
        </p:nvSpPr>
        <p:spPr bwMode="auto">
          <a:xfrm rot="20078128">
            <a:off x="2913103" y="2628387"/>
            <a:ext cx="827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dirty="0">
                <a:latin typeface="Times New Roman" charset="0"/>
              </a:rPr>
              <a:t>SECTION</a:t>
            </a:r>
          </a:p>
          <a:p>
            <a:pPr algn="ctr" eaLnBrk="1" hangingPunct="1"/>
            <a:r>
              <a:rPr lang="en-US" altLang="en-US" sz="1200" b="0" dirty="0">
                <a:latin typeface="Times New Roman" charset="0"/>
              </a:rPr>
              <a:t> PLANE</a:t>
            </a:r>
          </a:p>
        </p:txBody>
      </p:sp>
      <p:sp>
        <p:nvSpPr>
          <p:cNvPr id="166" name="Line 41"/>
          <p:cNvSpPr>
            <a:spLocks noChangeShapeType="1"/>
          </p:cNvSpPr>
          <p:nvPr/>
        </p:nvSpPr>
        <p:spPr bwMode="auto">
          <a:xfrm>
            <a:off x="1221723" y="3544151"/>
            <a:ext cx="1800000" cy="0"/>
          </a:xfrm>
          <a:prstGeom prst="line">
            <a:avLst/>
          </a:prstGeom>
          <a:noFill/>
          <a:ln w="6350">
            <a:solidFill>
              <a:schemeClr val="tx1"/>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67" name="Arc 166"/>
          <p:cNvSpPr/>
          <p:nvPr/>
        </p:nvSpPr>
        <p:spPr>
          <a:xfrm rot="1530855">
            <a:off x="1653952" y="3277036"/>
            <a:ext cx="622694" cy="675252"/>
          </a:xfrm>
          <a:prstGeom prst="arc">
            <a:avLst>
              <a:gd name="adj1" fmla="val 17487177"/>
              <a:gd name="adj2" fmla="val 19284232"/>
            </a:avLst>
          </a:prstGeom>
          <a:noFill/>
          <a:ln w="6350">
            <a:solidFill>
              <a:schemeClr val="tx1"/>
            </a:solidFill>
            <a:prstDash val="solid"/>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68" name="TextBox 167"/>
          <p:cNvSpPr txBox="1"/>
          <p:nvPr/>
        </p:nvSpPr>
        <p:spPr>
          <a:xfrm>
            <a:off x="2190957" y="3315771"/>
            <a:ext cx="359495" cy="246221"/>
          </a:xfrm>
          <a:prstGeom prst="rect">
            <a:avLst/>
          </a:prstGeom>
          <a:noFill/>
        </p:spPr>
        <p:txBody>
          <a:bodyPr wrap="square" rtlCol="0">
            <a:spAutoFit/>
          </a:bodyPr>
          <a:lstStyle/>
          <a:p>
            <a:r>
              <a:rPr lang="en-US" sz="1000" dirty="0" smtClean="0"/>
              <a:t>30◦</a:t>
            </a:r>
            <a:endParaRPr lang="en-US" sz="1000" dirty="0"/>
          </a:p>
        </p:txBody>
      </p:sp>
      <p:sp>
        <p:nvSpPr>
          <p:cNvPr id="171" name="Line 54"/>
          <p:cNvSpPr>
            <a:spLocks noChangeShapeType="1"/>
          </p:cNvSpPr>
          <p:nvPr/>
        </p:nvSpPr>
        <p:spPr bwMode="auto">
          <a:xfrm flipV="1">
            <a:off x="2069836" y="3439378"/>
            <a:ext cx="2838593" cy="1374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174" name="Group 173"/>
          <p:cNvGrpSpPr/>
          <p:nvPr/>
        </p:nvGrpSpPr>
        <p:grpSpPr>
          <a:xfrm>
            <a:off x="6411667" y="2399844"/>
            <a:ext cx="1568034" cy="3356032"/>
            <a:chOff x="7380661" y="2113241"/>
            <a:chExt cx="1568034" cy="3356032"/>
          </a:xfrm>
        </p:grpSpPr>
        <p:sp>
          <p:nvSpPr>
            <p:cNvPr id="159" name="Arc 155"/>
            <p:cNvSpPr>
              <a:spLocks/>
            </p:cNvSpPr>
            <p:nvPr/>
          </p:nvSpPr>
          <p:spPr bwMode="auto">
            <a:xfrm rot="1822345">
              <a:off x="7502503" y="2178235"/>
              <a:ext cx="715529" cy="1570041"/>
            </a:xfrm>
            <a:custGeom>
              <a:avLst/>
              <a:gdLst>
                <a:gd name="G0" fmla="+- 0 0 0"/>
                <a:gd name="G1" fmla="+- 15193 0 0"/>
                <a:gd name="G2" fmla="+- 21600 0 0"/>
                <a:gd name="T0" fmla="*/ 15353 w 21600"/>
                <a:gd name="T1" fmla="*/ 0 h 18597"/>
                <a:gd name="T2" fmla="*/ 21330 w 21600"/>
                <a:gd name="T3" fmla="*/ 18597 h 18597"/>
                <a:gd name="T4" fmla="*/ 0 w 21600"/>
                <a:gd name="T5" fmla="*/ 15193 h 18597"/>
                <a:gd name="connsiteX0" fmla="*/ 15353 w 21600"/>
                <a:gd name="connsiteY0" fmla="*/ 0 h 18598"/>
                <a:gd name="connsiteX1" fmla="*/ 21600 w 21600"/>
                <a:gd name="connsiteY1" fmla="*/ 15194 h 18598"/>
                <a:gd name="connsiteX2" fmla="*/ 21330 w 21600"/>
                <a:gd name="connsiteY2" fmla="*/ 18598 h 18598"/>
                <a:gd name="connsiteX0" fmla="*/ 15353 w 21600"/>
                <a:gd name="connsiteY0" fmla="*/ 0 h 18598"/>
                <a:gd name="connsiteX1" fmla="*/ 21600 w 21600"/>
                <a:gd name="connsiteY1" fmla="*/ 15194 h 18598"/>
                <a:gd name="connsiteX2" fmla="*/ 21426 w 21600"/>
                <a:gd name="connsiteY2" fmla="*/ 13850 h 18598"/>
                <a:gd name="connsiteX3" fmla="*/ 0 w 21600"/>
                <a:gd name="connsiteY3" fmla="*/ 15194 h 18598"/>
                <a:gd name="connsiteX4" fmla="*/ 15353 w 21600"/>
                <a:gd name="connsiteY4" fmla="*/ 0 h 18598"/>
                <a:gd name="connsiteX0" fmla="*/ 15353 w 21623"/>
                <a:gd name="connsiteY0" fmla="*/ 0 h 15427"/>
                <a:gd name="connsiteX1" fmla="*/ 21600 w 21623"/>
                <a:gd name="connsiteY1" fmla="*/ 15194 h 15427"/>
                <a:gd name="connsiteX2" fmla="*/ 21513 w 21623"/>
                <a:gd name="connsiteY2" fmla="*/ 13993 h 15427"/>
                <a:gd name="connsiteX0" fmla="*/ 15353 w 21623"/>
                <a:gd name="connsiteY0" fmla="*/ 0 h 15427"/>
                <a:gd name="connsiteX1" fmla="*/ 21600 w 21623"/>
                <a:gd name="connsiteY1" fmla="*/ 15194 h 15427"/>
                <a:gd name="connsiteX2" fmla="*/ 21426 w 21623"/>
                <a:gd name="connsiteY2" fmla="*/ 13850 h 15427"/>
                <a:gd name="connsiteX3" fmla="*/ 0 w 21623"/>
                <a:gd name="connsiteY3" fmla="*/ 15194 h 15427"/>
                <a:gd name="connsiteX4" fmla="*/ 15353 w 21623"/>
                <a:gd name="connsiteY4" fmla="*/ 0 h 15427"/>
                <a:gd name="connsiteX0" fmla="*/ 15353 w 21721"/>
                <a:gd name="connsiteY0" fmla="*/ 0 h 15427"/>
                <a:gd name="connsiteX1" fmla="*/ 21600 w 21721"/>
                <a:gd name="connsiteY1" fmla="*/ 15194 h 15427"/>
                <a:gd name="connsiteX2" fmla="*/ 21513 w 21721"/>
                <a:gd name="connsiteY2" fmla="*/ 13993 h 15427"/>
                <a:gd name="connsiteX0" fmla="*/ 15353 w 21721"/>
                <a:gd name="connsiteY0" fmla="*/ 0 h 15427"/>
                <a:gd name="connsiteX1" fmla="*/ 21721 w 21721"/>
                <a:gd name="connsiteY1" fmla="*/ 13593 h 15427"/>
                <a:gd name="connsiteX2" fmla="*/ 21426 w 21721"/>
                <a:gd name="connsiteY2" fmla="*/ 13850 h 15427"/>
                <a:gd name="connsiteX3" fmla="*/ 0 w 21721"/>
                <a:gd name="connsiteY3" fmla="*/ 15194 h 15427"/>
                <a:gd name="connsiteX4" fmla="*/ 15353 w 21721"/>
                <a:gd name="connsiteY4" fmla="*/ 0 h 15427"/>
                <a:gd name="connsiteX0" fmla="*/ 15353 w 21721"/>
                <a:gd name="connsiteY0" fmla="*/ 0 h 15417"/>
                <a:gd name="connsiteX1" fmla="*/ 21522 w 21721"/>
                <a:gd name="connsiteY1" fmla="*/ 13841 h 15417"/>
                <a:gd name="connsiteX2" fmla="*/ 21513 w 21721"/>
                <a:gd name="connsiteY2" fmla="*/ 13993 h 15417"/>
                <a:gd name="connsiteX0" fmla="*/ 15353 w 21721"/>
                <a:gd name="connsiteY0" fmla="*/ 0 h 15417"/>
                <a:gd name="connsiteX1" fmla="*/ 21721 w 21721"/>
                <a:gd name="connsiteY1" fmla="*/ 13593 h 15417"/>
                <a:gd name="connsiteX2" fmla="*/ 21426 w 21721"/>
                <a:gd name="connsiteY2" fmla="*/ 13850 h 15417"/>
                <a:gd name="connsiteX3" fmla="*/ 0 w 21721"/>
                <a:gd name="connsiteY3" fmla="*/ 15194 h 15417"/>
                <a:gd name="connsiteX4" fmla="*/ 15353 w 21721"/>
                <a:gd name="connsiteY4" fmla="*/ 0 h 15417"/>
                <a:gd name="connsiteX0" fmla="*/ 15353 w 21594"/>
                <a:gd name="connsiteY0" fmla="*/ 0 h 15417"/>
                <a:gd name="connsiteX1" fmla="*/ 21522 w 21594"/>
                <a:gd name="connsiteY1" fmla="*/ 13841 h 15417"/>
                <a:gd name="connsiteX2" fmla="*/ 21513 w 21594"/>
                <a:gd name="connsiteY2" fmla="*/ 13993 h 15417"/>
                <a:gd name="connsiteX0" fmla="*/ 15353 w 21594"/>
                <a:gd name="connsiteY0" fmla="*/ 0 h 15417"/>
                <a:gd name="connsiteX1" fmla="*/ 20639 w 21594"/>
                <a:gd name="connsiteY1" fmla="*/ 8692 h 15417"/>
                <a:gd name="connsiteX2" fmla="*/ 21426 w 21594"/>
                <a:gd name="connsiteY2" fmla="*/ 13850 h 15417"/>
                <a:gd name="connsiteX3" fmla="*/ 0 w 21594"/>
                <a:gd name="connsiteY3" fmla="*/ 15194 h 15417"/>
                <a:gd name="connsiteX4" fmla="*/ 15353 w 21594"/>
                <a:gd name="connsiteY4" fmla="*/ 0 h 15417"/>
                <a:gd name="connsiteX0" fmla="*/ 15353 w 21594"/>
                <a:gd name="connsiteY0" fmla="*/ 0 h 15417"/>
                <a:gd name="connsiteX1" fmla="*/ 21522 w 21594"/>
                <a:gd name="connsiteY1" fmla="*/ 13841 h 15417"/>
                <a:gd name="connsiteX2" fmla="*/ 21513 w 21594"/>
                <a:gd name="connsiteY2" fmla="*/ 13993 h 15417"/>
                <a:gd name="connsiteX0" fmla="*/ 15353 w 21594"/>
                <a:gd name="connsiteY0" fmla="*/ 0 h 15417"/>
                <a:gd name="connsiteX1" fmla="*/ 20639 w 21594"/>
                <a:gd name="connsiteY1" fmla="*/ 8692 h 15417"/>
                <a:gd name="connsiteX2" fmla="*/ 21426 w 21594"/>
                <a:gd name="connsiteY2" fmla="*/ 13850 h 15417"/>
                <a:gd name="connsiteX3" fmla="*/ 0 w 21594"/>
                <a:gd name="connsiteY3" fmla="*/ 15194 h 15417"/>
                <a:gd name="connsiteX4" fmla="*/ 15353 w 21594"/>
                <a:gd name="connsiteY4" fmla="*/ 0 h 15417"/>
                <a:gd name="connsiteX0" fmla="*/ 15353 w 22121"/>
                <a:gd name="connsiteY0" fmla="*/ 3 h 15420"/>
                <a:gd name="connsiteX1" fmla="*/ 21522 w 22121"/>
                <a:gd name="connsiteY1" fmla="*/ 13844 h 15420"/>
                <a:gd name="connsiteX2" fmla="*/ 21513 w 22121"/>
                <a:gd name="connsiteY2" fmla="*/ 13996 h 15420"/>
                <a:gd name="connsiteX0" fmla="*/ 15353 w 22121"/>
                <a:gd name="connsiteY0" fmla="*/ 3 h 15420"/>
                <a:gd name="connsiteX1" fmla="*/ 21426 w 22121"/>
                <a:gd name="connsiteY1" fmla="*/ 13853 h 15420"/>
                <a:gd name="connsiteX2" fmla="*/ 0 w 22121"/>
                <a:gd name="connsiteY2" fmla="*/ 15197 h 15420"/>
                <a:gd name="connsiteX3" fmla="*/ 15353 w 22121"/>
                <a:gd name="connsiteY3" fmla="*/ 3 h 15420"/>
                <a:gd name="connsiteX0" fmla="*/ 15353 w 21594"/>
                <a:gd name="connsiteY0" fmla="*/ 7 h 15288"/>
                <a:gd name="connsiteX1" fmla="*/ 21522 w 21594"/>
                <a:gd name="connsiteY1" fmla="*/ 13848 h 15288"/>
                <a:gd name="connsiteX2" fmla="*/ 21513 w 21594"/>
                <a:gd name="connsiteY2" fmla="*/ 14000 h 15288"/>
                <a:gd name="connsiteX0" fmla="*/ 15353 w 21594"/>
                <a:gd name="connsiteY0" fmla="*/ 7 h 15288"/>
                <a:gd name="connsiteX1" fmla="*/ 20462 w 21594"/>
                <a:gd name="connsiteY1" fmla="*/ 7173 h 15288"/>
                <a:gd name="connsiteX2" fmla="*/ 0 w 21594"/>
                <a:gd name="connsiteY2" fmla="*/ 15201 h 15288"/>
                <a:gd name="connsiteX3" fmla="*/ 15353 w 21594"/>
                <a:gd name="connsiteY3" fmla="*/ 7 h 15288"/>
                <a:gd name="connsiteX0" fmla="*/ 15353 w 21594"/>
                <a:gd name="connsiteY0" fmla="*/ 0 h 15194"/>
                <a:gd name="connsiteX1" fmla="*/ 21522 w 21594"/>
                <a:gd name="connsiteY1" fmla="*/ 13841 h 15194"/>
                <a:gd name="connsiteX2" fmla="*/ 21513 w 21594"/>
                <a:gd name="connsiteY2" fmla="*/ 13993 h 15194"/>
                <a:gd name="connsiteX0" fmla="*/ 15353 w 21594"/>
                <a:gd name="connsiteY0" fmla="*/ 0 h 15194"/>
                <a:gd name="connsiteX1" fmla="*/ 0 w 21594"/>
                <a:gd name="connsiteY1" fmla="*/ 15194 h 15194"/>
                <a:gd name="connsiteX2" fmla="*/ 15353 w 21594"/>
                <a:gd name="connsiteY2" fmla="*/ 0 h 15194"/>
                <a:gd name="connsiteX0" fmla="*/ 15353 w 21522"/>
                <a:gd name="connsiteY0" fmla="*/ 0 h 15194"/>
                <a:gd name="connsiteX1" fmla="*/ 21522 w 21522"/>
                <a:gd name="connsiteY1" fmla="*/ 13841 h 15194"/>
                <a:gd name="connsiteX2" fmla="*/ 19829 w 21522"/>
                <a:gd name="connsiteY2" fmla="*/ 5997 h 15194"/>
                <a:gd name="connsiteX0" fmla="*/ 15353 w 21522"/>
                <a:gd name="connsiteY0" fmla="*/ 0 h 15194"/>
                <a:gd name="connsiteX1" fmla="*/ 0 w 21522"/>
                <a:gd name="connsiteY1" fmla="*/ 15194 h 15194"/>
                <a:gd name="connsiteX2" fmla="*/ 15353 w 21522"/>
                <a:gd name="connsiteY2" fmla="*/ 0 h 15194"/>
                <a:gd name="connsiteX0" fmla="*/ 15353 w 21522"/>
                <a:gd name="connsiteY0" fmla="*/ 0 h 15194"/>
                <a:gd name="connsiteX1" fmla="*/ 21522 w 21522"/>
                <a:gd name="connsiteY1" fmla="*/ 13841 h 15194"/>
                <a:gd name="connsiteX0" fmla="*/ 15353 w 21522"/>
                <a:gd name="connsiteY0" fmla="*/ 0 h 15194"/>
                <a:gd name="connsiteX1" fmla="*/ 0 w 21522"/>
                <a:gd name="connsiteY1" fmla="*/ 15194 h 15194"/>
                <a:gd name="connsiteX2" fmla="*/ 15353 w 21522"/>
                <a:gd name="connsiteY2" fmla="*/ 0 h 15194"/>
                <a:gd name="connsiteX0" fmla="*/ 15353 w 20160"/>
                <a:gd name="connsiteY0" fmla="*/ 0 h 15194"/>
                <a:gd name="connsiteX1" fmla="*/ 20160 w 20160"/>
                <a:gd name="connsiteY1" fmla="*/ 7460 h 15194"/>
                <a:gd name="connsiteX0" fmla="*/ 15353 w 20160"/>
                <a:gd name="connsiteY0" fmla="*/ 0 h 15194"/>
                <a:gd name="connsiteX1" fmla="*/ 0 w 20160"/>
                <a:gd name="connsiteY1" fmla="*/ 15194 h 15194"/>
                <a:gd name="connsiteX2" fmla="*/ 15353 w 20160"/>
                <a:gd name="connsiteY2" fmla="*/ 0 h 15194"/>
                <a:gd name="connsiteX0" fmla="*/ 15353 w 21385"/>
                <a:gd name="connsiteY0" fmla="*/ 0 h 15194"/>
                <a:gd name="connsiteX1" fmla="*/ 21385 w 21385"/>
                <a:gd name="connsiteY1" fmla="*/ 13957 h 15194"/>
                <a:gd name="connsiteX0" fmla="*/ 15353 w 21385"/>
                <a:gd name="connsiteY0" fmla="*/ 0 h 15194"/>
                <a:gd name="connsiteX1" fmla="*/ 0 w 21385"/>
                <a:gd name="connsiteY1" fmla="*/ 15194 h 15194"/>
                <a:gd name="connsiteX2" fmla="*/ 15353 w 21385"/>
                <a:gd name="connsiteY2" fmla="*/ 0 h 15194"/>
                <a:gd name="connsiteX0" fmla="*/ 15353 w 21385"/>
                <a:gd name="connsiteY0" fmla="*/ 0 h 15194"/>
                <a:gd name="connsiteX1" fmla="*/ 19659 w 21385"/>
                <a:gd name="connsiteY1" fmla="*/ 6045 h 15194"/>
                <a:gd name="connsiteX2" fmla="*/ 21385 w 21385"/>
                <a:gd name="connsiteY2" fmla="*/ 13957 h 15194"/>
                <a:gd name="connsiteX0" fmla="*/ 15353 w 21385"/>
                <a:gd name="connsiteY0" fmla="*/ 0 h 15194"/>
                <a:gd name="connsiteX1" fmla="*/ 0 w 21385"/>
                <a:gd name="connsiteY1" fmla="*/ 15194 h 15194"/>
                <a:gd name="connsiteX2" fmla="*/ 15353 w 21385"/>
                <a:gd name="connsiteY2" fmla="*/ 0 h 15194"/>
                <a:gd name="connsiteX0" fmla="*/ 15353 w 21385"/>
                <a:gd name="connsiteY0" fmla="*/ 0 h 15194"/>
                <a:gd name="connsiteX1" fmla="*/ 19659 w 21385"/>
                <a:gd name="connsiteY1" fmla="*/ 6045 h 15194"/>
                <a:gd name="connsiteX2" fmla="*/ 21385 w 21385"/>
                <a:gd name="connsiteY2" fmla="*/ 13957 h 15194"/>
                <a:gd name="connsiteX0" fmla="*/ 15353 w 21385"/>
                <a:gd name="connsiteY0" fmla="*/ 0 h 15194"/>
                <a:gd name="connsiteX1" fmla="*/ 0 w 21385"/>
                <a:gd name="connsiteY1" fmla="*/ 15194 h 15194"/>
                <a:gd name="connsiteX2" fmla="*/ 15353 w 21385"/>
                <a:gd name="connsiteY2" fmla="*/ 0 h 15194"/>
                <a:gd name="connsiteX0" fmla="*/ 15353 w 21385"/>
                <a:gd name="connsiteY0" fmla="*/ 0 h 15194"/>
                <a:gd name="connsiteX1" fmla="*/ 19659 w 21385"/>
                <a:gd name="connsiteY1" fmla="*/ 6045 h 15194"/>
                <a:gd name="connsiteX2" fmla="*/ 21385 w 21385"/>
                <a:gd name="connsiteY2" fmla="*/ 13957 h 15194"/>
                <a:gd name="connsiteX0" fmla="*/ 15353 w 21385"/>
                <a:gd name="connsiteY0" fmla="*/ 0 h 15194"/>
                <a:gd name="connsiteX1" fmla="*/ 0 w 21385"/>
                <a:gd name="connsiteY1" fmla="*/ 15194 h 15194"/>
                <a:gd name="connsiteX2" fmla="*/ 15353 w 21385"/>
                <a:gd name="connsiteY2" fmla="*/ 0 h 15194"/>
                <a:gd name="connsiteX0" fmla="*/ 15353 w 21385"/>
                <a:gd name="connsiteY0" fmla="*/ 0 h 15194"/>
                <a:gd name="connsiteX1" fmla="*/ 19659 w 21385"/>
                <a:gd name="connsiteY1" fmla="*/ 6045 h 15194"/>
                <a:gd name="connsiteX2" fmla="*/ 21385 w 21385"/>
                <a:gd name="connsiteY2" fmla="*/ 13957 h 15194"/>
                <a:gd name="connsiteX0" fmla="*/ 15227 w 21385"/>
                <a:gd name="connsiteY0" fmla="*/ 5380 h 15194"/>
                <a:gd name="connsiteX1" fmla="*/ 0 w 21385"/>
                <a:gd name="connsiteY1" fmla="*/ 15194 h 15194"/>
                <a:gd name="connsiteX2" fmla="*/ 15227 w 21385"/>
                <a:gd name="connsiteY2" fmla="*/ 5380 h 15194"/>
                <a:gd name="connsiteX0" fmla="*/ 15137 w 21385"/>
                <a:gd name="connsiteY0" fmla="*/ 329 h 9814"/>
                <a:gd name="connsiteX1" fmla="*/ 19659 w 21385"/>
                <a:gd name="connsiteY1" fmla="*/ 665 h 9814"/>
                <a:gd name="connsiteX2" fmla="*/ 21385 w 21385"/>
                <a:gd name="connsiteY2" fmla="*/ 8577 h 9814"/>
                <a:gd name="connsiteX0" fmla="*/ 15227 w 21385"/>
                <a:gd name="connsiteY0" fmla="*/ 0 h 9814"/>
                <a:gd name="connsiteX1" fmla="*/ 0 w 21385"/>
                <a:gd name="connsiteY1" fmla="*/ 9814 h 9814"/>
                <a:gd name="connsiteX2" fmla="*/ 15227 w 21385"/>
                <a:gd name="connsiteY2" fmla="*/ 0 h 9814"/>
                <a:gd name="connsiteX0" fmla="*/ 7078 w 10019"/>
                <a:gd name="connsiteY0" fmla="*/ 335 h 10000"/>
                <a:gd name="connsiteX1" fmla="*/ 9683 w 10019"/>
                <a:gd name="connsiteY1" fmla="*/ 4227 h 10000"/>
                <a:gd name="connsiteX2" fmla="*/ 10000 w 10019"/>
                <a:gd name="connsiteY2" fmla="*/ 8740 h 10000"/>
                <a:gd name="connsiteX0" fmla="*/ 7120 w 10019"/>
                <a:gd name="connsiteY0" fmla="*/ 0 h 10000"/>
                <a:gd name="connsiteX1" fmla="*/ 0 w 10019"/>
                <a:gd name="connsiteY1" fmla="*/ 10000 h 10000"/>
                <a:gd name="connsiteX2" fmla="*/ 7120 w 10019"/>
                <a:gd name="connsiteY2" fmla="*/ 0 h 10000"/>
                <a:gd name="connsiteX0" fmla="*/ 7078 w 10162"/>
                <a:gd name="connsiteY0" fmla="*/ 335 h 10000"/>
                <a:gd name="connsiteX1" fmla="*/ 9683 w 10162"/>
                <a:gd name="connsiteY1" fmla="*/ 4227 h 10000"/>
                <a:gd name="connsiteX2" fmla="*/ 10000 w 10162"/>
                <a:gd name="connsiteY2" fmla="*/ 8740 h 10000"/>
                <a:gd name="connsiteX0" fmla="*/ 7120 w 10162"/>
                <a:gd name="connsiteY0" fmla="*/ 0 h 10000"/>
                <a:gd name="connsiteX1" fmla="*/ 0 w 10162"/>
                <a:gd name="connsiteY1" fmla="*/ 10000 h 10000"/>
                <a:gd name="connsiteX2" fmla="*/ 7120 w 10162"/>
                <a:gd name="connsiteY2" fmla="*/ 0 h 10000"/>
                <a:gd name="connsiteX0" fmla="*/ 7078 w 10000"/>
                <a:gd name="connsiteY0" fmla="*/ 335 h 10000"/>
                <a:gd name="connsiteX1" fmla="*/ 9683 w 10000"/>
                <a:gd name="connsiteY1" fmla="*/ 4227 h 10000"/>
                <a:gd name="connsiteX2" fmla="*/ 10000 w 10000"/>
                <a:gd name="connsiteY2" fmla="*/ 8740 h 10000"/>
                <a:gd name="connsiteX0" fmla="*/ 7120 w 10000"/>
                <a:gd name="connsiteY0" fmla="*/ 0 h 10000"/>
                <a:gd name="connsiteX1" fmla="*/ 0 w 10000"/>
                <a:gd name="connsiteY1" fmla="*/ 10000 h 10000"/>
                <a:gd name="connsiteX2" fmla="*/ 7120 w 10000"/>
                <a:gd name="connsiteY2" fmla="*/ 0 h 10000"/>
                <a:gd name="connsiteX0" fmla="*/ 7078 w 10000"/>
                <a:gd name="connsiteY0" fmla="*/ 335 h 10000"/>
                <a:gd name="connsiteX1" fmla="*/ 10000 w 10000"/>
                <a:gd name="connsiteY1" fmla="*/ 8740 h 10000"/>
                <a:gd name="connsiteX0" fmla="*/ 7120 w 10000"/>
                <a:gd name="connsiteY0" fmla="*/ 0 h 10000"/>
                <a:gd name="connsiteX1" fmla="*/ 0 w 10000"/>
                <a:gd name="connsiteY1" fmla="*/ 10000 h 10000"/>
                <a:gd name="connsiteX2" fmla="*/ 7120 w 10000"/>
                <a:gd name="connsiteY2" fmla="*/ 0 h 10000"/>
                <a:gd name="connsiteX0" fmla="*/ 7078 w 10948"/>
                <a:gd name="connsiteY0" fmla="*/ 335 h 11974"/>
                <a:gd name="connsiteX1" fmla="*/ 10948 w 10948"/>
                <a:gd name="connsiteY1"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10590 w 10948"/>
                <a:gd name="connsiteY1" fmla="*/ 10927 h 11974"/>
                <a:gd name="connsiteX2" fmla="*/ 10948 w 10948"/>
                <a:gd name="connsiteY2"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9214 w 10948"/>
                <a:gd name="connsiteY1" fmla="*/ 6793 h 11974"/>
                <a:gd name="connsiteX2" fmla="*/ 10590 w 10948"/>
                <a:gd name="connsiteY2" fmla="*/ 10927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9713 w 10948"/>
                <a:gd name="connsiteY1" fmla="*/ 6142 h 11974"/>
                <a:gd name="connsiteX2" fmla="*/ 10590 w 10948"/>
                <a:gd name="connsiteY2" fmla="*/ 10927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9713 w 10948"/>
                <a:gd name="connsiteY1" fmla="*/ 6142 h 11974"/>
                <a:gd name="connsiteX2" fmla="*/ 10833 w 10948"/>
                <a:gd name="connsiteY2" fmla="*/ 9085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9897 w 10948"/>
                <a:gd name="connsiteY1" fmla="*/ 9089 h 11974"/>
                <a:gd name="connsiteX2" fmla="*/ 10833 w 10948"/>
                <a:gd name="connsiteY2" fmla="*/ 9085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10248 w 10948"/>
                <a:gd name="connsiteY1" fmla="*/ 5690 h 11974"/>
                <a:gd name="connsiteX2" fmla="*/ 10833 w 10948"/>
                <a:gd name="connsiteY2" fmla="*/ 9085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74"/>
                <a:gd name="connsiteX1" fmla="*/ 10248 w 10948"/>
                <a:gd name="connsiteY1" fmla="*/ 5690 h 11974"/>
                <a:gd name="connsiteX2" fmla="*/ 10833 w 10948"/>
                <a:gd name="connsiteY2" fmla="*/ 9085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7078 w 10948"/>
                <a:gd name="connsiteY0" fmla="*/ 335 h 11981"/>
                <a:gd name="connsiteX1" fmla="*/ 10248 w 10948"/>
                <a:gd name="connsiteY1" fmla="*/ 5690 h 11981"/>
                <a:gd name="connsiteX2" fmla="*/ 10833 w 10948"/>
                <a:gd name="connsiteY2" fmla="*/ 9085 h 11981"/>
                <a:gd name="connsiteX3" fmla="*/ 10948 w 10948"/>
                <a:gd name="connsiteY3" fmla="*/ 11974 h 11981"/>
                <a:gd name="connsiteX0" fmla="*/ 7120 w 10948"/>
                <a:gd name="connsiteY0" fmla="*/ 0 h 11981"/>
                <a:gd name="connsiteX1" fmla="*/ 0 w 10948"/>
                <a:gd name="connsiteY1" fmla="*/ 10000 h 11981"/>
                <a:gd name="connsiteX2" fmla="*/ 7120 w 10948"/>
                <a:gd name="connsiteY2" fmla="*/ 0 h 11981"/>
                <a:gd name="connsiteX0" fmla="*/ 7078 w 10948"/>
                <a:gd name="connsiteY0" fmla="*/ 335 h 11981"/>
                <a:gd name="connsiteX1" fmla="*/ 10248 w 10948"/>
                <a:gd name="connsiteY1" fmla="*/ 5690 h 11981"/>
                <a:gd name="connsiteX2" fmla="*/ 10833 w 10948"/>
                <a:gd name="connsiteY2" fmla="*/ 9085 h 11981"/>
                <a:gd name="connsiteX3" fmla="*/ 10948 w 10948"/>
                <a:gd name="connsiteY3" fmla="*/ 11974 h 11981"/>
                <a:gd name="connsiteX0" fmla="*/ 7120 w 10948"/>
                <a:gd name="connsiteY0" fmla="*/ 0 h 11981"/>
                <a:gd name="connsiteX1" fmla="*/ 0 w 10948"/>
                <a:gd name="connsiteY1" fmla="*/ 10000 h 11981"/>
                <a:gd name="connsiteX2" fmla="*/ 7120 w 10948"/>
                <a:gd name="connsiteY2" fmla="*/ 0 h 11981"/>
                <a:gd name="connsiteX0" fmla="*/ 7078 w 10948"/>
                <a:gd name="connsiteY0" fmla="*/ 335 h 11981"/>
                <a:gd name="connsiteX1" fmla="*/ 10248 w 10948"/>
                <a:gd name="connsiteY1" fmla="*/ 5690 h 11981"/>
                <a:gd name="connsiteX2" fmla="*/ 10833 w 10948"/>
                <a:gd name="connsiteY2" fmla="*/ 9085 h 11981"/>
                <a:gd name="connsiteX3" fmla="*/ 10948 w 10948"/>
                <a:gd name="connsiteY3" fmla="*/ 11974 h 11981"/>
                <a:gd name="connsiteX0" fmla="*/ 7120 w 10948"/>
                <a:gd name="connsiteY0" fmla="*/ 0 h 11981"/>
                <a:gd name="connsiteX1" fmla="*/ 0 w 10948"/>
                <a:gd name="connsiteY1" fmla="*/ 10000 h 11981"/>
                <a:gd name="connsiteX2" fmla="*/ 7120 w 10948"/>
                <a:gd name="connsiteY2" fmla="*/ 0 h 11981"/>
                <a:gd name="connsiteX0" fmla="*/ 7078 w 10948"/>
                <a:gd name="connsiteY0" fmla="*/ 335 h 11974"/>
                <a:gd name="connsiteX1" fmla="*/ 10248 w 10948"/>
                <a:gd name="connsiteY1" fmla="*/ 5690 h 11974"/>
                <a:gd name="connsiteX2" fmla="*/ 10833 w 10948"/>
                <a:gd name="connsiteY2" fmla="*/ 9085 h 11974"/>
                <a:gd name="connsiteX3" fmla="*/ 10948 w 10948"/>
                <a:gd name="connsiteY3" fmla="*/ 11974 h 11974"/>
                <a:gd name="connsiteX0" fmla="*/ 7120 w 10948"/>
                <a:gd name="connsiteY0" fmla="*/ 0 h 11974"/>
                <a:gd name="connsiteX1" fmla="*/ 0 w 10948"/>
                <a:gd name="connsiteY1" fmla="*/ 10000 h 11974"/>
                <a:gd name="connsiteX2" fmla="*/ 7120 w 10948"/>
                <a:gd name="connsiteY2" fmla="*/ 0 h 11974"/>
                <a:gd name="connsiteX0" fmla="*/ 32 w 3902"/>
                <a:gd name="connsiteY0" fmla="*/ 5783 h 17422"/>
                <a:gd name="connsiteX1" fmla="*/ 3202 w 3902"/>
                <a:gd name="connsiteY1" fmla="*/ 11138 h 17422"/>
                <a:gd name="connsiteX2" fmla="*/ 3787 w 3902"/>
                <a:gd name="connsiteY2" fmla="*/ 14533 h 17422"/>
                <a:gd name="connsiteX3" fmla="*/ 3902 w 3902"/>
                <a:gd name="connsiteY3" fmla="*/ 17422 h 17422"/>
                <a:gd name="connsiteX0" fmla="*/ 74 w 3902"/>
                <a:gd name="connsiteY0" fmla="*/ 5448 h 17422"/>
                <a:gd name="connsiteX1" fmla="*/ 0 w 3902"/>
                <a:gd name="connsiteY1" fmla="*/ 0 h 17422"/>
                <a:gd name="connsiteX2" fmla="*/ 74 w 3902"/>
                <a:gd name="connsiteY2" fmla="*/ 5448 h 17422"/>
                <a:gd name="connsiteX0" fmla="*/ 122 w 10040"/>
                <a:gd name="connsiteY0" fmla="*/ 3717 h 10398"/>
                <a:gd name="connsiteX1" fmla="*/ 8246 w 10040"/>
                <a:gd name="connsiteY1" fmla="*/ 6791 h 10398"/>
                <a:gd name="connsiteX2" fmla="*/ 9745 w 10040"/>
                <a:gd name="connsiteY2" fmla="*/ 8740 h 10398"/>
                <a:gd name="connsiteX3" fmla="*/ 10040 w 10040"/>
                <a:gd name="connsiteY3" fmla="*/ 10398 h 10398"/>
                <a:gd name="connsiteX0" fmla="*/ 230 w 10040"/>
                <a:gd name="connsiteY0" fmla="*/ 3525 h 10398"/>
                <a:gd name="connsiteX1" fmla="*/ 40 w 10040"/>
                <a:gd name="connsiteY1" fmla="*/ 398 h 10398"/>
                <a:gd name="connsiteX2" fmla="*/ 15 w 10040"/>
                <a:gd name="connsiteY2" fmla="*/ 385 h 10398"/>
                <a:gd name="connsiteX3" fmla="*/ 230 w 10040"/>
                <a:gd name="connsiteY3" fmla="*/ 3525 h 10398"/>
                <a:gd name="connsiteX0" fmla="*/ 83 w 10001"/>
                <a:gd name="connsiteY0" fmla="*/ 3457 h 10138"/>
                <a:gd name="connsiteX1" fmla="*/ 8207 w 10001"/>
                <a:gd name="connsiteY1" fmla="*/ 6531 h 10138"/>
                <a:gd name="connsiteX2" fmla="*/ 9706 w 10001"/>
                <a:gd name="connsiteY2" fmla="*/ 8480 h 10138"/>
                <a:gd name="connsiteX3" fmla="*/ 10001 w 10001"/>
                <a:gd name="connsiteY3" fmla="*/ 10138 h 10138"/>
                <a:gd name="connsiteX0" fmla="*/ 191 w 10001"/>
                <a:gd name="connsiteY0" fmla="*/ 3265 h 10138"/>
                <a:gd name="connsiteX1" fmla="*/ 1 w 10001"/>
                <a:gd name="connsiteY1" fmla="*/ 138 h 10138"/>
                <a:gd name="connsiteX2" fmla="*/ 8269 w 10001"/>
                <a:gd name="connsiteY2" fmla="*/ 1239 h 10138"/>
                <a:gd name="connsiteX3" fmla="*/ 191 w 10001"/>
                <a:gd name="connsiteY3" fmla="*/ 3265 h 10138"/>
                <a:gd name="connsiteX0" fmla="*/ 82 w 10000"/>
                <a:gd name="connsiteY0" fmla="*/ 3319 h 10000"/>
                <a:gd name="connsiteX1" fmla="*/ 8206 w 10000"/>
                <a:gd name="connsiteY1" fmla="*/ 6393 h 10000"/>
                <a:gd name="connsiteX2" fmla="*/ 9705 w 10000"/>
                <a:gd name="connsiteY2" fmla="*/ 8342 h 10000"/>
                <a:gd name="connsiteX3" fmla="*/ 10000 w 10000"/>
                <a:gd name="connsiteY3" fmla="*/ 10000 h 10000"/>
                <a:gd name="connsiteX0" fmla="*/ 190 w 10000"/>
                <a:gd name="connsiteY0" fmla="*/ 3127 h 10000"/>
                <a:gd name="connsiteX1" fmla="*/ 0 w 10000"/>
                <a:gd name="connsiteY1" fmla="*/ 0 h 10000"/>
                <a:gd name="connsiteX2" fmla="*/ 190 w 10000"/>
                <a:gd name="connsiteY2" fmla="*/ 3127 h 10000"/>
                <a:gd name="connsiteX0" fmla="*/ 0 w 9918"/>
                <a:gd name="connsiteY0" fmla="*/ 1647 h 8328"/>
                <a:gd name="connsiteX1" fmla="*/ 8124 w 9918"/>
                <a:gd name="connsiteY1" fmla="*/ 4721 h 8328"/>
                <a:gd name="connsiteX2" fmla="*/ 9623 w 9918"/>
                <a:gd name="connsiteY2" fmla="*/ 6670 h 8328"/>
                <a:gd name="connsiteX3" fmla="*/ 9918 w 9918"/>
                <a:gd name="connsiteY3" fmla="*/ 8328 h 8328"/>
                <a:gd name="connsiteX0" fmla="*/ 108 w 9918"/>
                <a:gd name="connsiteY0" fmla="*/ 1455 h 8328"/>
                <a:gd name="connsiteX1" fmla="*/ 7710 w 9918"/>
                <a:gd name="connsiteY1" fmla="*/ 0 h 8328"/>
                <a:gd name="connsiteX2" fmla="*/ 108 w 9918"/>
                <a:gd name="connsiteY2" fmla="*/ 1455 h 8328"/>
                <a:gd name="connsiteX0" fmla="*/ 0 w 13732"/>
                <a:gd name="connsiteY0" fmla="*/ 2050 h 10072"/>
                <a:gd name="connsiteX1" fmla="*/ 8191 w 13732"/>
                <a:gd name="connsiteY1" fmla="*/ 5741 h 10072"/>
                <a:gd name="connsiteX2" fmla="*/ 9703 w 13732"/>
                <a:gd name="connsiteY2" fmla="*/ 8081 h 10072"/>
                <a:gd name="connsiteX3" fmla="*/ 10000 w 13732"/>
                <a:gd name="connsiteY3" fmla="*/ 10072 h 10072"/>
                <a:gd name="connsiteX0" fmla="*/ 13732 w 13732"/>
                <a:gd name="connsiteY0" fmla="*/ 404 h 10072"/>
                <a:gd name="connsiteX1" fmla="*/ 7774 w 13732"/>
                <a:gd name="connsiteY1" fmla="*/ 72 h 10072"/>
                <a:gd name="connsiteX2" fmla="*/ 13732 w 13732"/>
                <a:gd name="connsiteY2" fmla="*/ 404 h 10072"/>
                <a:gd name="connsiteX0" fmla="*/ 0 w 10000"/>
                <a:gd name="connsiteY0" fmla="*/ 3326 h 11348"/>
                <a:gd name="connsiteX1" fmla="*/ 8191 w 10000"/>
                <a:gd name="connsiteY1" fmla="*/ 7017 h 11348"/>
                <a:gd name="connsiteX2" fmla="*/ 9703 w 10000"/>
                <a:gd name="connsiteY2" fmla="*/ 9357 h 11348"/>
                <a:gd name="connsiteX3" fmla="*/ 10000 w 10000"/>
                <a:gd name="connsiteY3" fmla="*/ 11348 h 11348"/>
                <a:gd name="connsiteX0" fmla="*/ 4992 w 10000"/>
                <a:gd name="connsiteY0" fmla="*/ 269 h 11348"/>
                <a:gd name="connsiteX1" fmla="*/ 7774 w 10000"/>
                <a:gd name="connsiteY1" fmla="*/ 1348 h 11348"/>
                <a:gd name="connsiteX2" fmla="*/ 4992 w 10000"/>
                <a:gd name="connsiteY2" fmla="*/ 269 h 11348"/>
                <a:gd name="connsiteX0" fmla="*/ 0 w 10000"/>
                <a:gd name="connsiteY0" fmla="*/ 3326 h 11348"/>
                <a:gd name="connsiteX1" fmla="*/ 8191 w 10000"/>
                <a:gd name="connsiteY1" fmla="*/ 7017 h 11348"/>
                <a:gd name="connsiteX2" fmla="*/ 9703 w 10000"/>
                <a:gd name="connsiteY2" fmla="*/ 9357 h 11348"/>
                <a:gd name="connsiteX3" fmla="*/ 10000 w 10000"/>
                <a:gd name="connsiteY3" fmla="*/ 11348 h 11348"/>
                <a:gd name="connsiteX0" fmla="*/ 4992 w 10000"/>
                <a:gd name="connsiteY0" fmla="*/ 269 h 11348"/>
                <a:gd name="connsiteX1" fmla="*/ 7774 w 10000"/>
                <a:gd name="connsiteY1" fmla="*/ 1348 h 11348"/>
                <a:gd name="connsiteX2" fmla="*/ 4992 w 10000"/>
                <a:gd name="connsiteY2" fmla="*/ 269 h 11348"/>
                <a:gd name="connsiteX0" fmla="*/ 0 w 10000"/>
                <a:gd name="connsiteY0" fmla="*/ 3714 h 11736"/>
                <a:gd name="connsiteX1" fmla="*/ 8191 w 10000"/>
                <a:gd name="connsiteY1" fmla="*/ 7405 h 11736"/>
                <a:gd name="connsiteX2" fmla="*/ 9703 w 10000"/>
                <a:gd name="connsiteY2" fmla="*/ 9745 h 11736"/>
                <a:gd name="connsiteX3" fmla="*/ 10000 w 10000"/>
                <a:gd name="connsiteY3" fmla="*/ 11736 h 11736"/>
                <a:gd name="connsiteX0" fmla="*/ 4992 w 10000"/>
                <a:gd name="connsiteY0" fmla="*/ 657 h 11736"/>
                <a:gd name="connsiteX1" fmla="*/ 7774 w 10000"/>
                <a:gd name="connsiteY1" fmla="*/ 1736 h 11736"/>
                <a:gd name="connsiteX2" fmla="*/ 4992 w 10000"/>
                <a:gd name="connsiteY2" fmla="*/ 657 h 11736"/>
                <a:gd name="connsiteX0" fmla="*/ 0 w 10000"/>
                <a:gd name="connsiteY0" fmla="*/ 3714 h 11736"/>
                <a:gd name="connsiteX1" fmla="*/ 8191 w 10000"/>
                <a:gd name="connsiteY1" fmla="*/ 7405 h 11736"/>
                <a:gd name="connsiteX2" fmla="*/ 9703 w 10000"/>
                <a:gd name="connsiteY2" fmla="*/ 9745 h 11736"/>
                <a:gd name="connsiteX3" fmla="*/ 10000 w 10000"/>
                <a:gd name="connsiteY3" fmla="*/ 11736 h 11736"/>
                <a:gd name="connsiteX0" fmla="*/ 4992 w 10000"/>
                <a:gd name="connsiteY0" fmla="*/ 657 h 11736"/>
                <a:gd name="connsiteX1" fmla="*/ 7774 w 10000"/>
                <a:gd name="connsiteY1" fmla="*/ 1736 h 11736"/>
                <a:gd name="connsiteX2" fmla="*/ 6244 w 10000"/>
                <a:gd name="connsiteY2" fmla="*/ 1354 h 11736"/>
                <a:gd name="connsiteX0" fmla="*/ 0 w 10000"/>
                <a:gd name="connsiteY0" fmla="*/ 3714 h 11736"/>
                <a:gd name="connsiteX1" fmla="*/ 8191 w 10000"/>
                <a:gd name="connsiteY1" fmla="*/ 7405 h 11736"/>
                <a:gd name="connsiteX2" fmla="*/ 9703 w 10000"/>
                <a:gd name="connsiteY2" fmla="*/ 9745 h 11736"/>
                <a:gd name="connsiteX3" fmla="*/ 10000 w 10000"/>
                <a:gd name="connsiteY3" fmla="*/ 11736 h 11736"/>
                <a:gd name="connsiteX0" fmla="*/ 4992 w 10000"/>
                <a:gd name="connsiteY0" fmla="*/ 657 h 11736"/>
                <a:gd name="connsiteX1" fmla="*/ 7774 w 10000"/>
                <a:gd name="connsiteY1" fmla="*/ 1736 h 11736"/>
                <a:gd name="connsiteX2" fmla="*/ 4820 w 10000"/>
                <a:gd name="connsiteY2" fmla="*/ 2968 h 11736"/>
                <a:gd name="connsiteX0" fmla="*/ 0 w 10000"/>
                <a:gd name="connsiteY0" fmla="*/ 3714 h 11736"/>
                <a:gd name="connsiteX1" fmla="*/ 8191 w 10000"/>
                <a:gd name="connsiteY1" fmla="*/ 7405 h 11736"/>
                <a:gd name="connsiteX2" fmla="*/ 9703 w 10000"/>
                <a:gd name="connsiteY2" fmla="*/ 9745 h 11736"/>
                <a:gd name="connsiteX3" fmla="*/ 10000 w 10000"/>
                <a:gd name="connsiteY3" fmla="*/ 11736 h 11736"/>
                <a:gd name="connsiteX0" fmla="*/ 4992 w 10000"/>
                <a:gd name="connsiteY0" fmla="*/ 657 h 11736"/>
                <a:gd name="connsiteX1" fmla="*/ 7774 w 10000"/>
                <a:gd name="connsiteY1" fmla="*/ 1736 h 11736"/>
                <a:gd name="connsiteX2" fmla="*/ 4820 w 10000"/>
                <a:gd name="connsiteY2" fmla="*/ 2968 h 11736"/>
                <a:gd name="connsiteX0" fmla="*/ 0 w 10000"/>
                <a:gd name="connsiteY0" fmla="*/ 3714 h 11736"/>
                <a:gd name="connsiteX1" fmla="*/ 8191 w 10000"/>
                <a:gd name="connsiteY1" fmla="*/ 7405 h 11736"/>
                <a:gd name="connsiteX2" fmla="*/ 9703 w 10000"/>
                <a:gd name="connsiteY2" fmla="*/ 9745 h 11736"/>
                <a:gd name="connsiteX3" fmla="*/ 10000 w 10000"/>
                <a:gd name="connsiteY3" fmla="*/ 11736 h 11736"/>
                <a:gd name="connsiteX0" fmla="*/ 4992 w 10000"/>
                <a:gd name="connsiteY0" fmla="*/ 657 h 11736"/>
                <a:gd name="connsiteX1" fmla="*/ 7774 w 10000"/>
                <a:gd name="connsiteY1" fmla="*/ 1736 h 11736"/>
                <a:gd name="connsiteX2" fmla="*/ 155 w 10000"/>
                <a:gd name="connsiteY2" fmla="*/ 3704 h 11736"/>
                <a:gd name="connsiteX0" fmla="*/ 0 w 10000"/>
                <a:gd name="connsiteY0" fmla="*/ 3057 h 11079"/>
                <a:gd name="connsiteX1" fmla="*/ 8191 w 10000"/>
                <a:gd name="connsiteY1" fmla="*/ 6748 h 11079"/>
                <a:gd name="connsiteX2" fmla="*/ 9703 w 10000"/>
                <a:gd name="connsiteY2" fmla="*/ 9088 h 11079"/>
                <a:gd name="connsiteX3" fmla="*/ 10000 w 10000"/>
                <a:gd name="connsiteY3" fmla="*/ 11079 h 11079"/>
                <a:gd name="connsiteX0" fmla="*/ 4992 w 10000"/>
                <a:gd name="connsiteY0" fmla="*/ 0 h 11079"/>
                <a:gd name="connsiteX1" fmla="*/ 155 w 10000"/>
                <a:gd name="connsiteY1" fmla="*/ 3047 h 11079"/>
                <a:gd name="connsiteX0" fmla="*/ 92 w 10092"/>
                <a:gd name="connsiteY0" fmla="*/ 3866 h 11888"/>
                <a:gd name="connsiteX1" fmla="*/ 8283 w 10092"/>
                <a:gd name="connsiteY1" fmla="*/ 7557 h 11888"/>
                <a:gd name="connsiteX2" fmla="*/ 9795 w 10092"/>
                <a:gd name="connsiteY2" fmla="*/ 9897 h 11888"/>
                <a:gd name="connsiteX3" fmla="*/ 10092 w 10092"/>
                <a:gd name="connsiteY3" fmla="*/ 11888 h 11888"/>
                <a:gd name="connsiteX0" fmla="*/ 0 w 10092"/>
                <a:gd name="connsiteY0" fmla="*/ 0 h 11888"/>
                <a:gd name="connsiteX1" fmla="*/ 247 w 10092"/>
                <a:gd name="connsiteY1" fmla="*/ 3856 h 11888"/>
                <a:gd name="connsiteX0" fmla="*/ 92 w 9795"/>
                <a:gd name="connsiteY0" fmla="*/ 3866 h 11960"/>
                <a:gd name="connsiteX1" fmla="*/ 8283 w 9795"/>
                <a:gd name="connsiteY1" fmla="*/ 7557 h 11960"/>
                <a:gd name="connsiteX2" fmla="*/ 9795 w 9795"/>
                <a:gd name="connsiteY2" fmla="*/ 9897 h 11960"/>
                <a:gd name="connsiteX3" fmla="*/ 9614 w 9795"/>
                <a:gd name="connsiteY3" fmla="*/ 11960 h 11960"/>
                <a:gd name="connsiteX0" fmla="*/ 0 w 9795"/>
                <a:gd name="connsiteY0" fmla="*/ 0 h 11960"/>
                <a:gd name="connsiteX1" fmla="*/ 247 w 9795"/>
                <a:gd name="connsiteY1" fmla="*/ 3856 h 11960"/>
              </a:gdLst>
              <a:ahLst/>
              <a:cxnLst>
                <a:cxn ang="0">
                  <a:pos x="connsiteX0" y="connsiteY0"/>
                </a:cxn>
                <a:cxn ang="0">
                  <a:pos x="connsiteX1" y="connsiteY1"/>
                </a:cxn>
              </a:cxnLst>
              <a:rect l="l" t="t" r="r" b="b"/>
              <a:pathLst>
                <a:path w="9795" h="11960" fill="none" extrusionOk="0">
                  <a:moveTo>
                    <a:pt x="92" y="3866"/>
                  </a:moveTo>
                  <a:cubicBezTo>
                    <a:pt x="2823" y="5096"/>
                    <a:pt x="5945" y="5217"/>
                    <a:pt x="8283" y="7557"/>
                  </a:cubicBezTo>
                  <a:cubicBezTo>
                    <a:pt x="9022" y="8513"/>
                    <a:pt x="9291" y="9117"/>
                    <a:pt x="9795" y="9897"/>
                  </a:cubicBezTo>
                  <a:cubicBezTo>
                    <a:pt x="8797" y="10732"/>
                    <a:pt x="8619" y="11411"/>
                    <a:pt x="9614" y="11960"/>
                  </a:cubicBezTo>
                </a:path>
                <a:path w="9795" h="11960" stroke="0" extrusionOk="0">
                  <a:moveTo>
                    <a:pt x="0" y="0"/>
                  </a:moveTo>
                  <a:cubicBezTo>
                    <a:pt x="82" y="1285"/>
                    <a:pt x="165" y="2571"/>
                    <a:pt x="247" y="3856"/>
                  </a:cubicBez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60" name="Arc 156"/>
            <p:cNvSpPr>
              <a:spLocks/>
            </p:cNvSpPr>
            <p:nvPr/>
          </p:nvSpPr>
          <p:spPr bwMode="auto">
            <a:xfrm rot="19871066" flipV="1">
              <a:off x="7380661" y="3909840"/>
              <a:ext cx="614359" cy="801254"/>
            </a:xfrm>
            <a:custGeom>
              <a:avLst/>
              <a:gdLst>
                <a:gd name="G0" fmla="+- 0 0 0"/>
                <a:gd name="G1" fmla="+- 13913 0 0"/>
                <a:gd name="G2" fmla="+- 21600 0 0"/>
                <a:gd name="T0" fmla="*/ 16523 w 21600"/>
                <a:gd name="T1" fmla="*/ 0 h 17492"/>
                <a:gd name="T2" fmla="*/ 21302 w 21600"/>
                <a:gd name="T3" fmla="*/ 17492 h 17492"/>
                <a:gd name="T4" fmla="*/ 0 w 21600"/>
                <a:gd name="T5" fmla="*/ 13913 h 17492"/>
                <a:gd name="connsiteX0" fmla="*/ 16522 w 23327"/>
                <a:gd name="connsiteY0" fmla="*/ 0 h 17563"/>
                <a:gd name="connsiteX1" fmla="*/ 21600 w 23327"/>
                <a:gd name="connsiteY1" fmla="*/ 13913 h 17563"/>
                <a:gd name="connsiteX2" fmla="*/ 21301 w 23327"/>
                <a:gd name="connsiteY2" fmla="*/ 17491 h 17563"/>
                <a:gd name="connsiteX0" fmla="*/ 16522 w 23327"/>
                <a:gd name="connsiteY0" fmla="*/ 0 h 17563"/>
                <a:gd name="connsiteX1" fmla="*/ 21600 w 23327"/>
                <a:gd name="connsiteY1" fmla="*/ 13913 h 17563"/>
                <a:gd name="connsiteX2" fmla="*/ 23313 w 23327"/>
                <a:gd name="connsiteY2" fmla="*/ 17563 h 17563"/>
                <a:gd name="connsiteX3" fmla="*/ 0 w 23327"/>
                <a:gd name="connsiteY3" fmla="*/ 13913 h 17563"/>
                <a:gd name="connsiteX4" fmla="*/ 16522 w 23327"/>
                <a:gd name="connsiteY4" fmla="*/ 0 h 17563"/>
                <a:gd name="connsiteX0" fmla="*/ 16522 w 23337"/>
                <a:gd name="connsiteY0" fmla="*/ 0 h 17563"/>
                <a:gd name="connsiteX1" fmla="*/ 21600 w 23337"/>
                <a:gd name="connsiteY1" fmla="*/ 13913 h 17563"/>
                <a:gd name="connsiteX2" fmla="*/ 21301 w 23337"/>
                <a:gd name="connsiteY2" fmla="*/ 17491 h 17563"/>
                <a:gd name="connsiteX0" fmla="*/ 16522 w 23337"/>
                <a:gd name="connsiteY0" fmla="*/ 0 h 17563"/>
                <a:gd name="connsiteX1" fmla="*/ 22432 w 23337"/>
                <a:gd name="connsiteY1" fmla="*/ 13475 h 17563"/>
                <a:gd name="connsiteX2" fmla="*/ 23313 w 23337"/>
                <a:gd name="connsiteY2" fmla="*/ 17563 h 17563"/>
                <a:gd name="connsiteX3" fmla="*/ 0 w 23337"/>
                <a:gd name="connsiteY3" fmla="*/ 13913 h 17563"/>
                <a:gd name="connsiteX4" fmla="*/ 16522 w 23337"/>
                <a:gd name="connsiteY4" fmla="*/ 0 h 17563"/>
                <a:gd name="connsiteX0" fmla="*/ 16522 w 23337"/>
                <a:gd name="connsiteY0" fmla="*/ 0 h 17563"/>
                <a:gd name="connsiteX1" fmla="*/ 21600 w 23337"/>
                <a:gd name="connsiteY1" fmla="*/ 13913 h 17563"/>
                <a:gd name="connsiteX2" fmla="*/ 21301 w 23337"/>
                <a:gd name="connsiteY2" fmla="*/ 17491 h 17563"/>
                <a:gd name="connsiteX0" fmla="*/ 16522 w 23337"/>
                <a:gd name="connsiteY0" fmla="*/ 0 h 17563"/>
                <a:gd name="connsiteX1" fmla="*/ 22432 w 23337"/>
                <a:gd name="connsiteY1" fmla="*/ 13475 h 17563"/>
                <a:gd name="connsiteX2" fmla="*/ 23313 w 23337"/>
                <a:gd name="connsiteY2" fmla="*/ 17563 h 17563"/>
                <a:gd name="connsiteX3" fmla="*/ 0 w 23337"/>
                <a:gd name="connsiteY3" fmla="*/ 13913 h 17563"/>
                <a:gd name="connsiteX4" fmla="*/ 16522 w 23337"/>
                <a:gd name="connsiteY4" fmla="*/ 0 h 17563"/>
                <a:gd name="connsiteX0" fmla="*/ 16522 w 23337"/>
                <a:gd name="connsiteY0" fmla="*/ 499 h 18062"/>
                <a:gd name="connsiteX1" fmla="*/ 21600 w 23337"/>
                <a:gd name="connsiteY1" fmla="*/ 14412 h 18062"/>
                <a:gd name="connsiteX2" fmla="*/ 21301 w 23337"/>
                <a:gd name="connsiteY2" fmla="*/ 17990 h 18062"/>
                <a:gd name="connsiteX0" fmla="*/ 16522 w 23337"/>
                <a:gd name="connsiteY0" fmla="*/ 499 h 18062"/>
                <a:gd name="connsiteX1" fmla="*/ 19002 w 23337"/>
                <a:gd name="connsiteY1" fmla="*/ 4112 h 18062"/>
                <a:gd name="connsiteX2" fmla="*/ 22432 w 23337"/>
                <a:gd name="connsiteY2" fmla="*/ 13974 h 18062"/>
                <a:gd name="connsiteX3" fmla="*/ 23313 w 23337"/>
                <a:gd name="connsiteY3" fmla="*/ 18062 h 18062"/>
                <a:gd name="connsiteX4" fmla="*/ 0 w 23337"/>
                <a:gd name="connsiteY4" fmla="*/ 14412 h 18062"/>
                <a:gd name="connsiteX5" fmla="*/ 16522 w 23337"/>
                <a:gd name="connsiteY5" fmla="*/ 499 h 18062"/>
                <a:gd name="connsiteX0" fmla="*/ 16522 w 23337"/>
                <a:gd name="connsiteY0" fmla="*/ 367 h 17930"/>
                <a:gd name="connsiteX1" fmla="*/ 21600 w 23337"/>
                <a:gd name="connsiteY1" fmla="*/ 14280 h 17930"/>
                <a:gd name="connsiteX2" fmla="*/ 21301 w 23337"/>
                <a:gd name="connsiteY2" fmla="*/ 17858 h 17930"/>
                <a:gd name="connsiteX0" fmla="*/ 16522 w 23337"/>
                <a:gd name="connsiteY0" fmla="*/ 367 h 17930"/>
                <a:gd name="connsiteX1" fmla="*/ 19959 w 23337"/>
                <a:gd name="connsiteY1" fmla="*/ 5645 h 17930"/>
                <a:gd name="connsiteX2" fmla="*/ 22432 w 23337"/>
                <a:gd name="connsiteY2" fmla="*/ 13842 h 17930"/>
                <a:gd name="connsiteX3" fmla="*/ 23313 w 23337"/>
                <a:gd name="connsiteY3" fmla="*/ 17930 h 17930"/>
                <a:gd name="connsiteX4" fmla="*/ 0 w 23337"/>
                <a:gd name="connsiteY4" fmla="*/ 14280 h 17930"/>
                <a:gd name="connsiteX5" fmla="*/ 16522 w 23337"/>
                <a:gd name="connsiteY5" fmla="*/ 367 h 17930"/>
                <a:gd name="connsiteX0" fmla="*/ 16522 w 23337"/>
                <a:gd name="connsiteY0" fmla="*/ 246 h 17809"/>
                <a:gd name="connsiteX1" fmla="*/ 21600 w 23337"/>
                <a:gd name="connsiteY1" fmla="*/ 14159 h 17809"/>
                <a:gd name="connsiteX2" fmla="*/ 21301 w 23337"/>
                <a:gd name="connsiteY2" fmla="*/ 17737 h 17809"/>
                <a:gd name="connsiteX0" fmla="*/ 16522 w 23337"/>
                <a:gd name="connsiteY0" fmla="*/ 246 h 17809"/>
                <a:gd name="connsiteX1" fmla="*/ 21011 w 23337"/>
                <a:gd name="connsiteY1" fmla="*/ 8554 h 17809"/>
                <a:gd name="connsiteX2" fmla="*/ 22432 w 23337"/>
                <a:gd name="connsiteY2" fmla="*/ 13721 h 17809"/>
                <a:gd name="connsiteX3" fmla="*/ 23313 w 23337"/>
                <a:gd name="connsiteY3" fmla="*/ 17809 h 17809"/>
                <a:gd name="connsiteX4" fmla="*/ 0 w 23337"/>
                <a:gd name="connsiteY4" fmla="*/ 14159 h 17809"/>
                <a:gd name="connsiteX5" fmla="*/ 16522 w 23337"/>
                <a:gd name="connsiteY5" fmla="*/ 246 h 17809"/>
                <a:gd name="connsiteX0" fmla="*/ 16522 w 23337"/>
                <a:gd name="connsiteY0" fmla="*/ 149 h 17712"/>
                <a:gd name="connsiteX1" fmla="*/ 21600 w 23337"/>
                <a:gd name="connsiteY1" fmla="*/ 14062 h 17712"/>
                <a:gd name="connsiteX2" fmla="*/ 21301 w 23337"/>
                <a:gd name="connsiteY2" fmla="*/ 17640 h 17712"/>
                <a:gd name="connsiteX0" fmla="*/ 16522 w 23337"/>
                <a:gd name="connsiteY0" fmla="*/ 149 h 17712"/>
                <a:gd name="connsiteX1" fmla="*/ 21011 w 23337"/>
                <a:gd name="connsiteY1" fmla="*/ 8457 h 17712"/>
                <a:gd name="connsiteX2" fmla="*/ 22432 w 23337"/>
                <a:gd name="connsiteY2" fmla="*/ 13624 h 17712"/>
                <a:gd name="connsiteX3" fmla="*/ 23313 w 23337"/>
                <a:gd name="connsiteY3" fmla="*/ 17712 h 17712"/>
                <a:gd name="connsiteX4" fmla="*/ 0 w 23337"/>
                <a:gd name="connsiteY4" fmla="*/ 14062 h 17712"/>
                <a:gd name="connsiteX5" fmla="*/ 16522 w 23337"/>
                <a:gd name="connsiteY5" fmla="*/ 149 h 17712"/>
                <a:gd name="connsiteX0" fmla="*/ 16522 w 23337"/>
                <a:gd name="connsiteY0" fmla="*/ 133 h 17696"/>
                <a:gd name="connsiteX1" fmla="*/ 21600 w 23337"/>
                <a:gd name="connsiteY1" fmla="*/ 14046 h 17696"/>
                <a:gd name="connsiteX2" fmla="*/ 21301 w 23337"/>
                <a:gd name="connsiteY2" fmla="*/ 17624 h 17696"/>
                <a:gd name="connsiteX0" fmla="*/ 16522 w 23337"/>
                <a:gd name="connsiteY0" fmla="*/ 133 h 17696"/>
                <a:gd name="connsiteX1" fmla="*/ 21700 w 23337"/>
                <a:gd name="connsiteY1" fmla="*/ 10153 h 17696"/>
                <a:gd name="connsiteX2" fmla="*/ 22432 w 23337"/>
                <a:gd name="connsiteY2" fmla="*/ 13608 h 17696"/>
                <a:gd name="connsiteX3" fmla="*/ 23313 w 23337"/>
                <a:gd name="connsiteY3" fmla="*/ 17696 h 17696"/>
                <a:gd name="connsiteX4" fmla="*/ 0 w 23337"/>
                <a:gd name="connsiteY4" fmla="*/ 14046 h 17696"/>
                <a:gd name="connsiteX5" fmla="*/ 16522 w 23337"/>
                <a:gd name="connsiteY5" fmla="*/ 133 h 17696"/>
                <a:gd name="connsiteX0" fmla="*/ 16522 w 23337"/>
                <a:gd name="connsiteY0" fmla="*/ 156 h 17719"/>
                <a:gd name="connsiteX1" fmla="*/ 21600 w 23337"/>
                <a:gd name="connsiteY1" fmla="*/ 14069 h 17719"/>
                <a:gd name="connsiteX2" fmla="*/ 21301 w 23337"/>
                <a:gd name="connsiteY2" fmla="*/ 17647 h 17719"/>
                <a:gd name="connsiteX0" fmla="*/ 16522 w 23337"/>
                <a:gd name="connsiteY0" fmla="*/ 156 h 17719"/>
                <a:gd name="connsiteX1" fmla="*/ 21700 w 23337"/>
                <a:gd name="connsiteY1" fmla="*/ 10176 h 17719"/>
                <a:gd name="connsiteX2" fmla="*/ 22432 w 23337"/>
                <a:gd name="connsiteY2" fmla="*/ 13631 h 17719"/>
                <a:gd name="connsiteX3" fmla="*/ 23313 w 23337"/>
                <a:gd name="connsiteY3" fmla="*/ 17719 h 17719"/>
                <a:gd name="connsiteX4" fmla="*/ 0 w 23337"/>
                <a:gd name="connsiteY4" fmla="*/ 14069 h 17719"/>
                <a:gd name="connsiteX5" fmla="*/ 16522 w 23337"/>
                <a:gd name="connsiteY5" fmla="*/ 156 h 17719"/>
                <a:gd name="connsiteX0" fmla="*/ 16522 w 23337"/>
                <a:gd name="connsiteY0" fmla="*/ 0 h 17563"/>
                <a:gd name="connsiteX1" fmla="*/ 21600 w 23337"/>
                <a:gd name="connsiteY1" fmla="*/ 13913 h 17563"/>
                <a:gd name="connsiteX2" fmla="*/ 21301 w 23337"/>
                <a:gd name="connsiteY2" fmla="*/ 17491 h 17563"/>
                <a:gd name="connsiteX0" fmla="*/ 16277 w 23337"/>
                <a:gd name="connsiteY0" fmla="*/ 8146 h 17563"/>
                <a:gd name="connsiteX1" fmla="*/ 21700 w 23337"/>
                <a:gd name="connsiteY1" fmla="*/ 10020 h 17563"/>
                <a:gd name="connsiteX2" fmla="*/ 22432 w 23337"/>
                <a:gd name="connsiteY2" fmla="*/ 13475 h 17563"/>
                <a:gd name="connsiteX3" fmla="*/ 23313 w 23337"/>
                <a:gd name="connsiteY3" fmla="*/ 17563 h 17563"/>
                <a:gd name="connsiteX4" fmla="*/ 0 w 23337"/>
                <a:gd name="connsiteY4" fmla="*/ 13913 h 17563"/>
                <a:gd name="connsiteX5" fmla="*/ 16277 w 23337"/>
                <a:gd name="connsiteY5" fmla="*/ 8146 h 17563"/>
                <a:gd name="connsiteX0" fmla="*/ 16522 w 22691"/>
                <a:gd name="connsiteY0" fmla="*/ 0 h 17491"/>
                <a:gd name="connsiteX1" fmla="*/ 21600 w 22691"/>
                <a:gd name="connsiteY1" fmla="*/ 13913 h 17491"/>
                <a:gd name="connsiteX2" fmla="*/ 21301 w 22691"/>
                <a:gd name="connsiteY2" fmla="*/ 17491 h 17491"/>
                <a:gd name="connsiteX0" fmla="*/ 16277 w 22691"/>
                <a:gd name="connsiteY0" fmla="*/ 8146 h 17491"/>
                <a:gd name="connsiteX1" fmla="*/ 21700 w 22691"/>
                <a:gd name="connsiteY1" fmla="*/ 10020 h 17491"/>
                <a:gd name="connsiteX2" fmla="*/ 22432 w 22691"/>
                <a:gd name="connsiteY2" fmla="*/ 13475 h 17491"/>
                <a:gd name="connsiteX3" fmla="*/ 22636 w 22691"/>
                <a:gd name="connsiteY3" fmla="*/ 15184 h 17491"/>
                <a:gd name="connsiteX4" fmla="*/ 0 w 22691"/>
                <a:gd name="connsiteY4" fmla="*/ 13913 h 17491"/>
                <a:gd name="connsiteX5" fmla="*/ 16277 w 22691"/>
                <a:gd name="connsiteY5" fmla="*/ 8146 h 17491"/>
                <a:gd name="connsiteX0" fmla="*/ 16522 w 22691"/>
                <a:gd name="connsiteY0" fmla="*/ 0 h 17491"/>
                <a:gd name="connsiteX1" fmla="*/ 21600 w 22691"/>
                <a:gd name="connsiteY1" fmla="*/ 13913 h 17491"/>
                <a:gd name="connsiteX2" fmla="*/ 21301 w 22691"/>
                <a:gd name="connsiteY2" fmla="*/ 17491 h 17491"/>
                <a:gd name="connsiteX0" fmla="*/ 16277 w 22691"/>
                <a:gd name="connsiteY0" fmla="*/ 8146 h 17491"/>
                <a:gd name="connsiteX1" fmla="*/ 21700 w 22691"/>
                <a:gd name="connsiteY1" fmla="*/ 10020 h 17491"/>
                <a:gd name="connsiteX2" fmla="*/ 22432 w 22691"/>
                <a:gd name="connsiteY2" fmla="*/ 13475 h 17491"/>
                <a:gd name="connsiteX3" fmla="*/ 22636 w 22691"/>
                <a:gd name="connsiteY3" fmla="*/ 15184 h 17491"/>
                <a:gd name="connsiteX4" fmla="*/ 0 w 22691"/>
                <a:gd name="connsiteY4" fmla="*/ 13913 h 17491"/>
                <a:gd name="connsiteX5" fmla="*/ 16277 w 22691"/>
                <a:gd name="connsiteY5" fmla="*/ 8146 h 17491"/>
                <a:gd name="connsiteX0" fmla="*/ 16387 w 22691"/>
                <a:gd name="connsiteY0" fmla="*/ 223 h 9720"/>
                <a:gd name="connsiteX1" fmla="*/ 21600 w 22691"/>
                <a:gd name="connsiteY1" fmla="*/ 6142 h 9720"/>
                <a:gd name="connsiteX2" fmla="*/ 21301 w 22691"/>
                <a:gd name="connsiteY2" fmla="*/ 9720 h 9720"/>
                <a:gd name="connsiteX0" fmla="*/ 16277 w 22691"/>
                <a:gd name="connsiteY0" fmla="*/ 375 h 9720"/>
                <a:gd name="connsiteX1" fmla="*/ 21700 w 22691"/>
                <a:gd name="connsiteY1" fmla="*/ 2249 h 9720"/>
                <a:gd name="connsiteX2" fmla="*/ 22432 w 22691"/>
                <a:gd name="connsiteY2" fmla="*/ 5704 h 9720"/>
                <a:gd name="connsiteX3" fmla="*/ 22636 w 22691"/>
                <a:gd name="connsiteY3" fmla="*/ 7413 h 9720"/>
                <a:gd name="connsiteX4" fmla="*/ 0 w 22691"/>
                <a:gd name="connsiteY4" fmla="*/ 6142 h 9720"/>
                <a:gd name="connsiteX5" fmla="*/ 16277 w 22691"/>
                <a:gd name="connsiteY5" fmla="*/ 375 h 9720"/>
                <a:gd name="connsiteX0" fmla="*/ 7222 w 11185"/>
                <a:gd name="connsiteY0" fmla="*/ 229 h 12354"/>
                <a:gd name="connsiteX1" fmla="*/ 9519 w 11185"/>
                <a:gd name="connsiteY1" fmla="*/ 6319 h 12354"/>
                <a:gd name="connsiteX2" fmla="*/ 11182 w 11185"/>
                <a:gd name="connsiteY2" fmla="*/ 12354 h 12354"/>
                <a:gd name="connsiteX0" fmla="*/ 7173 w 11185"/>
                <a:gd name="connsiteY0" fmla="*/ 386 h 12354"/>
                <a:gd name="connsiteX1" fmla="*/ 9563 w 11185"/>
                <a:gd name="connsiteY1" fmla="*/ 2314 h 12354"/>
                <a:gd name="connsiteX2" fmla="*/ 9886 w 11185"/>
                <a:gd name="connsiteY2" fmla="*/ 5868 h 12354"/>
                <a:gd name="connsiteX3" fmla="*/ 9976 w 11185"/>
                <a:gd name="connsiteY3" fmla="*/ 7627 h 12354"/>
                <a:gd name="connsiteX4" fmla="*/ 0 w 11185"/>
                <a:gd name="connsiteY4" fmla="*/ 6319 h 12354"/>
                <a:gd name="connsiteX5" fmla="*/ 7173 w 11185"/>
                <a:gd name="connsiteY5" fmla="*/ 386 h 12354"/>
                <a:gd name="connsiteX0" fmla="*/ 7222 w 11189"/>
                <a:gd name="connsiteY0" fmla="*/ 229 h 12354"/>
                <a:gd name="connsiteX1" fmla="*/ 10521 w 11189"/>
                <a:gd name="connsiteY1" fmla="*/ 6155 h 12354"/>
                <a:gd name="connsiteX2" fmla="*/ 11182 w 11189"/>
                <a:gd name="connsiteY2" fmla="*/ 12354 h 12354"/>
                <a:gd name="connsiteX0" fmla="*/ 7173 w 11189"/>
                <a:gd name="connsiteY0" fmla="*/ 386 h 12354"/>
                <a:gd name="connsiteX1" fmla="*/ 9563 w 11189"/>
                <a:gd name="connsiteY1" fmla="*/ 2314 h 12354"/>
                <a:gd name="connsiteX2" fmla="*/ 9886 w 11189"/>
                <a:gd name="connsiteY2" fmla="*/ 5868 h 12354"/>
                <a:gd name="connsiteX3" fmla="*/ 9976 w 11189"/>
                <a:gd name="connsiteY3" fmla="*/ 7627 h 12354"/>
                <a:gd name="connsiteX4" fmla="*/ 0 w 11189"/>
                <a:gd name="connsiteY4" fmla="*/ 6319 h 12354"/>
                <a:gd name="connsiteX5" fmla="*/ 7173 w 11189"/>
                <a:gd name="connsiteY5" fmla="*/ 386 h 12354"/>
                <a:gd name="connsiteX0" fmla="*/ 7222 w 11189"/>
                <a:gd name="connsiteY0" fmla="*/ 229 h 12354"/>
                <a:gd name="connsiteX1" fmla="*/ 10521 w 11189"/>
                <a:gd name="connsiteY1" fmla="*/ 6155 h 12354"/>
                <a:gd name="connsiteX2" fmla="*/ 11182 w 11189"/>
                <a:gd name="connsiteY2" fmla="*/ 12354 h 12354"/>
                <a:gd name="connsiteX0" fmla="*/ 7173 w 11189"/>
                <a:gd name="connsiteY0" fmla="*/ 386 h 12354"/>
                <a:gd name="connsiteX1" fmla="*/ 9563 w 11189"/>
                <a:gd name="connsiteY1" fmla="*/ 2314 h 12354"/>
                <a:gd name="connsiteX2" fmla="*/ 9886 w 11189"/>
                <a:gd name="connsiteY2" fmla="*/ 5868 h 12354"/>
                <a:gd name="connsiteX3" fmla="*/ 9976 w 11189"/>
                <a:gd name="connsiteY3" fmla="*/ 7627 h 12354"/>
                <a:gd name="connsiteX4" fmla="*/ 0 w 11189"/>
                <a:gd name="connsiteY4" fmla="*/ 6319 h 12354"/>
                <a:gd name="connsiteX5" fmla="*/ 7173 w 11189"/>
                <a:gd name="connsiteY5" fmla="*/ 386 h 12354"/>
                <a:gd name="connsiteX0" fmla="*/ 7222 w 10521"/>
                <a:gd name="connsiteY0" fmla="*/ 229 h 8979"/>
                <a:gd name="connsiteX1" fmla="*/ 10521 w 10521"/>
                <a:gd name="connsiteY1" fmla="*/ 6155 h 8979"/>
                <a:gd name="connsiteX2" fmla="*/ 10442 w 10521"/>
                <a:gd name="connsiteY2" fmla="*/ 8979 h 8979"/>
                <a:gd name="connsiteX0" fmla="*/ 7173 w 10521"/>
                <a:gd name="connsiteY0" fmla="*/ 386 h 8979"/>
                <a:gd name="connsiteX1" fmla="*/ 9563 w 10521"/>
                <a:gd name="connsiteY1" fmla="*/ 2314 h 8979"/>
                <a:gd name="connsiteX2" fmla="*/ 9886 w 10521"/>
                <a:gd name="connsiteY2" fmla="*/ 5868 h 8979"/>
                <a:gd name="connsiteX3" fmla="*/ 9976 w 10521"/>
                <a:gd name="connsiteY3" fmla="*/ 7627 h 8979"/>
                <a:gd name="connsiteX4" fmla="*/ 0 w 10521"/>
                <a:gd name="connsiteY4" fmla="*/ 6319 h 8979"/>
                <a:gd name="connsiteX5" fmla="*/ 7173 w 10521"/>
                <a:gd name="connsiteY5" fmla="*/ 386 h 8979"/>
                <a:gd name="connsiteX0" fmla="*/ 6864 w 10000"/>
                <a:gd name="connsiteY0" fmla="*/ 255 h 10000"/>
                <a:gd name="connsiteX1" fmla="*/ 10000 w 10000"/>
                <a:gd name="connsiteY1" fmla="*/ 6855 h 10000"/>
                <a:gd name="connsiteX2" fmla="*/ 9925 w 10000"/>
                <a:gd name="connsiteY2" fmla="*/ 10000 h 10000"/>
                <a:gd name="connsiteX0" fmla="*/ 6818 w 10000"/>
                <a:gd name="connsiteY0" fmla="*/ 430 h 10000"/>
                <a:gd name="connsiteX1" fmla="*/ 9089 w 10000"/>
                <a:gd name="connsiteY1" fmla="*/ 2577 h 10000"/>
                <a:gd name="connsiteX2" fmla="*/ 9396 w 10000"/>
                <a:gd name="connsiteY2" fmla="*/ 6535 h 10000"/>
                <a:gd name="connsiteX3" fmla="*/ 9482 w 10000"/>
                <a:gd name="connsiteY3" fmla="*/ 8494 h 10000"/>
                <a:gd name="connsiteX4" fmla="*/ 0 w 10000"/>
                <a:gd name="connsiteY4" fmla="*/ 7038 h 10000"/>
                <a:gd name="connsiteX5" fmla="*/ 6818 w 10000"/>
                <a:gd name="connsiteY5" fmla="*/ 430 h 10000"/>
                <a:gd name="connsiteX0" fmla="*/ 6864 w 9938"/>
                <a:gd name="connsiteY0" fmla="*/ 255 h 10000"/>
                <a:gd name="connsiteX1" fmla="*/ 9667 w 9938"/>
                <a:gd name="connsiteY1" fmla="*/ 7154 h 10000"/>
                <a:gd name="connsiteX2" fmla="*/ 9925 w 9938"/>
                <a:gd name="connsiteY2" fmla="*/ 10000 h 10000"/>
                <a:gd name="connsiteX0" fmla="*/ 6818 w 9938"/>
                <a:gd name="connsiteY0" fmla="*/ 430 h 10000"/>
                <a:gd name="connsiteX1" fmla="*/ 9089 w 9938"/>
                <a:gd name="connsiteY1" fmla="*/ 2577 h 10000"/>
                <a:gd name="connsiteX2" fmla="*/ 9396 w 9938"/>
                <a:gd name="connsiteY2" fmla="*/ 6535 h 10000"/>
                <a:gd name="connsiteX3" fmla="*/ 9482 w 9938"/>
                <a:gd name="connsiteY3" fmla="*/ 8494 h 10000"/>
                <a:gd name="connsiteX4" fmla="*/ 0 w 9938"/>
                <a:gd name="connsiteY4" fmla="*/ 7038 h 10000"/>
                <a:gd name="connsiteX5" fmla="*/ 6818 w 9938"/>
                <a:gd name="connsiteY5" fmla="*/ 430 h 10000"/>
                <a:gd name="connsiteX0" fmla="*/ 6907 w 9999"/>
                <a:gd name="connsiteY0" fmla="*/ 255 h 10000"/>
                <a:gd name="connsiteX1" fmla="*/ 9727 w 9999"/>
                <a:gd name="connsiteY1" fmla="*/ 7154 h 10000"/>
                <a:gd name="connsiteX2" fmla="*/ 9987 w 9999"/>
                <a:gd name="connsiteY2" fmla="*/ 10000 h 10000"/>
                <a:gd name="connsiteX0" fmla="*/ 6861 w 9999"/>
                <a:gd name="connsiteY0" fmla="*/ 430 h 10000"/>
                <a:gd name="connsiteX1" fmla="*/ 9146 w 9999"/>
                <a:gd name="connsiteY1" fmla="*/ 2577 h 10000"/>
                <a:gd name="connsiteX2" fmla="*/ 9455 w 9999"/>
                <a:gd name="connsiteY2" fmla="*/ 6535 h 10000"/>
                <a:gd name="connsiteX3" fmla="*/ 9541 w 9999"/>
                <a:gd name="connsiteY3" fmla="*/ 8494 h 10000"/>
                <a:gd name="connsiteX4" fmla="*/ 0 w 9999"/>
                <a:gd name="connsiteY4" fmla="*/ 7038 h 10000"/>
                <a:gd name="connsiteX5" fmla="*/ 6861 w 9999"/>
                <a:gd name="connsiteY5" fmla="*/ 430 h 10000"/>
                <a:gd name="connsiteX0" fmla="*/ 6908 w 10000"/>
                <a:gd name="connsiteY0" fmla="*/ 0 h 9745"/>
                <a:gd name="connsiteX1" fmla="*/ 9728 w 10000"/>
                <a:gd name="connsiteY1" fmla="*/ 6899 h 9745"/>
                <a:gd name="connsiteX2" fmla="*/ 9988 w 10000"/>
                <a:gd name="connsiteY2" fmla="*/ 9745 h 9745"/>
                <a:gd name="connsiteX0" fmla="*/ 6862 w 10000"/>
                <a:gd name="connsiteY0" fmla="*/ 175 h 9745"/>
                <a:gd name="connsiteX1" fmla="*/ 9456 w 10000"/>
                <a:gd name="connsiteY1" fmla="*/ 6280 h 9745"/>
                <a:gd name="connsiteX2" fmla="*/ 9542 w 10000"/>
                <a:gd name="connsiteY2" fmla="*/ 8239 h 9745"/>
                <a:gd name="connsiteX3" fmla="*/ 0 w 10000"/>
                <a:gd name="connsiteY3" fmla="*/ 6783 h 9745"/>
                <a:gd name="connsiteX4" fmla="*/ 6862 w 10000"/>
                <a:gd name="connsiteY4" fmla="*/ 175 h 9745"/>
                <a:gd name="connsiteX0" fmla="*/ 6908 w 10000"/>
                <a:gd name="connsiteY0" fmla="*/ 0 h 10000"/>
                <a:gd name="connsiteX1" fmla="*/ 9728 w 10000"/>
                <a:gd name="connsiteY1" fmla="*/ 7080 h 10000"/>
                <a:gd name="connsiteX2" fmla="*/ 9988 w 10000"/>
                <a:gd name="connsiteY2" fmla="*/ 10000 h 10000"/>
                <a:gd name="connsiteX0" fmla="*/ 0 w 10000"/>
                <a:gd name="connsiteY0" fmla="*/ 6960 h 10000"/>
                <a:gd name="connsiteX1" fmla="*/ 9456 w 10000"/>
                <a:gd name="connsiteY1" fmla="*/ 6444 h 10000"/>
                <a:gd name="connsiteX2" fmla="*/ 9542 w 10000"/>
                <a:gd name="connsiteY2" fmla="*/ 8455 h 10000"/>
                <a:gd name="connsiteX3" fmla="*/ 0 w 10000"/>
                <a:gd name="connsiteY3" fmla="*/ 6960 h 10000"/>
                <a:gd name="connsiteX0" fmla="*/ 0 w 3092"/>
                <a:gd name="connsiteY0" fmla="*/ 0 h 10000"/>
                <a:gd name="connsiteX1" fmla="*/ 2820 w 3092"/>
                <a:gd name="connsiteY1" fmla="*/ 7080 h 10000"/>
                <a:gd name="connsiteX2" fmla="*/ 3080 w 3092"/>
                <a:gd name="connsiteY2" fmla="*/ 10000 h 10000"/>
                <a:gd name="connsiteX0" fmla="*/ 2634 w 3092"/>
                <a:gd name="connsiteY0" fmla="*/ 8455 h 10000"/>
                <a:gd name="connsiteX1" fmla="*/ 2548 w 3092"/>
                <a:gd name="connsiteY1" fmla="*/ 6444 h 10000"/>
                <a:gd name="connsiteX2" fmla="*/ 2634 w 3092"/>
                <a:gd name="connsiteY2" fmla="*/ 8455 h 10000"/>
                <a:gd name="connsiteX0" fmla="*/ 0 w 9961"/>
                <a:gd name="connsiteY0" fmla="*/ 0 h 10000"/>
                <a:gd name="connsiteX1" fmla="*/ 9961 w 9961"/>
                <a:gd name="connsiteY1" fmla="*/ 10000 h 10000"/>
                <a:gd name="connsiteX0" fmla="*/ 8519 w 9961"/>
                <a:gd name="connsiteY0" fmla="*/ 8455 h 10000"/>
                <a:gd name="connsiteX1" fmla="*/ 8241 w 9961"/>
                <a:gd name="connsiteY1" fmla="*/ 6444 h 10000"/>
                <a:gd name="connsiteX2" fmla="*/ 8519 w 9961"/>
                <a:gd name="connsiteY2" fmla="*/ 8455 h 10000"/>
                <a:gd name="connsiteX0" fmla="*/ 0 w 10000"/>
                <a:gd name="connsiteY0" fmla="*/ 0 h 10000"/>
                <a:gd name="connsiteX1" fmla="*/ 10000 w 10000"/>
                <a:gd name="connsiteY1" fmla="*/ 10000 h 10000"/>
                <a:gd name="connsiteX0" fmla="*/ 8552 w 10000"/>
                <a:gd name="connsiteY0" fmla="*/ 8455 h 10000"/>
                <a:gd name="connsiteX1" fmla="*/ 8273 w 10000"/>
                <a:gd name="connsiteY1" fmla="*/ 6444 h 10000"/>
                <a:gd name="connsiteX2" fmla="*/ 8552 w 10000"/>
                <a:gd name="connsiteY2" fmla="*/ 8455 h 10000"/>
                <a:gd name="connsiteX0" fmla="*/ 0 w 10000"/>
                <a:gd name="connsiteY0" fmla="*/ 0 h 10000"/>
                <a:gd name="connsiteX1" fmla="*/ 10000 w 10000"/>
                <a:gd name="connsiteY1" fmla="*/ 10000 h 10000"/>
                <a:gd name="connsiteX0" fmla="*/ 8552 w 10000"/>
                <a:gd name="connsiteY0" fmla="*/ 8455 h 10000"/>
                <a:gd name="connsiteX1" fmla="*/ 8273 w 10000"/>
                <a:gd name="connsiteY1" fmla="*/ 6444 h 10000"/>
                <a:gd name="connsiteX2" fmla="*/ 9970 w 10000"/>
                <a:gd name="connsiteY2" fmla="*/ 9621 h 10000"/>
                <a:gd name="connsiteX0" fmla="*/ 0 w 10000"/>
                <a:gd name="connsiteY0" fmla="*/ 0 h 10000"/>
                <a:gd name="connsiteX1" fmla="*/ 10000 w 10000"/>
                <a:gd name="connsiteY1" fmla="*/ 10000 h 10000"/>
                <a:gd name="connsiteX0" fmla="*/ 8552 w 10000"/>
                <a:gd name="connsiteY0" fmla="*/ 8455 h 10000"/>
                <a:gd name="connsiteX1" fmla="*/ 8273 w 10000"/>
                <a:gd name="connsiteY1" fmla="*/ 6444 h 10000"/>
                <a:gd name="connsiteX0" fmla="*/ 0 w 11476"/>
                <a:gd name="connsiteY0" fmla="*/ 0 h 10000"/>
                <a:gd name="connsiteX1" fmla="*/ 10000 w 11476"/>
                <a:gd name="connsiteY1" fmla="*/ 10000 h 10000"/>
                <a:gd name="connsiteX0" fmla="*/ 11476 w 11476"/>
                <a:gd name="connsiteY0" fmla="*/ 4175 h 10000"/>
                <a:gd name="connsiteX1" fmla="*/ 8273 w 11476"/>
                <a:gd name="connsiteY1" fmla="*/ 6444 h 10000"/>
                <a:gd name="connsiteX0" fmla="*/ 0 w 10000"/>
                <a:gd name="connsiteY0" fmla="*/ 0 h 10000"/>
                <a:gd name="connsiteX1" fmla="*/ 10000 w 10000"/>
                <a:gd name="connsiteY1" fmla="*/ 10000 h 10000"/>
                <a:gd name="connsiteX0" fmla="*/ 9209 w 10000"/>
                <a:gd name="connsiteY0" fmla="*/ 3306 h 10000"/>
                <a:gd name="connsiteX1" fmla="*/ 8273 w 10000"/>
                <a:gd name="connsiteY1" fmla="*/ 6444 h 10000"/>
                <a:gd name="connsiteX0" fmla="*/ 0 w 10000"/>
                <a:gd name="connsiteY0" fmla="*/ 0 h 10000"/>
                <a:gd name="connsiteX1" fmla="*/ 7128 w 10000"/>
                <a:gd name="connsiteY1" fmla="*/ 7161 h 10000"/>
                <a:gd name="connsiteX2" fmla="*/ 10000 w 10000"/>
                <a:gd name="connsiteY2" fmla="*/ 10000 h 10000"/>
                <a:gd name="connsiteX0" fmla="*/ 9209 w 10000"/>
                <a:gd name="connsiteY0" fmla="*/ 3306 h 10000"/>
                <a:gd name="connsiteX1" fmla="*/ 8273 w 10000"/>
                <a:gd name="connsiteY1" fmla="*/ 6444 h 10000"/>
                <a:gd name="connsiteX0" fmla="*/ 0 w 10000"/>
                <a:gd name="connsiteY0" fmla="*/ 0 h 10000"/>
                <a:gd name="connsiteX1" fmla="*/ 8055 w 10000"/>
                <a:gd name="connsiteY1" fmla="*/ 6279 h 10000"/>
                <a:gd name="connsiteX2" fmla="*/ 10000 w 10000"/>
                <a:gd name="connsiteY2" fmla="*/ 10000 h 10000"/>
                <a:gd name="connsiteX0" fmla="*/ 9209 w 10000"/>
                <a:gd name="connsiteY0" fmla="*/ 3306 h 10000"/>
                <a:gd name="connsiteX1" fmla="*/ 8273 w 10000"/>
                <a:gd name="connsiteY1" fmla="*/ 6444 h 10000"/>
                <a:gd name="connsiteX0" fmla="*/ 0 w 10000"/>
                <a:gd name="connsiteY0" fmla="*/ 0 h 10000"/>
                <a:gd name="connsiteX1" fmla="*/ 8055 w 10000"/>
                <a:gd name="connsiteY1" fmla="*/ 6279 h 10000"/>
                <a:gd name="connsiteX2" fmla="*/ 10000 w 10000"/>
                <a:gd name="connsiteY2" fmla="*/ 10000 h 10000"/>
                <a:gd name="connsiteX0" fmla="*/ 9209 w 10000"/>
                <a:gd name="connsiteY0" fmla="*/ 3306 h 10000"/>
                <a:gd name="connsiteX1" fmla="*/ 8273 w 10000"/>
                <a:gd name="connsiteY1" fmla="*/ 6444 h 10000"/>
                <a:gd name="connsiteX0" fmla="*/ 0 w 10000"/>
                <a:gd name="connsiteY0" fmla="*/ 0 h 10000"/>
                <a:gd name="connsiteX1" fmla="*/ 8055 w 10000"/>
                <a:gd name="connsiteY1" fmla="*/ 6279 h 10000"/>
                <a:gd name="connsiteX2" fmla="*/ 10000 w 10000"/>
                <a:gd name="connsiteY2" fmla="*/ 10000 h 10000"/>
                <a:gd name="connsiteX0" fmla="*/ 9209 w 10000"/>
                <a:gd name="connsiteY0" fmla="*/ 3306 h 10000"/>
                <a:gd name="connsiteX1" fmla="*/ 8273 w 10000"/>
                <a:gd name="connsiteY1" fmla="*/ 6444 h 10000"/>
                <a:gd name="connsiteX0" fmla="*/ 0 w 10000"/>
                <a:gd name="connsiteY0" fmla="*/ 0 h 10000"/>
                <a:gd name="connsiteX1" fmla="*/ 8055 w 10000"/>
                <a:gd name="connsiteY1" fmla="*/ 6279 h 10000"/>
                <a:gd name="connsiteX2" fmla="*/ 10000 w 10000"/>
                <a:gd name="connsiteY2" fmla="*/ 10000 h 10000"/>
                <a:gd name="connsiteX0" fmla="*/ 9209 w 10000"/>
                <a:gd name="connsiteY0" fmla="*/ 3306 h 10000"/>
                <a:gd name="connsiteX1" fmla="*/ 7576 w 10000"/>
                <a:gd name="connsiteY1" fmla="*/ 614 h 10000"/>
                <a:gd name="connsiteX0" fmla="*/ 0 w 10000"/>
                <a:gd name="connsiteY0" fmla="*/ 0 h 10000"/>
                <a:gd name="connsiteX1" fmla="*/ 6539 w 10000"/>
                <a:gd name="connsiteY1" fmla="*/ 5440 h 10000"/>
                <a:gd name="connsiteX2" fmla="*/ 10000 w 10000"/>
                <a:gd name="connsiteY2" fmla="*/ 10000 h 10000"/>
                <a:gd name="connsiteX0" fmla="*/ 9209 w 10000"/>
                <a:gd name="connsiteY0" fmla="*/ 3306 h 10000"/>
                <a:gd name="connsiteX1" fmla="*/ 7576 w 10000"/>
                <a:gd name="connsiteY1" fmla="*/ 614 h 10000"/>
                <a:gd name="connsiteX0" fmla="*/ 0 w 10000"/>
                <a:gd name="connsiteY0" fmla="*/ 0 h 10000"/>
                <a:gd name="connsiteX1" fmla="*/ 6539 w 10000"/>
                <a:gd name="connsiteY1" fmla="*/ 5440 h 10000"/>
                <a:gd name="connsiteX2" fmla="*/ 10000 w 10000"/>
                <a:gd name="connsiteY2" fmla="*/ 10000 h 10000"/>
                <a:gd name="connsiteX0" fmla="*/ 9209 w 10000"/>
                <a:gd name="connsiteY0" fmla="*/ 3306 h 10000"/>
                <a:gd name="connsiteX1" fmla="*/ 7576 w 10000"/>
                <a:gd name="connsiteY1" fmla="*/ 614 h 10000"/>
                <a:gd name="connsiteX0" fmla="*/ 0 w 10000"/>
                <a:gd name="connsiteY0" fmla="*/ 0 h 10000"/>
                <a:gd name="connsiteX1" fmla="*/ 5001 w 10000"/>
                <a:gd name="connsiteY1" fmla="*/ 4149 h 10000"/>
                <a:gd name="connsiteX2" fmla="*/ 10000 w 10000"/>
                <a:gd name="connsiteY2" fmla="*/ 10000 h 10000"/>
                <a:gd name="connsiteX0" fmla="*/ 9209 w 10000"/>
                <a:gd name="connsiteY0" fmla="*/ 3306 h 10000"/>
                <a:gd name="connsiteX1" fmla="*/ 7576 w 10000"/>
                <a:gd name="connsiteY1" fmla="*/ 614 h 10000"/>
                <a:gd name="connsiteX0" fmla="*/ 0 w 10000"/>
                <a:gd name="connsiteY0" fmla="*/ 0 h 10000"/>
                <a:gd name="connsiteX1" fmla="*/ 2316 w 10000"/>
                <a:gd name="connsiteY1" fmla="*/ 1899 h 10000"/>
                <a:gd name="connsiteX2" fmla="*/ 5001 w 10000"/>
                <a:gd name="connsiteY2" fmla="*/ 4149 h 10000"/>
                <a:gd name="connsiteX3" fmla="*/ 10000 w 10000"/>
                <a:gd name="connsiteY3" fmla="*/ 10000 h 10000"/>
                <a:gd name="connsiteX0" fmla="*/ 9209 w 10000"/>
                <a:gd name="connsiteY0" fmla="*/ 3306 h 10000"/>
                <a:gd name="connsiteX1" fmla="*/ 7576 w 10000"/>
                <a:gd name="connsiteY1" fmla="*/ 614 h 10000"/>
                <a:gd name="connsiteX0" fmla="*/ 0 w 10000"/>
                <a:gd name="connsiteY0" fmla="*/ 0 h 10000"/>
                <a:gd name="connsiteX1" fmla="*/ 2762 w 10000"/>
                <a:gd name="connsiteY1" fmla="*/ 1558 h 10000"/>
                <a:gd name="connsiteX2" fmla="*/ 5001 w 10000"/>
                <a:gd name="connsiteY2" fmla="*/ 4149 h 10000"/>
                <a:gd name="connsiteX3" fmla="*/ 10000 w 10000"/>
                <a:gd name="connsiteY3" fmla="*/ 10000 h 10000"/>
                <a:gd name="connsiteX0" fmla="*/ 9209 w 10000"/>
                <a:gd name="connsiteY0" fmla="*/ 3306 h 10000"/>
                <a:gd name="connsiteX1" fmla="*/ 7576 w 10000"/>
                <a:gd name="connsiteY1" fmla="*/ 614 h 10000"/>
                <a:gd name="connsiteX0" fmla="*/ 0 w 10000"/>
                <a:gd name="connsiteY0" fmla="*/ 0 h 10000"/>
                <a:gd name="connsiteX1" fmla="*/ 2762 w 10000"/>
                <a:gd name="connsiteY1" fmla="*/ 1558 h 10000"/>
                <a:gd name="connsiteX2" fmla="*/ 6882 w 10000"/>
                <a:gd name="connsiteY2" fmla="*/ 5701 h 10000"/>
                <a:gd name="connsiteX3" fmla="*/ 10000 w 10000"/>
                <a:gd name="connsiteY3" fmla="*/ 10000 h 10000"/>
                <a:gd name="connsiteX0" fmla="*/ 9209 w 10000"/>
                <a:gd name="connsiteY0" fmla="*/ 3306 h 10000"/>
                <a:gd name="connsiteX1" fmla="*/ 7576 w 10000"/>
                <a:gd name="connsiteY1" fmla="*/ 614 h 10000"/>
                <a:gd name="connsiteX0" fmla="*/ 0 w 10000"/>
                <a:gd name="connsiteY0" fmla="*/ 0 h 10000"/>
                <a:gd name="connsiteX1" fmla="*/ 2762 w 10000"/>
                <a:gd name="connsiteY1" fmla="*/ 1558 h 10000"/>
                <a:gd name="connsiteX2" fmla="*/ 6882 w 10000"/>
                <a:gd name="connsiteY2" fmla="*/ 5701 h 10000"/>
                <a:gd name="connsiteX3" fmla="*/ 10000 w 10000"/>
                <a:gd name="connsiteY3" fmla="*/ 10000 h 10000"/>
                <a:gd name="connsiteX0" fmla="*/ 9209 w 10000"/>
                <a:gd name="connsiteY0" fmla="*/ 3306 h 10000"/>
                <a:gd name="connsiteX1" fmla="*/ 7576 w 10000"/>
                <a:gd name="connsiteY1" fmla="*/ 614 h 10000"/>
                <a:gd name="connsiteX0" fmla="*/ 0 w 9526"/>
                <a:gd name="connsiteY0" fmla="*/ 0 h 10215"/>
                <a:gd name="connsiteX1" fmla="*/ 2762 w 9526"/>
                <a:gd name="connsiteY1" fmla="*/ 1558 h 10215"/>
                <a:gd name="connsiteX2" fmla="*/ 6882 w 9526"/>
                <a:gd name="connsiteY2" fmla="*/ 5701 h 10215"/>
                <a:gd name="connsiteX3" fmla="*/ 9526 w 9526"/>
                <a:gd name="connsiteY3" fmla="*/ 10215 h 10215"/>
                <a:gd name="connsiteX0" fmla="*/ 9209 w 9526"/>
                <a:gd name="connsiteY0" fmla="*/ 3306 h 10215"/>
                <a:gd name="connsiteX1" fmla="*/ 7576 w 9526"/>
                <a:gd name="connsiteY1" fmla="*/ 614 h 10215"/>
                <a:gd name="connsiteX0" fmla="*/ 0 w 10000"/>
                <a:gd name="connsiteY0" fmla="*/ 0 h 10000"/>
                <a:gd name="connsiteX1" fmla="*/ 2899 w 10000"/>
                <a:gd name="connsiteY1" fmla="*/ 1525 h 10000"/>
                <a:gd name="connsiteX2" fmla="*/ 7224 w 10000"/>
                <a:gd name="connsiteY2" fmla="*/ 5581 h 10000"/>
                <a:gd name="connsiteX3" fmla="*/ 10000 w 10000"/>
                <a:gd name="connsiteY3" fmla="*/ 10000 h 10000"/>
                <a:gd name="connsiteX0" fmla="*/ 9667 w 10000"/>
                <a:gd name="connsiteY0" fmla="*/ 3236 h 10000"/>
                <a:gd name="connsiteX1" fmla="*/ 7953 w 10000"/>
                <a:gd name="connsiteY1" fmla="*/ 601 h 10000"/>
                <a:gd name="connsiteX0" fmla="*/ 0 w 10000"/>
                <a:gd name="connsiteY0" fmla="*/ 2 h 10002"/>
                <a:gd name="connsiteX1" fmla="*/ 2899 w 10000"/>
                <a:gd name="connsiteY1" fmla="*/ 1527 h 10002"/>
                <a:gd name="connsiteX2" fmla="*/ 7224 w 10000"/>
                <a:gd name="connsiteY2" fmla="*/ 5583 h 10002"/>
                <a:gd name="connsiteX3" fmla="*/ 10000 w 10000"/>
                <a:gd name="connsiteY3" fmla="*/ 10002 h 10002"/>
                <a:gd name="connsiteX0" fmla="*/ 9667 w 10000"/>
                <a:gd name="connsiteY0" fmla="*/ 3238 h 10002"/>
                <a:gd name="connsiteX1" fmla="*/ 7953 w 10000"/>
                <a:gd name="connsiteY1" fmla="*/ 603 h 10002"/>
              </a:gdLst>
              <a:ahLst/>
              <a:cxnLst>
                <a:cxn ang="0">
                  <a:pos x="connsiteX0" y="connsiteY0"/>
                </a:cxn>
                <a:cxn ang="0">
                  <a:pos x="connsiteX1" y="connsiteY1"/>
                </a:cxn>
              </a:cxnLst>
              <a:rect l="l" t="t" r="r" b="b"/>
              <a:pathLst>
                <a:path w="10000" h="10002" fill="none" extrusionOk="0">
                  <a:moveTo>
                    <a:pt x="0" y="2"/>
                  </a:moveTo>
                  <a:cubicBezTo>
                    <a:pt x="-10" y="-28"/>
                    <a:pt x="201" y="167"/>
                    <a:pt x="2899" y="1527"/>
                  </a:cubicBezTo>
                  <a:lnTo>
                    <a:pt x="7224" y="5583"/>
                  </a:lnTo>
                  <a:cubicBezTo>
                    <a:pt x="9373" y="9562"/>
                    <a:pt x="10022" y="10003"/>
                    <a:pt x="10000" y="10002"/>
                  </a:cubicBezTo>
                </a:path>
                <a:path w="10000" h="10002" stroke="0" extrusionOk="0">
                  <a:moveTo>
                    <a:pt x="9667" y="3238"/>
                  </a:moveTo>
                  <a:cubicBezTo>
                    <a:pt x="9570" y="2583"/>
                    <a:pt x="8052" y="1259"/>
                    <a:pt x="7953" y="603"/>
                  </a:cubicBezTo>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73" name="Freeform 172"/>
            <p:cNvSpPr/>
            <p:nvPr/>
          </p:nvSpPr>
          <p:spPr>
            <a:xfrm>
              <a:off x="7596188" y="2113241"/>
              <a:ext cx="1352507" cy="3356032"/>
            </a:xfrm>
            <a:custGeom>
              <a:avLst/>
              <a:gdLst>
                <a:gd name="connsiteX0" fmla="*/ 57150 w 361950"/>
                <a:gd name="connsiteY0" fmla="*/ 447675 h 3352800"/>
                <a:gd name="connsiteX1" fmla="*/ 323850 w 361950"/>
                <a:gd name="connsiteY1" fmla="*/ 0 h 3352800"/>
                <a:gd name="connsiteX2" fmla="*/ 361950 w 361950"/>
                <a:gd name="connsiteY2" fmla="*/ 3352800 h 3352800"/>
                <a:gd name="connsiteX3" fmla="*/ 0 w 361950"/>
                <a:gd name="connsiteY3" fmla="*/ 2714625 h 3352800"/>
                <a:gd name="connsiteX0" fmla="*/ 57150 w 361950"/>
                <a:gd name="connsiteY0" fmla="*/ 447675 h 3352800"/>
                <a:gd name="connsiteX1" fmla="*/ 323850 w 361950"/>
                <a:gd name="connsiteY1" fmla="*/ 0 h 3352800"/>
                <a:gd name="connsiteX2" fmla="*/ 361950 w 361950"/>
                <a:gd name="connsiteY2" fmla="*/ 1971675 h 3352800"/>
                <a:gd name="connsiteX3" fmla="*/ 361950 w 361950"/>
                <a:gd name="connsiteY3" fmla="*/ 3352800 h 3352800"/>
                <a:gd name="connsiteX4" fmla="*/ 0 w 361950"/>
                <a:gd name="connsiteY4" fmla="*/ 2714625 h 3352800"/>
                <a:gd name="connsiteX0" fmla="*/ 57150 w 1323975"/>
                <a:gd name="connsiteY0" fmla="*/ 447675 h 3352800"/>
                <a:gd name="connsiteX1" fmla="*/ 323850 w 1323975"/>
                <a:gd name="connsiteY1" fmla="*/ 0 h 3352800"/>
                <a:gd name="connsiteX2" fmla="*/ 1323975 w 1323975"/>
                <a:gd name="connsiteY2" fmla="*/ 1695450 h 3352800"/>
                <a:gd name="connsiteX3" fmla="*/ 361950 w 1323975"/>
                <a:gd name="connsiteY3" fmla="*/ 3352800 h 3352800"/>
                <a:gd name="connsiteX4" fmla="*/ 0 w 1323975"/>
                <a:gd name="connsiteY4" fmla="*/ 2714625 h 3352800"/>
                <a:gd name="connsiteX0" fmla="*/ 57150 w 1323975"/>
                <a:gd name="connsiteY0" fmla="*/ 447675 h 3352800"/>
                <a:gd name="connsiteX1" fmla="*/ 323850 w 1323975"/>
                <a:gd name="connsiteY1" fmla="*/ 0 h 3352800"/>
                <a:gd name="connsiteX2" fmla="*/ 1323975 w 1323975"/>
                <a:gd name="connsiteY2" fmla="*/ 1695450 h 3352800"/>
                <a:gd name="connsiteX3" fmla="*/ 361950 w 1323975"/>
                <a:gd name="connsiteY3" fmla="*/ 3352800 h 3352800"/>
                <a:gd name="connsiteX4" fmla="*/ 0 w 1323975"/>
                <a:gd name="connsiteY4" fmla="*/ 2714625 h 3352800"/>
                <a:gd name="connsiteX0" fmla="*/ 57150 w 1323975"/>
                <a:gd name="connsiteY0" fmla="*/ 447675 h 3352800"/>
                <a:gd name="connsiteX1" fmla="*/ 323850 w 1323975"/>
                <a:gd name="connsiteY1" fmla="*/ 0 h 3352800"/>
                <a:gd name="connsiteX2" fmla="*/ 1323975 w 1323975"/>
                <a:gd name="connsiteY2" fmla="*/ 1695450 h 3352800"/>
                <a:gd name="connsiteX3" fmla="*/ 361950 w 1323975"/>
                <a:gd name="connsiteY3" fmla="*/ 3352800 h 3352800"/>
                <a:gd name="connsiteX4" fmla="*/ 0 w 1323975"/>
                <a:gd name="connsiteY4" fmla="*/ 2714625 h 3352800"/>
                <a:gd name="connsiteX0" fmla="*/ 57150 w 1326632"/>
                <a:gd name="connsiteY0" fmla="*/ 450599 h 3355724"/>
                <a:gd name="connsiteX1" fmla="*/ 323850 w 1326632"/>
                <a:gd name="connsiteY1" fmla="*/ 2924 h 3355724"/>
                <a:gd name="connsiteX2" fmla="*/ 638175 w 1326632"/>
                <a:gd name="connsiteY2" fmla="*/ 336299 h 3355724"/>
                <a:gd name="connsiteX3" fmla="*/ 1323975 w 1326632"/>
                <a:gd name="connsiteY3" fmla="*/ 1698374 h 3355724"/>
                <a:gd name="connsiteX4" fmla="*/ 361950 w 1326632"/>
                <a:gd name="connsiteY4" fmla="*/ 3355724 h 3355724"/>
                <a:gd name="connsiteX5" fmla="*/ 0 w 1326632"/>
                <a:gd name="connsiteY5" fmla="*/ 2717549 h 3355724"/>
                <a:gd name="connsiteX0" fmla="*/ 57150 w 1327321"/>
                <a:gd name="connsiteY0" fmla="*/ 452752 h 3357877"/>
                <a:gd name="connsiteX1" fmla="*/ 323850 w 1327321"/>
                <a:gd name="connsiteY1" fmla="*/ 5077 h 3357877"/>
                <a:gd name="connsiteX2" fmla="*/ 762000 w 1327321"/>
                <a:gd name="connsiteY2" fmla="*/ 290827 h 3357877"/>
                <a:gd name="connsiteX3" fmla="*/ 1323975 w 1327321"/>
                <a:gd name="connsiteY3" fmla="*/ 1700527 h 3357877"/>
                <a:gd name="connsiteX4" fmla="*/ 361950 w 1327321"/>
                <a:gd name="connsiteY4" fmla="*/ 3357877 h 3357877"/>
                <a:gd name="connsiteX5" fmla="*/ 0 w 1327321"/>
                <a:gd name="connsiteY5" fmla="*/ 2719702 h 3357877"/>
                <a:gd name="connsiteX0" fmla="*/ 57150 w 1327321"/>
                <a:gd name="connsiteY0" fmla="*/ 448983 h 3354108"/>
                <a:gd name="connsiteX1" fmla="*/ 323850 w 1327321"/>
                <a:gd name="connsiteY1" fmla="*/ 1308 h 3354108"/>
                <a:gd name="connsiteX2" fmla="*/ 762000 w 1327321"/>
                <a:gd name="connsiteY2" fmla="*/ 287058 h 3354108"/>
                <a:gd name="connsiteX3" fmla="*/ 1323975 w 1327321"/>
                <a:gd name="connsiteY3" fmla="*/ 1696758 h 3354108"/>
                <a:gd name="connsiteX4" fmla="*/ 361950 w 1327321"/>
                <a:gd name="connsiteY4" fmla="*/ 3354108 h 3354108"/>
                <a:gd name="connsiteX5" fmla="*/ 0 w 1327321"/>
                <a:gd name="connsiteY5" fmla="*/ 2715933 h 3354108"/>
                <a:gd name="connsiteX0" fmla="*/ 57150 w 1328694"/>
                <a:gd name="connsiteY0" fmla="*/ 448983 h 3354108"/>
                <a:gd name="connsiteX1" fmla="*/ 323850 w 1328694"/>
                <a:gd name="connsiteY1" fmla="*/ 1308 h 3354108"/>
                <a:gd name="connsiteX2" fmla="*/ 762000 w 1328694"/>
                <a:gd name="connsiteY2" fmla="*/ 287058 h 3354108"/>
                <a:gd name="connsiteX3" fmla="*/ 1323975 w 1328694"/>
                <a:gd name="connsiteY3" fmla="*/ 1696758 h 3354108"/>
                <a:gd name="connsiteX4" fmla="*/ 361950 w 1328694"/>
                <a:gd name="connsiteY4" fmla="*/ 3354108 h 3354108"/>
                <a:gd name="connsiteX5" fmla="*/ 0 w 1328694"/>
                <a:gd name="connsiteY5" fmla="*/ 2715933 h 3354108"/>
                <a:gd name="connsiteX0" fmla="*/ 57150 w 1328694"/>
                <a:gd name="connsiteY0" fmla="*/ 448983 h 3362240"/>
                <a:gd name="connsiteX1" fmla="*/ 323850 w 1328694"/>
                <a:gd name="connsiteY1" fmla="*/ 1308 h 3362240"/>
                <a:gd name="connsiteX2" fmla="*/ 762000 w 1328694"/>
                <a:gd name="connsiteY2" fmla="*/ 287058 h 3362240"/>
                <a:gd name="connsiteX3" fmla="*/ 1323975 w 1328694"/>
                <a:gd name="connsiteY3" fmla="*/ 1696758 h 3362240"/>
                <a:gd name="connsiteX4" fmla="*/ 695323 w 1328694"/>
                <a:gd name="connsiteY4" fmla="*/ 2982633 h 3362240"/>
                <a:gd name="connsiteX5" fmla="*/ 361950 w 1328694"/>
                <a:gd name="connsiteY5" fmla="*/ 3354108 h 3362240"/>
                <a:gd name="connsiteX6" fmla="*/ 0 w 1328694"/>
                <a:gd name="connsiteY6" fmla="*/ 2715933 h 3362240"/>
                <a:gd name="connsiteX0" fmla="*/ 57150 w 1328694"/>
                <a:gd name="connsiteY0" fmla="*/ 448983 h 3362240"/>
                <a:gd name="connsiteX1" fmla="*/ 323850 w 1328694"/>
                <a:gd name="connsiteY1" fmla="*/ 1308 h 3362240"/>
                <a:gd name="connsiteX2" fmla="*/ 762000 w 1328694"/>
                <a:gd name="connsiteY2" fmla="*/ 287058 h 3362240"/>
                <a:gd name="connsiteX3" fmla="*/ 1323975 w 1328694"/>
                <a:gd name="connsiteY3" fmla="*/ 1696758 h 3362240"/>
                <a:gd name="connsiteX4" fmla="*/ 771523 w 1328694"/>
                <a:gd name="connsiteY4" fmla="*/ 2982633 h 3362240"/>
                <a:gd name="connsiteX5" fmla="*/ 361950 w 1328694"/>
                <a:gd name="connsiteY5" fmla="*/ 3354108 h 3362240"/>
                <a:gd name="connsiteX6" fmla="*/ 0 w 1328694"/>
                <a:gd name="connsiteY6" fmla="*/ 2715933 h 3362240"/>
                <a:gd name="connsiteX0" fmla="*/ 57150 w 1328694"/>
                <a:gd name="connsiteY0" fmla="*/ 448983 h 3362240"/>
                <a:gd name="connsiteX1" fmla="*/ 323850 w 1328694"/>
                <a:gd name="connsiteY1" fmla="*/ 1308 h 3362240"/>
                <a:gd name="connsiteX2" fmla="*/ 762000 w 1328694"/>
                <a:gd name="connsiteY2" fmla="*/ 287058 h 3362240"/>
                <a:gd name="connsiteX3" fmla="*/ 1323975 w 1328694"/>
                <a:gd name="connsiteY3" fmla="*/ 1696758 h 3362240"/>
                <a:gd name="connsiteX4" fmla="*/ 771523 w 1328694"/>
                <a:gd name="connsiteY4" fmla="*/ 2982633 h 3362240"/>
                <a:gd name="connsiteX5" fmla="*/ 361950 w 1328694"/>
                <a:gd name="connsiteY5" fmla="*/ 3354108 h 3362240"/>
                <a:gd name="connsiteX6" fmla="*/ 0 w 1328694"/>
                <a:gd name="connsiteY6" fmla="*/ 2715933 h 3362240"/>
                <a:gd name="connsiteX0" fmla="*/ 57150 w 1328694"/>
                <a:gd name="connsiteY0" fmla="*/ 448983 h 3357737"/>
                <a:gd name="connsiteX1" fmla="*/ 323850 w 1328694"/>
                <a:gd name="connsiteY1" fmla="*/ 1308 h 3357737"/>
                <a:gd name="connsiteX2" fmla="*/ 762000 w 1328694"/>
                <a:gd name="connsiteY2" fmla="*/ 287058 h 3357737"/>
                <a:gd name="connsiteX3" fmla="*/ 1323975 w 1328694"/>
                <a:gd name="connsiteY3" fmla="*/ 1696758 h 3357737"/>
                <a:gd name="connsiteX4" fmla="*/ 771523 w 1328694"/>
                <a:gd name="connsiteY4" fmla="*/ 2982633 h 3357737"/>
                <a:gd name="connsiteX5" fmla="*/ 361950 w 1328694"/>
                <a:gd name="connsiteY5" fmla="*/ 3354108 h 3357737"/>
                <a:gd name="connsiteX6" fmla="*/ 0 w 1328694"/>
                <a:gd name="connsiteY6" fmla="*/ 2715933 h 3357737"/>
                <a:gd name="connsiteX0" fmla="*/ 57150 w 1328694"/>
                <a:gd name="connsiteY0" fmla="*/ 448983 h 3359141"/>
                <a:gd name="connsiteX1" fmla="*/ 323850 w 1328694"/>
                <a:gd name="connsiteY1" fmla="*/ 1308 h 3359141"/>
                <a:gd name="connsiteX2" fmla="*/ 762000 w 1328694"/>
                <a:gd name="connsiteY2" fmla="*/ 287058 h 3359141"/>
                <a:gd name="connsiteX3" fmla="*/ 1323975 w 1328694"/>
                <a:gd name="connsiteY3" fmla="*/ 1696758 h 3359141"/>
                <a:gd name="connsiteX4" fmla="*/ 685798 w 1328694"/>
                <a:gd name="connsiteY4" fmla="*/ 3096933 h 3359141"/>
                <a:gd name="connsiteX5" fmla="*/ 361950 w 1328694"/>
                <a:gd name="connsiteY5" fmla="*/ 3354108 h 3359141"/>
                <a:gd name="connsiteX6" fmla="*/ 0 w 1328694"/>
                <a:gd name="connsiteY6" fmla="*/ 2715933 h 3359141"/>
                <a:gd name="connsiteX0" fmla="*/ 57150 w 1328694"/>
                <a:gd name="connsiteY0" fmla="*/ 448983 h 3356032"/>
                <a:gd name="connsiteX1" fmla="*/ 323850 w 1328694"/>
                <a:gd name="connsiteY1" fmla="*/ 1308 h 3356032"/>
                <a:gd name="connsiteX2" fmla="*/ 762000 w 1328694"/>
                <a:gd name="connsiteY2" fmla="*/ 287058 h 3356032"/>
                <a:gd name="connsiteX3" fmla="*/ 1323975 w 1328694"/>
                <a:gd name="connsiteY3" fmla="*/ 1696758 h 3356032"/>
                <a:gd name="connsiteX4" fmla="*/ 1009648 w 1328694"/>
                <a:gd name="connsiteY4" fmla="*/ 2620683 h 3356032"/>
                <a:gd name="connsiteX5" fmla="*/ 361950 w 1328694"/>
                <a:gd name="connsiteY5" fmla="*/ 3354108 h 3356032"/>
                <a:gd name="connsiteX6" fmla="*/ 0 w 1328694"/>
                <a:gd name="connsiteY6" fmla="*/ 2715933 h 3356032"/>
                <a:gd name="connsiteX0" fmla="*/ 80963 w 1352507"/>
                <a:gd name="connsiteY0" fmla="*/ 448983 h 3356032"/>
                <a:gd name="connsiteX1" fmla="*/ 347663 w 1352507"/>
                <a:gd name="connsiteY1" fmla="*/ 1308 h 3356032"/>
                <a:gd name="connsiteX2" fmla="*/ 785813 w 1352507"/>
                <a:gd name="connsiteY2" fmla="*/ 287058 h 3356032"/>
                <a:gd name="connsiteX3" fmla="*/ 1347788 w 1352507"/>
                <a:gd name="connsiteY3" fmla="*/ 1696758 h 3356032"/>
                <a:gd name="connsiteX4" fmla="*/ 1033461 w 1352507"/>
                <a:gd name="connsiteY4" fmla="*/ 2620683 h 3356032"/>
                <a:gd name="connsiteX5" fmla="*/ 385763 w 1352507"/>
                <a:gd name="connsiteY5" fmla="*/ 3354108 h 3356032"/>
                <a:gd name="connsiteX6" fmla="*/ 0 w 1352507"/>
                <a:gd name="connsiteY6" fmla="*/ 2682596 h 3356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2507" h="3356032">
                  <a:moveTo>
                    <a:pt x="80963" y="448983"/>
                  </a:moveTo>
                  <a:lnTo>
                    <a:pt x="347663" y="1308"/>
                  </a:lnTo>
                  <a:cubicBezTo>
                    <a:pt x="444500" y="-17742"/>
                    <a:pt x="723900" y="175933"/>
                    <a:pt x="785813" y="287058"/>
                  </a:cubicBezTo>
                  <a:cubicBezTo>
                    <a:pt x="1095376" y="607733"/>
                    <a:pt x="1393826" y="1193521"/>
                    <a:pt x="1347788" y="1696758"/>
                  </a:cubicBezTo>
                  <a:cubicBezTo>
                    <a:pt x="1336675" y="2146020"/>
                    <a:pt x="1060449" y="2639733"/>
                    <a:pt x="1033461" y="2620683"/>
                  </a:cubicBezTo>
                  <a:cubicBezTo>
                    <a:pt x="1044574" y="2658783"/>
                    <a:pt x="501650" y="3398558"/>
                    <a:pt x="385763" y="3354108"/>
                  </a:cubicBezTo>
                  <a:lnTo>
                    <a:pt x="0" y="2682596"/>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4" name="Group 253"/>
          <p:cNvGrpSpPr/>
          <p:nvPr/>
        </p:nvGrpSpPr>
        <p:grpSpPr>
          <a:xfrm>
            <a:off x="427865" y="2601178"/>
            <a:ext cx="624183" cy="1875990"/>
            <a:chOff x="427865" y="2601178"/>
            <a:chExt cx="624183" cy="1875990"/>
          </a:xfrm>
        </p:grpSpPr>
        <p:sp>
          <p:nvSpPr>
            <p:cNvPr id="179" name="TextBox 178"/>
            <p:cNvSpPr txBox="1"/>
            <p:nvPr/>
          </p:nvSpPr>
          <p:spPr>
            <a:xfrm>
              <a:off x="427865" y="3346115"/>
              <a:ext cx="624183" cy="253916"/>
            </a:xfrm>
            <a:prstGeom prst="rect">
              <a:avLst/>
            </a:prstGeom>
            <a:noFill/>
          </p:spPr>
          <p:txBody>
            <a:bodyPr wrap="square" rtlCol="0">
              <a:spAutoFit/>
            </a:bodyPr>
            <a:lstStyle/>
            <a:p>
              <a:r>
                <a:rPr lang="en-US" sz="1050" dirty="0" smtClean="0">
                  <a:latin typeface="Times New Roman" panose="02020603050405020304" pitchFamily="18" charset="0"/>
                  <a:cs typeface="Times New Roman" panose="02020603050405020304" pitchFamily="18" charset="0"/>
                </a:rPr>
                <a:t>65 MM</a:t>
              </a:r>
              <a:endParaRPr lang="en-US" sz="1050" dirty="0">
                <a:latin typeface="Times New Roman" panose="02020603050405020304" pitchFamily="18" charset="0"/>
                <a:cs typeface="Times New Roman" panose="02020603050405020304" pitchFamily="18" charset="0"/>
              </a:endParaRPr>
            </a:p>
          </p:txBody>
        </p:sp>
        <p:cxnSp>
          <p:nvCxnSpPr>
            <p:cNvPr id="180" name="Straight Arrow Connector 179"/>
            <p:cNvCxnSpPr/>
            <p:nvPr/>
          </p:nvCxnSpPr>
          <p:spPr>
            <a:xfrm flipV="1">
              <a:off x="938921" y="2601178"/>
              <a:ext cx="0" cy="187599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53" name="Group 252"/>
          <p:cNvGrpSpPr/>
          <p:nvPr/>
        </p:nvGrpSpPr>
        <p:grpSpPr>
          <a:xfrm>
            <a:off x="1538887" y="6636456"/>
            <a:ext cx="1606919" cy="274706"/>
            <a:chOff x="1538887" y="6636456"/>
            <a:chExt cx="1606919" cy="274706"/>
          </a:xfrm>
        </p:grpSpPr>
        <p:cxnSp>
          <p:nvCxnSpPr>
            <p:cNvPr id="177" name="Straight Arrow Connector 176"/>
            <p:cNvCxnSpPr/>
            <p:nvPr/>
          </p:nvCxnSpPr>
          <p:spPr>
            <a:xfrm>
              <a:off x="1538887" y="6636456"/>
              <a:ext cx="1606919" cy="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4" name="TextBox 183"/>
            <p:cNvSpPr txBox="1"/>
            <p:nvPr/>
          </p:nvSpPr>
          <p:spPr>
            <a:xfrm>
              <a:off x="2046314" y="6657246"/>
              <a:ext cx="624183" cy="253916"/>
            </a:xfrm>
            <a:prstGeom prst="rect">
              <a:avLst/>
            </a:prstGeom>
            <a:noFill/>
          </p:spPr>
          <p:txBody>
            <a:bodyPr wrap="square" rtlCol="0">
              <a:spAutoFit/>
            </a:bodyPr>
            <a:lstStyle/>
            <a:p>
              <a:r>
                <a:rPr lang="en-US" sz="1050" dirty="0" smtClean="0">
                  <a:latin typeface="Times New Roman" panose="02020603050405020304" pitchFamily="18" charset="0"/>
                  <a:cs typeface="Times New Roman" panose="02020603050405020304" pitchFamily="18" charset="0"/>
                </a:rPr>
                <a:t>50 MM</a:t>
              </a:r>
              <a:endParaRPr lang="en-US" sz="1050" dirty="0">
                <a:latin typeface="Times New Roman" panose="02020603050405020304" pitchFamily="18" charset="0"/>
                <a:cs typeface="Times New Roman" panose="02020603050405020304" pitchFamily="18" charset="0"/>
              </a:endParaRPr>
            </a:p>
          </p:txBody>
        </p:sp>
      </p:grpSp>
      <p:grpSp>
        <p:nvGrpSpPr>
          <p:cNvPr id="255" name="Group 254"/>
          <p:cNvGrpSpPr/>
          <p:nvPr/>
        </p:nvGrpSpPr>
        <p:grpSpPr>
          <a:xfrm>
            <a:off x="1174008" y="3542886"/>
            <a:ext cx="624183" cy="900000"/>
            <a:chOff x="1174008" y="3542886"/>
            <a:chExt cx="624183" cy="900000"/>
          </a:xfrm>
        </p:grpSpPr>
        <p:cxnSp>
          <p:nvCxnSpPr>
            <p:cNvPr id="176" name="Straight Arrow Connector 175"/>
            <p:cNvCxnSpPr/>
            <p:nvPr/>
          </p:nvCxnSpPr>
          <p:spPr>
            <a:xfrm flipV="1">
              <a:off x="1246907" y="3542886"/>
              <a:ext cx="0" cy="900000"/>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8" name="TextBox 177"/>
            <p:cNvSpPr txBox="1"/>
            <p:nvPr/>
          </p:nvSpPr>
          <p:spPr>
            <a:xfrm>
              <a:off x="1174008" y="3963104"/>
              <a:ext cx="624183" cy="253916"/>
            </a:xfrm>
            <a:prstGeom prst="rect">
              <a:avLst/>
            </a:prstGeom>
            <a:noFill/>
          </p:spPr>
          <p:txBody>
            <a:bodyPr wrap="square" rtlCol="0">
              <a:spAutoFit/>
            </a:bodyPr>
            <a:lstStyle/>
            <a:p>
              <a:r>
                <a:rPr lang="en-US" sz="1050" dirty="0" smtClean="0">
                  <a:latin typeface="Times New Roman" panose="02020603050405020304" pitchFamily="18" charset="0"/>
                  <a:cs typeface="Times New Roman" panose="02020603050405020304" pitchFamily="18" charset="0"/>
                </a:rPr>
                <a:t>30 MM</a:t>
              </a:r>
              <a:endParaRPr lang="en-US" sz="1050" dirty="0">
                <a:latin typeface="Times New Roman" panose="02020603050405020304" pitchFamily="18" charset="0"/>
                <a:cs typeface="Times New Roman" panose="02020603050405020304" pitchFamily="18" charset="0"/>
              </a:endParaRPr>
            </a:p>
          </p:txBody>
        </p:sp>
      </p:grpSp>
      <p:grpSp>
        <p:nvGrpSpPr>
          <p:cNvPr id="104" name="Group 103"/>
          <p:cNvGrpSpPr/>
          <p:nvPr/>
        </p:nvGrpSpPr>
        <p:grpSpPr>
          <a:xfrm>
            <a:off x="5656448" y="4400578"/>
            <a:ext cx="1295400" cy="1447800"/>
            <a:chOff x="5656448" y="4400578"/>
            <a:chExt cx="1295400" cy="1447800"/>
          </a:xfrm>
        </p:grpSpPr>
        <p:sp>
          <p:nvSpPr>
            <p:cNvPr id="181" name="Line 128"/>
            <p:cNvSpPr>
              <a:spLocks noChangeShapeType="1"/>
            </p:cNvSpPr>
            <p:nvPr/>
          </p:nvSpPr>
          <p:spPr bwMode="auto">
            <a:xfrm rot="877669" flipH="1" flipV="1">
              <a:off x="5656448" y="4400578"/>
              <a:ext cx="1295400" cy="1447800"/>
            </a:xfrm>
            <a:prstGeom prst="line">
              <a:avLst/>
            </a:prstGeom>
            <a:ln>
              <a:headEnd type="triangle"/>
              <a:tailEnd type="triangle"/>
            </a:ln>
            <a:extLst/>
          </p:spPr>
          <p:style>
            <a:lnRef idx="1">
              <a:schemeClr val="dk1"/>
            </a:lnRef>
            <a:fillRef idx="0">
              <a:schemeClr val="dk1"/>
            </a:fillRef>
            <a:effectRef idx="0">
              <a:schemeClr val="dk1"/>
            </a:effectRef>
            <a:fontRef idx="minor">
              <a:schemeClr val="tx1"/>
            </a:fontRef>
          </p:style>
          <p:txBody>
            <a:bodyPr/>
            <a:lstStyle/>
            <a:p>
              <a:endParaRPr lang="en-US"/>
            </a:p>
          </p:txBody>
        </p:sp>
        <p:sp>
          <p:nvSpPr>
            <p:cNvPr id="187" name="Rectangle 3"/>
            <p:cNvSpPr>
              <a:spLocks noChangeArrowheads="1"/>
            </p:cNvSpPr>
            <p:nvPr/>
          </p:nvSpPr>
          <p:spPr bwMode="auto">
            <a:xfrm>
              <a:off x="6088739" y="4969338"/>
              <a:ext cx="9457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dirty="0" smtClean="0">
                  <a:solidFill>
                    <a:srgbClr val="000000"/>
                  </a:solidFill>
                  <a:latin typeface="Times New Roman" charset="0"/>
                </a:rPr>
                <a:t>L</a:t>
              </a:r>
              <a:endParaRPr lang="en-US" altLang="en-US" sz="2400" b="0" dirty="0">
                <a:latin typeface="Times New Roman" charset="0"/>
              </a:endParaRPr>
            </a:p>
          </p:txBody>
        </p:sp>
      </p:grpSp>
      <p:sp>
        <p:nvSpPr>
          <p:cNvPr id="196" name="Oval 75"/>
          <p:cNvSpPr>
            <a:spLocks noChangeArrowheads="1"/>
          </p:cNvSpPr>
          <p:nvPr/>
        </p:nvSpPr>
        <p:spPr bwMode="auto">
          <a:xfrm>
            <a:off x="1913155" y="348859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97" name="Oval 75"/>
          <p:cNvSpPr>
            <a:spLocks noChangeArrowheads="1"/>
          </p:cNvSpPr>
          <p:nvPr/>
        </p:nvSpPr>
        <p:spPr bwMode="auto">
          <a:xfrm>
            <a:off x="2045695" y="341403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98" name="Oval 75"/>
          <p:cNvSpPr>
            <a:spLocks noChangeArrowheads="1"/>
          </p:cNvSpPr>
          <p:nvPr/>
        </p:nvSpPr>
        <p:spPr bwMode="auto">
          <a:xfrm>
            <a:off x="2313160" y="328486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99" name="Oval 75"/>
          <p:cNvSpPr>
            <a:spLocks noChangeArrowheads="1"/>
          </p:cNvSpPr>
          <p:nvPr/>
        </p:nvSpPr>
        <p:spPr bwMode="auto">
          <a:xfrm>
            <a:off x="2512724" y="318962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0" name="Oval 75"/>
          <p:cNvSpPr>
            <a:spLocks noChangeArrowheads="1"/>
          </p:cNvSpPr>
          <p:nvPr/>
        </p:nvSpPr>
        <p:spPr bwMode="auto">
          <a:xfrm>
            <a:off x="2583831" y="315181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1" name="Oval 148"/>
          <p:cNvSpPr>
            <a:spLocks noChangeArrowheads="1"/>
          </p:cNvSpPr>
          <p:nvPr/>
        </p:nvSpPr>
        <p:spPr bwMode="auto">
          <a:xfrm>
            <a:off x="6603333" y="5039356"/>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02" name="Oval 148"/>
          <p:cNvSpPr>
            <a:spLocks noChangeArrowheads="1"/>
          </p:cNvSpPr>
          <p:nvPr/>
        </p:nvSpPr>
        <p:spPr bwMode="auto">
          <a:xfrm>
            <a:off x="6679533" y="2789199"/>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3" name="Oval 149"/>
          <p:cNvSpPr>
            <a:spLocks noChangeArrowheads="1"/>
          </p:cNvSpPr>
          <p:nvPr/>
        </p:nvSpPr>
        <p:spPr bwMode="auto">
          <a:xfrm>
            <a:off x="6907820" y="3188552"/>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4" name="Oval 150"/>
          <p:cNvSpPr>
            <a:spLocks noChangeArrowheads="1"/>
          </p:cNvSpPr>
          <p:nvPr/>
        </p:nvSpPr>
        <p:spPr bwMode="auto">
          <a:xfrm>
            <a:off x="6945920" y="3563202"/>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6" name="Oval 152"/>
          <p:cNvSpPr>
            <a:spLocks noChangeArrowheads="1"/>
          </p:cNvSpPr>
          <p:nvPr/>
        </p:nvSpPr>
        <p:spPr bwMode="auto">
          <a:xfrm>
            <a:off x="6895481" y="382990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8" name="Oval 154"/>
          <p:cNvSpPr>
            <a:spLocks noChangeArrowheads="1"/>
          </p:cNvSpPr>
          <p:nvPr/>
        </p:nvSpPr>
        <p:spPr bwMode="auto">
          <a:xfrm>
            <a:off x="6746256" y="405204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7" name="Oval 153"/>
          <p:cNvSpPr>
            <a:spLocks noChangeArrowheads="1"/>
          </p:cNvSpPr>
          <p:nvPr/>
        </p:nvSpPr>
        <p:spPr bwMode="auto">
          <a:xfrm>
            <a:off x="6762131" y="4230993"/>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5" name="Oval 151"/>
          <p:cNvSpPr>
            <a:spLocks noChangeArrowheads="1"/>
          </p:cNvSpPr>
          <p:nvPr/>
        </p:nvSpPr>
        <p:spPr bwMode="auto">
          <a:xfrm>
            <a:off x="6778006" y="4464902"/>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52" name="Oval 148"/>
          <p:cNvSpPr>
            <a:spLocks noChangeArrowheads="1"/>
          </p:cNvSpPr>
          <p:nvPr/>
        </p:nvSpPr>
        <p:spPr bwMode="auto">
          <a:xfrm>
            <a:off x="6724031" y="470287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204" name="Group 45"/>
          <p:cNvGrpSpPr>
            <a:grpSpLocks/>
          </p:cNvGrpSpPr>
          <p:nvPr/>
        </p:nvGrpSpPr>
        <p:grpSpPr bwMode="auto">
          <a:xfrm>
            <a:off x="5145603" y="5258653"/>
            <a:ext cx="1293812" cy="485775"/>
            <a:chOff x="768" y="738"/>
            <a:chExt cx="815" cy="306"/>
          </a:xfrm>
        </p:grpSpPr>
        <p:sp>
          <p:nvSpPr>
            <p:cNvPr id="205" name="Rectangle 46"/>
            <p:cNvSpPr>
              <a:spLocks noChangeArrowheads="1"/>
            </p:cNvSpPr>
            <p:nvPr/>
          </p:nvSpPr>
          <p:spPr bwMode="auto">
            <a:xfrm>
              <a:off x="768" y="768"/>
              <a:ext cx="1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a:latin typeface="Times New Roman" charset="0"/>
                  <a:ea typeface="Times New Roman" charset="0"/>
                  <a:cs typeface="Times New Roman" charset="0"/>
                  <a:sym typeface="Symbol" charset="2"/>
                </a:rPr>
                <a:t></a:t>
              </a:r>
            </a:p>
          </p:txBody>
        </p:sp>
        <p:sp>
          <p:nvSpPr>
            <p:cNvPr id="206" name="Text Box 47"/>
            <p:cNvSpPr txBox="1">
              <a:spLocks noChangeArrowheads="1"/>
            </p:cNvSpPr>
            <p:nvPr/>
          </p:nvSpPr>
          <p:spPr bwMode="auto">
            <a:xfrm>
              <a:off x="902" y="746"/>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2400">
                  <a:latin typeface="Times New Roman" charset="0"/>
                </a:rPr>
                <a:t>=</a:t>
              </a:r>
              <a:endParaRPr lang="en-US" altLang="en-US" sz="1400">
                <a:latin typeface="Times New Roman" charset="0"/>
              </a:endParaRPr>
            </a:p>
          </p:txBody>
        </p:sp>
        <p:grpSp>
          <p:nvGrpSpPr>
            <p:cNvPr id="207" name="Group 48"/>
            <p:cNvGrpSpPr>
              <a:grpSpLocks/>
            </p:cNvGrpSpPr>
            <p:nvPr/>
          </p:nvGrpSpPr>
          <p:grpSpPr bwMode="auto">
            <a:xfrm>
              <a:off x="1071" y="738"/>
              <a:ext cx="512" cy="306"/>
              <a:chOff x="2016" y="1248"/>
              <a:chExt cx="512" cy="306"/>
            </a:xfrm>
          </p:grpSpPr>
          <p:sp>
            <p:nvSpPr>
              <p:cNvPr id="208" name="Rectangle 49"/>
              <p:cNvSpPr>
                <a:spLocks noChangeArrowheads="1"/>
              </p:cNvSpPr>
              <p:nvPr/>
            </p:nvSpPr>
            <p:spPr bwMode="auto">
              <a:xfrm>
                <a:off x="2016" y="1248"/>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R</a:t>
                </a:r>
              </a:p>
            </p:txBody>
          </p:sp>
          <p:sp>
            <p:nvSpPr>
              <p:cNvPr id="209" name="Text Box 50"/>
              <p:cNvSpPr txBox="1">
                <a:spLocks noChangeArrowheads="1"/>
              </p:cNvSpPr>
              <p:nvPr/>
            </p:nvSpPr>
            <p:spPr bwMode="auto">
              <a:xfrm>
                <a:off x="2028" y="1362"/>
                <a:ext cx="1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L</a:t>
                </a:r>
              </a:p>
            </p:txBody>
          </p:sp>
          <p:sp>
            <p:nvSpPr>
              <p:cNvPr id="210" name="Line 51"/>
              <p:cNvSpPr>
                <a:spLocks noChangeShapeType="1"/>
              </p:cNvSpPr>
              <p:nvPr/>
            </p:nvSpPr>
            <p:spPr bwMode="auto">
              <a:xfrm>
                <a:off x="2064" y="1401"/>
                <a:ext cx="9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1" name="Text Box 52"/>
              <p:cNvSpPr txBox="1">
                <a:spLocks noChangeArrowheads="1"/>
              </p:cNvSpPr>
              <p:nvPr/>
            </p:nvSpPr>
            <p:spPr bwMode="auto">
              <a:xfrm rot="2750489">
                <a:off x="2123" y="1279"/>
                <a:ext cx="1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b="1">
                    <a:latin typeface="Times New Roman" charset="0"/>
                  </a:rPr>
                  <a:t>+</a:t>
                </a:r>
              </a:p>
            </p:txBody>
          </p:sp>
          <p:sp>
            <p:nvSpPr>
              <p:cNvPr id="212" name="Text Box 53"/>
              <p:cNvSpPr txBox="1">
                <a:spLocks noChangeArrowheads="1"/>
              </p:cNvSpPr>
              <p:nvPr/>
            </p:nvSpPr>
            <p:spPr bwMode="auto">
              <a:xfrm>
                <a:off x="2208" y="1296"/>
                <a:ext cx="3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360</a:t>
                </a:r>
                <a:r>
                  <a:rPr lang="en-US" altLang="en-US" sz="1400" baseline="30000">
                    <a:latin typeface="Times New Roman" charset="0"/>
                  </a:rPr>
                  <a:t>0</a:t>
                </a:r>
              </a:p>
            </p:txBody>
          </p:sp>
        </p:grpSp>
      </p:grpSp>
      <p:sp>
        <p:nvSpPr>
          <p:cNvPr id="214" name="Content Placeholder 6">
            <a:extLst>
              <a:ext uri="{FF2B5EF4-FFF2-40B4-BE49-F238E27FC236}">
                <a16:creationId xmlns:a16="http://schemas.microsoft.com/office/drawing/2014/main" id="{6F75FA8D-4E91-7D49-ADE7-261B26B57B47}"/>
              </a:ext>
            </a:extLst>
          </p:cNvPr>
          <p:cNvSpPr>
            <a:spLocks noGrp="1"/>
          </p:cNvSpPr>
          <p:nvPr>
            <p:ph idx="1"/>
          </p:nvPr>
        </p:nvSpPr>
        <p:spPr>
          <a:xfrm>
            <a:off x="457200" y="1285861"/>
            <a:ext cx="8229600" cy="1706721"/>
          </a:xfrm>
        </p:spPr>
        <p:txBody>
          <a:bodyPr>
            <a:normAutofit/>
          </a:bodyPr>
          <a:lstStyle/>
          <a:p>
            <a:r>
              <a:rPr lang="en-IN" sz="1800" dirty="0">
                <a:effectLst/>
              </a:rPr>
              <a:t>A cone of base 50 mm diameter and height 65 mm rests with its base on H.P. Its front elevation is cut by a plane at an angle of 30 degree to horizontal plane at a distance of 30 mm above the base.  Draw the development of the lateral surface of the truncated cone.</a:t>
            </a:r>
            <a:endParaRPr lang="en-GB" sz="1800" dirty="0"/>
          </a:p>
        </p:txBody>
      </p:sp>
      <p:sp>
        <p:nvSpPr>
          <p:cNvPr id="215" name="Text Box 142"/>
          <p:cNvSpPr txBox="1">
            <a:spLocks noChangeArrowheads="1"/>
          </p:cNvSpPr>
          <p:nvPr/>
        </p:nvSpPr>
        <p:spPr bwMode="auto">
          <a:xfrm>
            <a:off x="6472180" y="286498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220" name="Text Box 142"/>
          <p:cNvSpPr txBox="1">
            <a:spLocks noChangeArrowheads="1"/>
          </p:cNvSpPr>
          <p:nvPr/>
        </p:nvSpPr>
        <p:spPr bwMode="auto">
          <a:xfrm>
            <a:off x="6688830" y="31441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smtClean="0">
                <a:latin typeface="Times New Roman" charset="0"/>
              </a:rPr>
              <a:t>2</a:t>
            </a:r>
            <a:endParaRPr lang="en-US" altLang="en-US" sz="1400" b="0" dirty="0">
              <a:latin typeface="Times New Roman" charset="0"/>
            </a:endParaRPr>
          </a:p>
        </p:txBody>
      </p:sp>
      <p:sp>
        <p:nvSpPr>
          <p:cNvPr id="221" name="Text Box 142"/>
          <p:cNvSpPr txBox="1">
            <a:spLocks noChangeArrowheads="1"/>
          </p:cNvSpPr>
          <p:nvPr/>
        </p:nvSpPr>
        <p:spPr bwMode="auto">
          <a:xfrm>
            <a:off x="6726759" y="3461679"/>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3</a:t>
            </a:r>
            <a:endParaRPr lang="en-US" altLang="en-US" sz="1400" b="0" dirty="0">
              <a:latin typeface="Times New Roman" charset="0"/>
            </a:endParaRPr>
          </a:p>
        </p:txBody>
      </p:sp>
      <p:sp>
        <p:nvSpPr>
          <p:cNvPr id="222" name="Text Box 142"/>
          <p:cNvSpPr txBox="1">
            <a:spLocks noChangeArrowheads="1"/>
          </p:cNvSpPr>
          <p:nvPr/>
        </p:nvSpPr>
        <p:spPr bwMode="auto">
          <a:xfrm>
            <a:off x="6625005" y="370192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4</a:t>
            </a:r>
            <a:endParaRPr lang="en-US" altLang="en-US" sz="1400" b="0" dirty="0">
              <a:latin typeface="Times New Roman" charset="0"/>
            </a:endParaRPr>
          </a:p>
        </p:txBody>
      </p:sp>
      <p:sp>
        <p:nvSpPr>
          <p:cNvPr id="223" name="Text Box 142"/>
          <p:cNvSpPr txBox="1">
            <a:spLocks noChangeArrowheads="1"/>
          </p:cNvSpPr>
          <p:nvPr/>
        </p:nvSpPr>
        <p:spPr bwMode="auto">
          <a:xfrm>
            <a:off x="6512346" y="39569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5</a:t>
            </a:r>
            <a:endParaRPr lang="en-US" altLang="en-US" sz="1400" b="0" dirty="0">
              <a:latin typeface="Times New Roman" charset="0"/>
            </a:endParaRPr>
          </a:p>
        </p:txBody>
      </p:sp>
      <p:sp>
        <p:nvSpPr>
          <p:cNvPr id="224" name="Text Box 142"/>
          <p:cNvSpPr txBox="1">
            <a:spLocks noChangeArrowheads="1"/>
          </p:cNvSpPr>
          <p:nvPr/>
        </p:nvSpPr>
        <p:spPr bwMode="auto">
          <a:xfrm>
            <a:off x="6510636" y="416010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6</a:t>
            </a:r>
            <a:endParaRPr lang="en-US" altLang="en-US" sz="1400" b="0" dirty="0">
              <a:latin typeface="Times New Roman" charset="0"/>
            </a:endParaRPr>
          </a:p>
        </p:txBody>
      </p:sp>
      <p:sp>
        <p:nvSpPr>
          <p:cNvPr id="225" name="Text Box 142"/>
          <p:cNvSpPr txBox="1">
            <a:spLocks noChangeArrowheads="1"/>
          </p:cNvSpPr>
          <p:nvPr/>
        </p:nvSpPr>
        <p:spPr bwMode="auto">
          <a:xfrm>
            <a:off x="6549530" y="43506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7</a:t>
            </a:r>
            <a:endParaRPr lang="en-US" altLang="en-US" sz="1400" b="0" dirty="0">
              <a:latin typeface="Times New Roman" charset="0"/>
            </a:endParaRPr>
          </a:p>
        </p:txBody>
      </p:sp>
      <p:sp>
        <p:nvSpPr>
          <p:cNvPr id="226" name="Text Box 142"/>
          <p:cNvSpPr txBox="1">
            <a:spLocks noChangeArrowheads="1"/>
          </p:cNvSpPr>
          <p:nvPr/>
        </p:nvSpPr>
        <p:spPr bwMode="auto">
          <a:xfrm>
            <a:off x="6472180" y="45919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smtClean="0">
                <a:latin typeface="Times New Roman" charset="0"/>
              </a:rPr>
              <a:t>8</a:t>
            </a:r>
            <a:endParaRPr lang="en-US" altLang="en-US" sz="1400" b="0" dirty="0">
              <a:latin typeface="Times New Roman" charset="0"/>
            </a:endParaRPr>
          </a:p>
        </p:txBody>
      </p:sp>
      <p:sp>
        <p:nvSpPr>
          <p:cNvPr id="227" name="Text Box 142"/>
          <p:cNvSpPr txBox="1">
            <a:spLocks noChangeArrowheads="1"/>
          </p:cNvSpPr>
          <p:nvPr/>
        </p:nvSpPr>
        <p:spPr bwMode="auto">
          <a:xfrm>
            <a:off x="6359521" y="48840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229" name="Text Box 142"/>
          <p:cNvSpPr txBox="1">
            <a:spLocks noChangeArrowheads="1"/>
          </p:cNvSpPr>
          <p:nvPr/>
        </p:nvSpPr>
        <p:spPr bwMode="auto">
          <a:xfrm>
            <a:off x="3944326" y="3182462"/>
            <a:ext cx="24444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230" name="Text Box 142"/>
          <p:cNvSpPr txBox="1">
            <a:spLocks noChangeArrowheads="1"/>
          </p:cNvSpPr>
          <p:nvPr/>
        </p:nvSpPr>
        <p:spPr bwMode="auto">
          <a:xfrm>
            <a:off x="4064729" y="3522185"/>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smtClean="0">
                <a:latin typeface="Times New Roman" charset="0"/>
              </a:rPr>
              <a:t>2</a:t>
            </a:r>
            <a:endParaRPr lang="en-US" altLang="en-US" sz="1400" b="0" dirty="0">
              <a:latin typeface="Times New Roman" charset="0"/>
            </a:endParaRPr>
          </a:p>
        </p:txBody>
      </p:sp>
      <p:sp>
        <p:nvSpPr>
          <p:cNvPr id="231" name="Text Box 142"/>
          <p:cNvSpPr txBox="1">
            <a:spLocks noChangeArrowheads="1"/>
          </p:cNvSpPr>
          <p:nvPr/>
        </p:nvSpPr>
        <p:spPr bwMode="auto">
          <a:xfrm>
            <a:off x="4426768" y="3591517"/>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3</a:t>
            </a:r>
            <a:endParaRPr lang="en-US" altLang="en-US" sz="1400" b="0" dirty="0">
              <a:latin typeface="Times New Roman" charset="0"/>
            </a:endParaRPr>
          </a:p>
        </p:txBody>
      </p:sp>
      <p:sp>
        <p:nvSpPr>
          <p:cNvPr id="232" name="Text Box 142"/>
          <p:cNvSpPr txBox="1">
            <a:spLocks noChangeArrowheads="1"/>
          </p:cNvSpPr>
          <p:nvPr/>
        </p:nvSpPr>
        <p:spPr bwMode="auto">
          <a:xfrm>
            <a:off x="4764344" y="3510771"/>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smtClean="0">
                <a:latin typeface="Times New Roman" charset="0"/>
              </a:rPr>
              <a:t>4</a:t>
            </a:r>
            <a:endParaRPr lang="en-US" altLang="en-US" sz="1400" b="0" dirty="0">
              <a:latin typeface="Times New Roman" charset="0"/>
            </a:endParaRPr>
          </a:p>
        </p:txBody>
      </p:sp>
      <p:sp>
        <p:nvSpPr>
          <p:cNvPr id="233" name="Text Box 142"/>
          <p:cNvSpPr txBox="1">
            <a:spLocks noChangeArrowheads="1"/>
          </p:cNvSpPr>
          <p:nvPr/>
        </p:nvSpPr>
        <p:spPr bwMode="auto">
          <a:xfrm>
            <a:off x="4884716" y="3220401"/>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5</a:t>
            </a:r>
            <a:endParaRPr lang="en-US" altLang="en-US" sz="1400" b="0" dirty="0">
              <a:latin typeface="Times New Roman" charset="0"/>
            </a:endParaRPr>
          </a:p>
        </p:txBody>
      </p:sp>
      <p:sp>
        <p:nvSpPr>
          <p:cNvPr id="234" name="Text Box 142"/>
          <p:cNvSpPr txBox="1">
            <a:spLocks noChangeArrowheads="1"/>
          </p:cNvSpPr>
          <p:nvPr/>
        </p:nvSpPr>
        <p:spPr bwMode="auto">
          <a:xfrm>
            <a:off x="4744891" y="3004626"/>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6</a:t>
            </a:r>
            <a:endParaRPr lang="en-US" altLang="en-US" sz="1400" b="0" dirty="0">
              <a:latin typeface="Times New Roman" charset="0"/>
            </a:endParaRPr>
          </a:p>
        </p:txBody>
      </p:sp>
      <p:sp>
        <p:nvSpPr>
          <p:cNvPr id="235" name="Text Box 142"/>
          <p:cNvSpPr txBox="1">
            <a:spLocks noChangeArrowheads="1"/>
          </p:cNvSpPr>
          <p:nvPr/>
        </p:nvSpPr>
        <p:spPr bwMode="auto">
          <a:xfrm>
            <a:off x="4402867" y="286498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smtClean="0">
                <a:latin typeface="Times New Roman" charset="0"/>
              </a:rPr>
              <a:t>7</a:t>
            </a:r>
            <a:endParaRPr lang="en-US" altLang="en-US" sz="1400" b="0" dirty="0">
              <a:latin typeface="Times New Roman" charset="0"/>
            </a:endParaRPr>
          </a:p>
        </p:txBody>
      </p:sp>
      <p:sp>
        <p:nvSpPr>
          <p:cNvPr id="236" name="Text Box 142"/>
          <p:cNvSpPr txBox="1">
            <a:spLocks noChangeArrowheads="1"/>
          </p:cNvSpPr>
          <p:nvPr/>
        </p:nvSpPr>
        <p:spPr bwMode="auto">
          <a:xfrm>
            <a:off x="4083842" y="2916147"/>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8</a:t>
            </a:r>
            <a:endParaRPr lang="en-US" altLang="en-US" sz="1400" b="0" dirty="0">
              <a:latin typeface="Times New Roman" charset="0"/>
            </a:endParaRPr>
          </a:p>
        </p:txBody>
      </p:sp>
      <p:sp>
        <p:nvSpPr>
          <p:cNvPr id="238" name="Text Box 142"/>
          <p:cNvSpPr txBox="1">
            <a:spLocks noChangeArrowheads="1"/>
          </p:cNvSpPr>
          <p:nvPr/>
        </p:nvSpPr>
        <p:spPr bwMode="auto">
          <a:xfrm>
            <a:off x="1722254" y="5455419"/>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239" name="Text Box 142"/>
          <p:cNvSpPr txBox="1">
            <a:spLocks noChangeArrowheads="1"/>
          </p:cNvSpPr>
          <p:nvPr/>
        </p:nvSpPr>
        <p:spPr bwMode="auto">
          <a:xfrm>
            <a:off x="1836819" y="5777367"/>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smtClean="0">
                <a:latin typeface="Times New Roman" charset="0"/>
              </a:rPr>
              <a:t>2</a:t>
            </a:r>
            <a:endParaRPr lang="en-US" altLang="en-US" sz="1400" b="0" dirty="0">
              <a:latin typeface="Times New Roman" charset="0"/>
            </a:endParaRPr>
          </a:p>
        </p:txBody>
      </p:sp>
      <p:sp>
        <p:nvSpPr>
          <p:cNvPr id="240" name="Text Box 142"/>
          <p:cNvSpPr txBox="1">
            <a:spLocks noChangeArrowheads="1"/>
          </p:cNvSpPr>
          <p:nvPr/>
        </p:nvSpPr>
        <p:spPr bwMode="auto">
          <a:xfrm>
            <a:off x="2241412" y="5852576"/>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smtClean="0">
                <a:latin typeface="Times New Roman" charset="0"/>
              </a:rPr>
              <a:t>3</a:t>
            </a:r>
            <a:endParaRPr lang="en-US" altLang="en-US" sz="1400" b="0" dirty="0">
              <a:latin typeface="Times New Roman" charset="0"/>
            </a:endParaRPr>
          </a:p>
        </p:txBody>
      </p:sp>
      <p:sp>
        <p:nvSpPr>
          <p:cNvPr id="241" name="Text Box 142"/>
          <p:cNvSpPr txBox="1">
            <a:spLocks noChangeArrowheads="1"/>
          </p:cNvSpPr>
          <p:nvPr/>
        </p:nvSpPr>
        <p:spPr bwMode="auto">
          <a:xfrm>
            <a:off x="2522531" y="5658654"/>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4</a:t>
            </a:r>
            <a:endParaRPr lang="en-US" altLang="en-US" sz="1400" b="0" dirty="0">
              <a:latin typeface="Times New Roman" charset="0"/>
            </a:endParaRPr>
          </a:p>
        </p:txBody>
      </p:sp>
      <p:sp>
        <p:nvSpPr>
          <p:cNvPr id="242" name="Text Box 142"/>
          <p:cNvSpPr txBox="1">
            <a:spLocks noChangeArrowheads="1"/>
          </p:cNvSpPr>
          <p:nvPr/>
        </p:nvSpPr>
        <p:spPr bwMode="auto">
          <a:xfrm>
            <a:off x="2624111" y="535395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smtClean="0">
                <a:latin typeface="Times New Roman" charset="0"/>
              </a:rPr>
              <a:t>5</a:t>
            </a:r>
            <a:endParaRPr lang="en-US" altLang="en-US" sz="1400" b="0" dirty="0">
              <a:latin typeface="Times New Roman" charset="0"/>
            </a:endParaRPr>
          </a:p>
        </p:txBody>
      </p:sp>
      <p:sp>
        <p:nvSpPr>
          <p:cNvPr id="243" name="Text Box 142"/>
          <p:cNvSpPr txBox="1">
            <a:spLocks noChangeArrowheads="1"/>
          </p:cNvSpPr>
          <p:nvPr/>
        </p:nvSpPr>
        <p:spPr bwMode="auto">
          <a:xfrm>
            <a:off x="2509844" y="5164891"/>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6</a:t>
            </a:r>
            <a:endParaRPr lang="en-US" altLang="en-US" sz="1400" b="0" dirty="0">
              <a:latin typeface="Times New Roman" charset="0"/>
            </a:endParaRPr>
          </a:p>
        </p:txBody>
      </p:sp>
      <p:sp>
        <p:nvSpPr>
          <p:cNvPr id="244" name="Text Box 142"/>
          <p:cNvSpPr txBox="1">
            <a:spLocks noChangeArrowheads="1"/>
          </p:cNvSpPr>
          <p:nvPr/>
        </p:nvSpPr>
        <p:spPr bwMode="auto">
          <a:xfrm>
            <a:off x="2293093" y="49856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7</a:t>
            </a:r>
            <a:endParaRPr lang="en-US" altLang="en-US" sz="1400" b="0" dirty="0">
              <a:latin typeface="Times New Roman" charset="0"/>
            </a:endParaRPr>
          </a:p>
        </p:txBody>
      </p:sp>
      <p:sp>
        <p:nvSpPr>
          <p:cNvPr id="246" name="Text Box 142"/>
          <p:cNvSpPr txBox="1">
            <a:spLocks noChangeArrowheads="1"/>
          </p:cNvSpPr>
          <p:nvPr/>
        </p:nvSpPr>
        <p:spPr bwMode="auto">
          <a:xfrm>
            <a:off x="1764998" y="3268246"/>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1</a:t>
            </a:r>
            <a:endParaRPr lang="en-US" altLang="en-US" sz="1400" b="0" dirty="0">
              <a:latin typeface="Times New Roman" charset="0"/>
            </a:endParaRPr>
          </a:p>
        </p:txBody>
      </p:sp>
      <p:sp>
        <p:nvSpPr>
          <p:cNvPr id="247" name="Text Box 142"/>
          <p:cNvSpPr txBox="1">
            <a:spLocks noChangeArrowheads="1"/>
          </p:cNvSpPr>
          <p:nvPr/>
        </p:nvSpPr>
        <p:spPr bwMode="auto">
          <a:xfrm>
            <a:off x="1959088" y="3168117"/>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smtClean="0">
                <a:latin typeface="Times New Roman" charset="0"/>
              </a:rPr>
              <a:t>2</a:t>
            </a:r>
            <a:endParaRPr lang="en-US" altLang="en-US" sz="1400" b="0" dirty="0">
              <a:latin typeface="Times New Roman" charset="0"/>
            </a:endParaRPr>
          </a:p>
        </p:txBody>
      </p:sp>
      <p:sp>
        <p:nvSpPr>
          <p:cNvPr id="248" name="Text Box 142"/>
          <p:cNvSpPr txBox="1">
            <a:spLocks noChangeArrowheads="1"/>
          </p:cNvSpPr>
          <p:nvPr/>
        </p:nvSpPr>
        <p:spPr bwMode="auto">
          <a:xfrm>
            <a:off x="2204143" y="304429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smtClean="0">
                <a:latin typeface="Times New Roman" charset="0"/>
              </a:rPr>
              <a:t>3</a:t>
            </a:r>
            <a:endParaRPr lang="en-US" altLang="en-US" sz="1400" b="0" dirty="0">
              <a:latin typeface="Times New Roman" charset="0"/>
            </a:endParaRPr>
          </a:p>
        </p:txBody>
      </p:sp>
      <p:sp>
        <p:nvSpPr>
          <p:cNvPr id="250" name="Text Box 142"/>
          <p:cNvSpPr txBox="1">
            <a:spLocks noChangeArrowheads="1"/>
          </p:cNvSpPr>
          <p:nvPr/>
        </p:nvSpPr>
        <p:spPr bwMode="auto">
          <a:xfrm>
            <a:off x="2365219" y="2964392"/>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4</a:t>
            </a:r>
            <a:endParaRPr lang="en-US" altLang="en-US" sz="1400" b="0" dirty="0">
              <a:latin typeface="Times New Roman" charset="0"/>
            </a:endParaRPr>
          </a:p>
        </p:txBody>
      </p:sp>
      <p:sp>
        <p:nvSpPr>
          <p:cNvPr id="251" name="Text Box 142"/>
          <p:cNvSpPr txBox="1">
            <a:spLocks noChangeArrowheads="1"/>
          </p:cNvSpPr>
          <p:nvPr/>
        </p:nvSpPr>
        <p:spPr bwMode="auto">
          <a:xfrm>
            <a:off x="2502436" y="290771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dirty="0">
                <a:latin typeface="Times New Roman" charset="0"/>
              </a:rPr>
              <a:t>5</a:t>
            </a:r>
            <a:endParaRPr lang="en-US" altLang="en-US" sz="1400" b="0" dirty="0">
              <a:latin typeface="Times New Roman" charset="0"/>
            </a:endParaRPr>
          </a:p>
        </p:txBody>
      </p:sp>
      <p:sp>
        <p:nvSpPr>
          <p:cNvPr id="252" name="Text Box 142"/>
          <p:cNvSpPr txBox="1">
            <a:spLocks noChangeArrowheads="1"/>
          </p:cNvSpPr>
          <p:nvPr/>
        </p:nvSpPr>
        <p:spPr bwMode="auto">
          <a:xfrm>
            <a:off x="1899752" y="5011003"/>
            <a:ext cx="2744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IN" altLang="en-US" sz="1400" b="0" dirty="0" smtClean="0">
                <a:latin typeface="Times New Roman" charset="0"/>
              </a:rPr>
              <a:t>8</a:t>
            </a:r>
            <a:endParaRPr lang="en-US" altLang="en-US" sz="1400" b="0" dirty="0">
              <a:latin typeface="Times New Roman" charset="0"/>
            </a:endParaRPr>
          </a:p>
        </p:txBody>
      </p:sp>
      <p:sp>
        <p:nvSpPr>
          <p:cNvPr id="218" name="Arc 71"/>
          <p:cNvSpPr>
            <a:spLocks/>
          </p:cNvSpPr>
          <p:nvPr/>
        </p:nvSpPr>
        <p:spPr bwMode="auto">
          <a:xfrm flipH="1">
            <a:off x="2117130" y="5331611"/>
            <a:ext cx="252387" cy="540000"/>
          </a:xfrm>
          <a:custGeom>
            <a:avLst/>
            <a:gdLst>
              <a:gd name="G0" fmla="+- 1866 0 0"/>
              <a:gd name="G1" fmla="+- 21600 0 0"/>
              <a:gd name="G2" fmla="+- 21600 0 0"/>
              <a:gd name="T0" fmla="*/ 1866 w 23466"/>
              <a:gd name="T1" fmla="*/ 0 h 43200"/>
              <a:gd name="T2" fmla="*/ 0 w 23466"/>
              <a:gd name="T3" fmla="*/ 43119 h 43200"/>
              <a:gd name="T4" fmla="*/ 1866 w 23466"/>
              <a:gd name="T5" fmla="*/ 21600 h 43200"/>
            </a:gdLst>
            <a:ahLst/>
            <a:cxnLst>
              <a:cxn ang="0">
                <a:pos x="T0" y="T1"/>
              </a:cxn>
              <a:cxn ang="0">
                <a:pos x="T2" y="T3"/>
              </a:cxn>
              <a:cxn ang="0">
                <a:pos x="T4" y="T5"/>
              </a:cxn>
            </a:cxnLst>
            <a:rect l="0" t="0" r="r" b="b"/>
            <a:pathLst>
              <a:path w="23466" h="43200" fill="none" extrusionOk="0">
                <a:moveTo>
                  <a:pt x="1866" y="-1"/>
                </a:moveTo>
                <a:cubicBezTo>
                  <a:pt x="13795" y="0"/>
                  <a:pt x="23466" y="9670"/>
                  <a:pt x="23466" y="21600"/>
                </a:cubicBezTo>
                <a:cubicBezTo>
                  <a:pt x="23466" y="33529"/>
                  <a:pt x="13795" y="43200"/>
                  <a:pt x="1866" y="43200"/>
                </a:cubicBezTo>
                <a:cubicBezTo>
                  <a:pt x="1243" y="43199"/>
                  <a:pt x="620" y="43173"/>
                  <a:pt x="-1" y="43119"/>
                </a:cubicBezTo>
              </a:path>
              <a:path w="23466" h="43200" stroke="0" extrusionOk="0">
                <a:moveTo>
                  <a:pt x="1866" y="-1"/>
                </a:moveTo>
                <a:cubicBezTo>
                  <a:pt x="13795" y="0"/>
                  <a:pt x="23466" y="9670"/>
                  <a:pt x="23466" y="21600"/>
                </a:cubicBezTo>
                <a:cubicBezTo>
                  <a:pt x="23466" y="33529"/>
                  <a:pt x="13795" y="43200"/>
                  <a:pt x="1866" y="43200"/>
                </a:cubicBezTo>
                <a:cubicBezTo>
                  <a:pt x="1243" y="43199"/>
                  <a:pt x="620" y="43173"/>
                  <a:pt x="-1" y="43119"/>
                </a:cubicBezTo>
                <a:lnTo>
                  <a:pt x="1866" y="21600"/>
                </a:lnTo>
                <a:close/>
              </a:path>
            </a:pathLst>
          </a:custGeom>
          <a:noFill/>
          <a:ln w="9525">
            <a:solidFill>
              <a:schemeClr val="bg2"/>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13" name="Line 69"/>
          <p:cNvSpPr>
            <a:spLocks noChangeShapeType="1"/>
          </p:cNvSpPr>
          <p:nvPr/>
        </p:nvSpPr>
        <p:spPr bwMode="auto">
          <a:xfrm flipH="1">
            <a:off x="2117147" y="3318946"/>
            <a:ext cx="234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216" name="Line 70"/>
          <p:cNvSpPr>
            <a:spLocks noChangeShapeType="1"/>
          </p:cNvSpPr>
          <p:nvPr/>
        </p:nvSpPr>
        <p:spPr bwMode="auto">
          <a:xfrm>
            <a:off x="2111253" y="3318946"/>
            <a:ext cx="0" cy="228600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aphicFrame>
        <p:nvGraphicFramePr>
          <p:cNvPr id="79" name="Object 75"/>
          <p:cNvGraphicFramePr>
            <a:graphicFrameLocks noChangeAspect="1"/>
          </p:cNvGraphicFramePr>
          <p:nvPr>
            <p:extLst>
              <p:ext uri="{D42A27DB-BD31-4B8C-83A1-F6EECF244321}">
                <p14:modId xmlns:p14="http://schemas.microsoft.com/office/powerpoint/2010/main" val="2090043283"/>
              </p:ext>
            </p:extLst>
          </p:nvPr>
        </p:nvGraphicFramePr>
        <p:xfrm>
          <a:off x="1926063" y="5258441"/>
          <a:ext cx="657768" cy="647705"/>
        </p:xfrm>
        <a:graphic>
          <a:graphicData uri="http://schemas.openxmlformats.org/presentationml/2006/ole">
            <mc:AlternateContent xmlns:mc="http://schemas.openxmlformats.org/markup-compatibility/2006">
              <mc:Choice xmlns:v="urn:schemas-microsoft-com:vml" Requires="v">
                <p:oleObj spid="_x0000_s7251" name="CorelDRAW" r:id="rId3" imgW="5283360" imgH="4897080" progId="CorelDRAW.Graphic.11">
                  <p:embed/>
                </p:oleObj>
              </mc:Choice>
              <mc:Fallback>
                <p:oleObj name="CorelDRAW" r:id="rId3" imgW="5283360" imgH="4897080" progId="CorelDRAW.Graphic.11">
                  <p:embed/>
                  <p:pic>
                    <p:nvPicPr>
                      <p:cNvPr id="79" name="Object 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6063" y="5258441"/>
                        <a:ext cx="657768" cy="647705"/>
                      </a:xfrm>
                      <a:prstGeom prst="rect">
                        <a:avLst/>
                      </a:prstGeom>
                      <a:noFill/>
                      <a:ln>
                        <a:noFill/>
                      </a:ln>
                      <a:effectLst/>
                      <a:extLst/>
                    </p:spPr>
                  </p:pic>
                </p:oleObj>
              </mc:Fallback>
            </mc:AlternateContent>
          </a:graphicData>
        </a:graphic>
      </p:graphicFrame>
      <p:grpSp>
        <p:nvGrpSpPr>
          <p:cNvPr id="93" name="Group 89"/>
          <p:cNvGrpSpPr>
            <a:grpSpLocks/>
          </p:cNvGrpSpPr>
          <p:nvPr/>
        </p:nvGrpSpPr>
        <p:grpSpPr bwMode="auto">
          <a:xfrm>
            <a:off x="1935153" y="5265481"/>
            <a:ext cx="648059" cy="635066"/>
            <a:chOff x="960" y="2628"/>
            <a:chExt cx="642" cy="636"/>
          </a:xfrm>
        </p:grpSpPr>
        <p:sp>
          <p:nvSpPr>
            <p:cNvPr id="94" name="Line 90"/>
            <p:cNvSpPr>
              <a:spLocks noChangeShapeType="1"/>
            </p:cNvSpPr>
            <p:nvPr/>
          </p:nvSpPr>
          <p:spPr bwMode="auto">
            <a:xfrm>
              <a:off x="1128" y="2676"/>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5" name="Line 91"/>
            <p:cNvSpPr>
              <a:spLocks noChangeShapeType="1"/>
            </p:cNvSpPr>
            <p:nvPr/>
          </p:nvSpPr>
          <p:spPr bwMode="auto">
            <a:xfrm>
              <a:off x="1056" y="2736"/>
              <a:ext cx="480"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6" name="Line 92"/>
            <p:cNvSpPr>
              <a:spLocks noChangeShapeType="1"/>
            </p:cNvSpPr>
            <p:nvPr/>
          </p:nvSpPr>
          <p:spPr bwMode="auto">
            <a:xfrm>
              <a:off x="1008" y="2802"/>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7" name="Line 93"/>
            <p:cNvSpPr>
              <a:spLocks noChangeShapeType="1"/>
            </p:cNvSpPr>
            <p:nvPr/>
          </p:nvSpPr>
          <p:spPr bwMode="auto">
            <a:xfrm>
              <a:off x="984" y="2898"/>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8" name="Line 94"/>
            <p:cNvSpPr>
              <a:spLocks noChangeShapeType="1"/>
            </p:cNvSpPr>
            <p:nvPr/>
          </p:nvSpPr>
          <p:spPr bwMode="auto">
            <a:xfrm>
              <a:off x="960" y="2976"/>
              <a:ext cx="33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99" name="Line 95"/>
            <p:cNvSpPr>
              <a:spLocks noChangeShapeType="1"/>
            </p:cNvSpPr>
            <p:nvPr/>
          </p:nvSpPr>
          <p:spPr bwMode="auto">
            <a:xfrm>
              <a:off x="1008" y="3120"/>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00" name="Line 96"/>
            <p:cNvSpPr>
              <a:spLocks noChangeShapeType="1"/>
            </p:cNvSpPr>
            <p:nvPr/>
          </p:nvSpPr>
          <p:spPr bwMode="auto">
            <a:xfrm>
              <a:off x="1200" y="2640"/>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01" name="Line 97"/>
            <p:cNvSpPr>
              <a:spLocks noChangeShapeType="1"/>
            </p:cNvSpPr>
            <p:nvPr/>
          </p:nvSpPr>
          <p:spPr bwMode="auto">
            <a:xfrm>
              <a:off x="1266" y="2628"/>
              <a:ext cx="33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103" name="Oval 102"/>
          <p:cNvSpPr/>
          <p:nvPr/>
        </p:nvSpPr>
        <p:spPr>
          <a:xfrm>
            <a:off x="4210869" y="3198098"/>
            <a:ext cx="648680" cy="333209"/>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 name="Group 104"/>
          <p:cNvGrpSpPr/>
          <p:nvPr/>
        </p:nvGrpSpPr>
        <p:grpSpPr>
          <a:xfrm>
            <a:off x="2405585" y="2641919"/>
            <a:ext cx="1254855" cy="1496400"/>
            <a:chOff x="2405585" y="2641919"/>
            <a:chExt cx="1254855" cy="1496400"/>
          </a:xfrm>
        </p:grpSpPr>
        <p:sp>
          <p:nvSpPr>
            <p:cNvPr id="195" name="Rectangle 3"/>
            <p:cNvSpPr>
              <a:spLocks noChangeArrowheads="1"/>
            </p:cNvSpPr>
            <p:nvPr/>
          </p:nvSpPr>
          <p:spPr bwMode="auto">
            <a:xfrm>
              <a:off x="3110973" y="3223081"/>
              <a:ext cx="9457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dirty="0" smtClean="0">
                  <a:solidFill>
                    <a:srgbClr val="000000"/>
                  </a:solidFill>
                  <a:latin typeface="Times New Roman" charset="0"/>
                </a:rPr>
                <a:t>L</a:t>
              </a:r>
              <a:endParaRPr lang="en-US" altLang="en-US" sz="2400" b="0" dirty="0">
                <a:latin typeface="Times New Roman" charset="0"/>
              </a:endParaRPr>
            </a:p>
          </p:txBody>
        </p:sp>
        <p:sp>
          <p:nvSpPr>
            <p:cNvPr id="245" name="Line 128"/>
            <p:cNvSpPr>
              <a:spLocks noChangeShapeType="1"/>
            </p:cNvSpPr>
            <p:nvPr/>
          </p:nvSpPr>
          <p:spPr bwMode="auto">
            <a:xfrm rot="877669" flipH="1" flipV="1">
              <a:off x="2405585" y="2641919"/>
              <a:ext cx="1254855" cy="1496400"/>
            </a:xfrm>
            <a:prstGeom prst="line">
              <a:avLst/>
            </a:prstGeom>
            <a:ln>
              <a:headEnd type="triangle"/>
              <a:tailEnd type="triangle"/>
            </a:ln>
            <a:extLst/>
          </p:spPr>
          <p:style>
            <a:lnRef idx="1">
              <a:schemeClr val="dk1"/>
            </a:lnRef>
            <a:fillRef idx="0">
              <a:schemeClr val="dk1"/>
            </a:fillRef>
            <a:effectRef idx="0">
              <a:schemeClr val="dk1"/>
            </a:effectRef>
            <a:fontRef idx="minor">
              <a:schemeClr val="tx1"/>
            </a:fontRef>
          </p:style>
          <p:txBody>
            <a:bodyPr/>
            <a:lstStyle/>
            <a:p>
              <a:endParaRPr lang="en-US"/>
            </a:p>
          </p:txBody>
        </p:sp>
      </p:grpSp>
    </p:spTree>
    <p:extLst>
      <p:ext uri="{BB962C8B-B14F-4D97-AF65-F5344CB8AC3E}">
        <p14:creationId xmlns:p14="http://schemas.microsoft.com/office/powerpoint/2010/main" val="1399506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500" fill="hold"/>
                                        <p:tgtEl>
                                          <p:spTgt spid="8"/>
                                        </p:tgtEl>
                                        <p:attrNameLst>
                                          <p:attrName>ppt_w</p:attrName>
                                        </p:attrNameLst>
                                      </p:cBhvr>
                                      <p:tavLst>
                                        <p:tav tm="0">
                                          <p:val>
                                            <p:fltVal val="0"/>
                                          </p:val>
                                        </p:tav>
                                        <p:tav tm="100000">
                                          <p:val>
                                            <p:strVal val="#ppt_w"/>
                                          </p:val>
                                        </p:tav>
                                      </p:tavLst>
                                    </p:anim>
                                    <p:anim calcmode="lin" valueType="num">
                                      <p:cBhvr>
                                        <p:cTn id="20"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253"/>
                                        </p:tgtEl>
                                        <p:attrNameLst>
                                          <p:attrName>style.visibility</p:attrName>
                                        </p:attrNameLst>
                                      </p:cBhvr>
                                      <p:to>
                                        <p:strVal val="visible"/>
                                      </p:to>
                                    </p:set>
                                    <p:animEffect transition="in" filter="circle(in)">
                                      <p:cBhvr>
                                        <p:cTn id="25" dur="500"/>
                                        <p:tgtEl>
                                          <p:spTgt spid="25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ppt_w</p:attrName>
                                        </p:attrNameLst>
                                      </p:cBhvr>
                                      <p:tavLst>
                                        <p:tav tm="0">
                                          <p:val>
                                            <p:fltVal val="0"/>
                                          </p:val>
                                        </p:tav>
                                        <p:tav tm="100000">
                                          <p:val>
                                            <p:strVal val="#ppt_w"/>
                                          </p:val>
                                        </p:tav>
                                      </p:tavLst>
                                    </p:anim>
                                    <p:anim calcmode="lin" valueType="num">
                                      <p:cBhvr>
                                        <p:cTn id="31"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7" presetClass="entr" presetSubtype="4" fill="hold" nodeType="clickEffect">
                                  <p:stCondLst>
                                    <p:cond delay="0"/>
                                  </p:stCondLst>
                                  <p:childTnLst>
                                    <p:set>
                                      <p:cBhvr>
                                        <p:cTn id="41" dur="1" fill="hold">
                                          <p:stCondLst>
                                            <p:cond delay="0"/>
                                          </p:stCondLst>
                                        </p:cTn>
                                        <p:tgtEl>
                                          <p:spTgt spid="39"/>
                                        </p:tgtEl>
                                        <p:attrNameLst>
                                          <p:attrName>style.visibility</p:attrName>
                                        </p:attrNameLst>
                                      </p:cBhvr>
                                      <p:to>
                                        <p:strVal val="visible"/>
                                      </p:to>
                                    </p:set>
                                    <p:anim calcmode="lin" valueType="num">
                                      <p:cBhvr>
                                        <p:cTn id="42" dur="500" fill="hold"/>
                                        <p:tgtEl>
                                          <p:spTgt spid="39"/>
                                        </p:tgtEl>
                                        <p:attrNameLst>
                                          <p:attrName>ppt_x</p:attrName>
                                        </p:attrNameLst>
                                      </p:cBhvr>
                                      <p:tavLst>
                                        <p:tav tm="0">
                                          <p:val>
                                            <p:strVal val="#ppt_x"/>
                                          </p:val>
                                        </p:tav>
                                        <p:tav tm="100000">
                                          <p:val>
                                            <p:strVal val="#ppt_x"/>
                                          </p:val>
                                        </p:tav>
                                      </p:tavLst>
                                    </p:anim>
                                    <p:anim calcmode="lin" valueType="num">
                                      <p:cBhvr>
                                        <p:cTn id="43" dur="500" fill="hold"/>
                                        <p:tgtEl>
                                          <p:spTgt spid="39"/>
                                        </p:tgtEl>
                                        <p:attrNameLst>
                                          <p:attrName>ppt_y</p:attrName>
                                        </p:attrNameLst>
                                      </p:cBhvr>
                                      <p:tavLst>
                                        <p:tav tm="0">
                                          <p:val>
                                            <p:strVal val="#ppt_y+#ppt_h/2"/>
                                          </p:val>
                                        </p:tav>
                                        <p:tav tm="100000">
                                          <p:val>
                                            <p:strVal val="#ppt_y"/>
                                          </p:val>
                                        </p:tav>
                                      </p:tavLst>
                                    </p:anim>
                                    <p:anim calcmode="lin" valueType="num">
                                      <p:cBhvr>
                                        <p:cTn id="44" dur="500" fill="hold"/>
                                        <p:tgtEl>
                                          <p:spTgt spid="39"/>
                                        </p:tgtEl>
                                        <p:attrNameLst>
                                          <p:attrName>ppt_w</p:attrName>
                                        </p:attrNameLst>
                                      </p:cBhvr>
                                      <p:tavLst>
                                        <p:tav tm="0">
                                          <p:val>
                                            <p:strVal val="#ppt_w"/>
                                          </p:val>
                                        </p:tav>
                                        <p:tav tm="100000">
                                          <p:val>
                                            <p:strVal val="#ppt_w"/>
                                          </p:val>
                                        </p:tav>
                                      </p:tavLst>
                                    </p:anim>
                                    <p:anim calcmode="lin" valueType="num">
                                      <p:cBhvr>
                                        <p:cTn id="45" dur="500" fill="hold"/>
                                        <p:tgtEl>
                                          <p:spTgt spid="39"/>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17" presetClass="entr" presetSubtype="4"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anim calcmode="lin" valueType="num">
                                      <p:cBhvr>
                                        <p:cTn id="50" dur="500" fill="hold"/>
                                        <p:tgtEl>
                                          <p:spTgt spid="23"/>
                                        </p:tgtEl>
                                        <p:attrNameLst>
                                          <p:attrName>ppt_x</p:attrName>
                                        </p:attrNameLst>
                                      </p:cBhvr>
                                      <p:tavLst>
                                        <p:tav tm="0">
                                          <p:val>
                                            <p:strVal val="#ppt_x"/>
                                          </p:val>
                                        </p:tav>
                                        <p:tav tm="100000">
                                          <p:val>
                                            <p:strVal val="#ppt_x"/>
                                          </p:val>
                                        </p:tav>
                                      </p:tavLst>
                                    </p:anim>
                                    <p:anim calcmode="lin" valueType="num">
                                      <p:cBhvr>
                                        <p:cTn id="51" dur="500" fill="hold"/>
                                        <p:tgtEl>
                                          <p:spTgt spid="23"/>
                                        </p:tgtEl>
                                        <p:attrNameLst>
                                          <p:attrName>ppt_y</p:attrName>
                                        </p:attrNameLst>
                                      </p:cBhvr>
                                      <p:tavLst>
                                        <p:tav tm="0">
                                          <p:val>
                                            <p:strVal val="#ppt_y+#ppt_h/2"/>
                                          </p:val>
                                        </p:tav>
                                        <p:tav tm="100000">
                                          <p:val>
                                            <p:strVal val="#ppt_y"/>
                                          </p:val>
                                        </p:tav>
                                      </p:tavLst>
                                    </p:anim>
                                    <p:anim calcmode="lin" valueType="num">
                                      <p:cBhvr>
                                        <p:cTn id="52" dur="500" fill="hold"/>
                                        <p:tgtEl>
                                          <p:spTgt spid="23"/>
                                        </p:tgtEl>
                                        <p:attrNameLst>
                                          <p:attrName>ppt_w</p:attrName>
                                        </p:attrNameLst>
                                      </p:cBhvr>
                                      <p:tavLst>
                                        <p:tav tm="0">
                                          <p:val>
                                            <p:strVal val="#ppt_w"/>
                                          </p:val>
                                        </p:tav>
                                        <p:tav tm="100000">
                                          <p:val>
                                            <p:strVal val="#ppt_w"/>
                                          </p:val>
                                        </p:tav>
                                      </p:tavLst>
                                    </p:anim>
                                    <p:anim calcmode="lin" valueType="num">
                                      <p:cBhvr>
                                        <p:cTn id="53" dur="500" fill="hold"/>
                                        <p:tgtEl>
                                          <p:spTgt spid="23"/>
                                        </p:tgtEl>
                                        <p:attrNameLst>
                                          <p:attrName>ppt_h</p:attrName>
                                        </p:attrNameLst>
                                      </p:cBhvr>
                                      <p:tavLst>
                                        <p:tav tm="0">
                                          <p:val>
                                            <p:fltVal val="0"/>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6" presetClass="entr" presetSubtype="42" fill="hold" nodeType="clickEffect">
                                  <p:stCondLst>
                                    <p:cond delay="0"/>
                                  </p:stCondLst>
                                  <p:childTnLst>
                                    <p:set>
                                      <p:cBhvr>
                                        <p:cTn id="57" dur="1" fill="hold">
                                          <p:stCondLst>
                                            <p:cond delay="0"/>
                                          </p:stCondLst>
                                        </p:cTn>
                                        <p:tgtEl>
                                          <p:spTgt spid="254"/>
                                        </p:tgtEl>
                                        <p:attrNameLst>
                                          <p:attrName>style.visibility</p:attrName>
                                        </p:attrNameLst>
                                      </p:cBhvr>
                                      <p:to>
                                        <p:strVal val="visible"/>
                                      </p:to>
                                    </p:set>
                                    <p:animEffect transition="in" filter="barn(outHorizontal)">
                                      <p:cBhvr>
                                        <p:cTn id="58" dur="500"/>
                                        <p:tgtEl>
                                          <p:spTgt spid="254"/>
                                        </p:tgtEl>
                                      </p:cBhvr>
                                    </p:animEffect>
                                  </p:childTnLst>
                                </p:cTn>
                              </p:par>
                            </p:childTnLst>
                          </p:cTn>
                        </p:par>
                      </p:childTnLst>
                    </p:cTn>
                  </p:par>
                  <p:par>
                    <p:cTn id="59" fill="hold">
                      <p:stCondLst>
                        <p:cond delay="indefinite"/>
                      </p:stCondLst>
                      <p:childTnLst>
                        <p:par>
                          <p:cTn id="60" fill="hold">
                            <p:stCondLst>
                              <p:cond delay="0"/>
                            </p:stCondLst>
                            <p:childTnLst>
                              <p:par>
                                <p:cTn id="61" presetID="18" presetClass="entr" presetSubtype="3"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strips(upRight)">
                                      <p:cBhvr>
                                        <p:cTn id="63" dur="500"/>
                                        <p:tgtEl>
                                          <p:spTgt spid="26"/>
                                        </p:tgtEl>
                                      </p:cBhvr>
                                    </p:animEffect>
                                  </p:childTnLst>
                                </p:cTn>
                              </p:par>
                              <p:par>
                                <p:cTn id="64" presetID="18" presetClass="entr" presetSubtype="9" fill="hold" grpId="0" nodeType="withEffect">
                                  <p:stCondLst>
                                    <p:cond delay="0"/>
                                  </p:stCondLst>
                                  <p:childTnLst>
                                    <p:set>
                                      <p:cBhvr>
                                        <p:cTn id="65" dur="1" fill="hold">
                                          <p:stCondLst>
                                            <p:cond delay="0"/>
                                          </p:stCondLst>
                                        </p:cTn>
                                        <p:tgtEl>
                                          <p:spTgt spid="27"/>
                                        </p:tgtEl>
                                        <p:attrNameLst>
                                          <p:attrName>style.visibility</p:attrName>
                                        </p:attrNameLst>
                                      </p:cBhvr>
                                      <p:to>
                                        <p:strVal val="visible"/>
                                      </p:to>
                                    </p:set>
                                    <p:animEffect transition="in" filter="strips(upLeft)">
                                      <p:cBhvr>
                                        <p:cTn id="66" dur="500"/>
                                        <p:tgtEl>
                                          <p:spTgt spid="27"/>
                                        </p:tgtEl>
                                      </p:cBhvr>
                                    </p:animEffect>
                                  </p:childTnLst>
                                </p:cTn>
                              </p:par>
                            </p:childTnLst>
                          </p:cTn>
                        </p:par>
                      </p:childTnLst>
                    </p:cTn>
                  </p:par>
                  <p:par>
                    <p:cTn id="67" fill="hold">
                      <p:stCondLst>
                        <p:cond delay="indefinite"/>
                      </p:stCondLst>
                      <p:childTnLst>
                        <p:par>
                          <p:cTn id="68" fill="hold">
                            <p:stCondLst>
                              <p:cond delay="0"/>
                            </p:stCondLst>
                            <p:childTnLst>
                              <p:par>
                                <p:cTn id="69" presetID="17" presetClass="entr" presetSubtype="8" fill="hold" nodeType="click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p:cTn id="71" dur="500" fill="hold"/>
                                        <p:tgtEl>
                                          <p:spTgt spid="29"/>
                                        </p:tgtEl>
                                        <p:attrNameLst>
                                          <p:attrName>ppt_x</p:attrName>
                                        </p:attrNameLst>
                                      </p:cBhvr>
                                      <p:tavLst>
                                        <p:tav tm="0">
                                          <p:val>
                                            <p:strVal val="#ppt_x-#ppt_w/2"/>
                                          </p:val>
                                        </p:tav>
                                        <p:tav tm="100000">
                                          <p:val>
                                            <p:strVal val="#ppt_x"/>
                                          </p:val>
                                        </p:tav>
                                      </p:tavLst>
                                    </p:anim>
                                    <p:anim calcmode="lin" valueType="num">
                                      <p:cBhvr>
                                        <p:cTn id="72" dur="500" fill="hold"/>
                                        <p:tgtEl>
                                          <p:spTgt spid="29"/>
                                        </p:tgtEl>
                                        <p:attrNameLst>
                                          <p:attrName>ppt_y</p:attrName>
                                        </p:attrNameLst>
                                      </p:cBhvr>
                                      <p:tavLst>
                                        <p:tav tm="0">
                                          <p:val>
                                            <p:strVal val="#ppt_y"/>
                                          </p:val>
                                        </p:tav>
                                        <p:tav tm="100000">
                                          <p:val>
                                            <p:strVal val="#ppt_y"/>
                                          </p:val>
                                        </p:tav>
                                      </p:tavLst>
                                    </p:anim>
                                    <p:anim calcmode="lin" valueType="num">
                                      <p:cBhvr>
                                        <p:cTn id="73" dur="500" fill="hold"/>
                                        <p:tgtEl>
                                          <p:spTgt spid="29"/>
                                        </p:tgtEl>
                                        <p:attrNameLst>
                                          <p:attrName>ppt_w</p:attrName>
                                        </p:attrNameLst>
                                      </p:cBhvr>
                                      <p:tavLst>
                                        <p:tav tm="0">
                                          <p:val>
                                            <p:fltVal val="0"/>
                                          </p:val>
                                        </p:tav>
                                        <p:tav tm="100000">
                                          <p:val>
                                            <p:strVal val="#ppt_w"/>
                                          </p:val>
                                        </p:tav>
                                      </p:tavLst>
                                    </p:anim>
                                    <p:anim calcmode="lin" valueType="num">
                                      <p:cBhvr>
                                        <p:cTn id="74" dur="500" fill="hold"/>
                                        <p:tgtEl>
                                          <p:spTgt spid="29"/>
                                        </p:tgtEl>
                                        <p:attrNameLst>
                                          <p:attrName>ppt_h</p:attrName>
                                        </p:attrNameLst>
                                      </p:cBhvr>
                                      <p:tavLst>
                                        <p:tav tm="0">
                                          <p:val>
                                            <p:strVal val="#ppt_h"/>
                                          </p:val>
                                        </p:tav>
                                        <p:tav tm="100000">
                                          <p:val>
                                            <p:strVal val="#ppt_h"/>
                                          </p:val>
                                        </p:tav>
                                      </p:tavLst>
                                    </p:anim>
                                  </p:childTnLst>
                                </p:cTn>
                              </p:par>
                              <p:par>
                                <p:cTn id="75" presetID="1" presetClass="entr" presetSubtype="0" fill="hold" grpId="0" nodeType="withEffect">
                                  <p:stCondLst>
                                    <p:cond delay="0"/>
                                  </p:stCondLst>
                                  <p:childTnLst>
                                    <p:set>
                                      <p:cBhvr>
                                        <p:cTn id="76" dur="1" fill="hold">
                                          <p:stCondLst>
                                            <p:cond delay="499"/>
                                          </p:stCondLst>
                                        </p:cTn>
                                        <p:tgtEl>
                                          <p:spTgt spid="3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7" presetClass="entr" presetSubtype="4" fill="hold" nodeType="clickEffect">
                                  <p:stCondLst>
                                    <p:cond delay="0"/>
                                  </p:stCondLst>
                                  <p:childTnLst>
                                    <p:set>
                                      <p:cBhvr>
                                        <p:cTn id="80" dur="1" fill="hold">
                                          <p:stCondLst>
                                            <p:cond delay="0"/>
                                          </p:stCondLst>
                                        </p:cTn>
                                        <p:tgtEl>
                                          <p:spTgt spid="219"/>
                                        </p:tgtEl>
                                        <p:attrNameLst>
                                          <p:attrName>style.visibility</p:attrName>
                                        </p:attrNameLst>
                                      </p:cBhvr>
                                      <p:to>
                                        <p:strVal val="visible"/>
                                      </p:to>
                                    </p:set>
                                    <p:anim calcmode="lin" valueType="num">
                                      <p:cBhvr>
                                        <p:cTn id="81" dur="500" fill="hold"/>
                                        <p:tgtEl>
                                          <p:spTgt spid="219"/>
                                        </p:tgtEl>
                                        <p:attrNameLst>
                                          <p:attrName>ppt_x</p:attrName>
                                        </p:attrNameLst>
                                      </p:cBhvr>
                                      <p:tavLst>
                                        <p:tav tm="0">
                                          <p:val>
                                            <p:strVal val="#ppt_x"/>
                                          </p:val>
                                        </p:tav>
                                        <p:tav tm="100000">
                                          <p:val>
                                            <p:strVal val="#ppt_x"/>
                                          </p:val>
                                        </p:tav>
                                      </p:tavLst>
                                    </p:anim>
                                    <p:anim calcmode="lin" valueType="num">
                                      <p:cBhvr>
                                        <p:cTn id="82" dur="500" fill="hold"/>
                                        <p:tgtEl>
                                          <p:spTgt spid="219"/>
                                        </p:tgtEl>
                                        <p:attrNameLst>
                                          <p:attrName>ppt_y</p:attrName>
                                        </p:attrNameLst>
                                      </p:cBhvr>
                                      <p:tavLst>
                                        <p:tav tm="0">
                                          <p:val>
                                            <p:strVal val="#ppt_y+#ppt_h/2"/>
                                          </p:val>
                                        </p:tav>
                                        <p:tav tm="100000">
                                          <p:val>
                                            <p:strVal val="#ppt_y"/>
                                          </p:val>
                                        </p:tav>
                                      </p:tavLst>
                                    </p:anim>
                                    <p:anim calcmode="lin" valueType="num">
                                      <p:cBhvr>
                                        <p:cTn id="83" dur="500" fill="hold"/>
                                        <p:tgtEl>
                                          <p:spTgt spid="219"/>
                                        </p:tgtEl>
                                        <p:attrNameLst>
                                          <p:attrName>ppt_w</p:attrName>
                                        </p:attrNameLst>
                                      </p:cBhvr>
                                      <p:tavLst>
                                        <p:tav tm="0">
                                          <p:val>
                                            <p:strVal val="#ppt_w"/>
                                          </p:val>
                                        </p:tav>
                                        <p:tav tm="100000">
                                          <p:val>
                                            <p:strVal val="#ppt_w"/>
                                          </p:val>
                                        </p:tav>
                                      </p:tavLst>
                                    </p:anim>
                                    <p:anim calcmode="lin" valueType="num">
                                      <p:cBhvr>
                                        <p:cTn id="84" dur="500" fill="hold"/>
                                        <p:tgtEl>
                                          <p:spTgt spid="219"/>
                                        </p:tgtEl>
                                        <p:attrNameLst>
                                          <p:attrName>ppt_h</p:attrName>
                                        </p:attrNameLst>
                                      </p:cBhvr>
                                      <p:tavLst>
                                        <p:tav tm="0">
                                          <p:val>
                                            <p:flt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17" presetClass="entr" presetSubtype="4" fill="hold" grpId="0" nodeType="clickEffect">
                                  <p:stCondLst>
                                    <p:cond delay="0"/>
                                  </p:stCondLst>
                                  <p:childTnLst>
                                    <p:set>
                                      <p:cBhvr>
                                        <p:cTn id="88" dur="1" fill="hold">
                                          <p:stCondLst>
                                            <p:cond delay="0"/>
                                          </p:stCondLst>
                                        </p:cTn>
                                        <p:tgtEl>
                                          <p:spTgt spid="49"/>
                                        </p:tgtEl>
                                        <p:attrNameLst>
                                          <p:attrName>style.visibility</p:attrName>
                                        </p:attrNameLst>
                                      </p:cBhvr>
                                      <p:to>
                                        <p:strVal val="visible"/>
                                      </p:to>
                                    </p:set>
                                    <p:anim calcmode="lin" valueType="num">
                                      <p:cBhvr>
                                        <p:cTn id="89" dur="500" fill="hold"/>
                                        <p:tgtEl>
                                          <p:spTgt spid="49"/>
                                        </p:tgtEl>
                                        <p:attrNameLst>
                                          <p:attrName>ppt_x</p:attrName>
                                        </p:attrNameLst>
                                      </p:cBhvr>
                                      <p:tavLst>
                                        <p:tav tm="0">
                                          <p:val>
                                            <p:strVal val="#ppt_x"/>
                                          </p:val>
                                        </p:tav>
                                        <p:tav tm="100000">
                                          <p:val>
                                            <p:strVal val="#ppt_x"/>
                                          </p:val>
                                        </p:tav>
                                      </p:tavLst>
                                    </p:anim>
                                    <p:anim calcmode="lin" valueType="num">
                                      <p:cBhvr>
                                        <p:cTn id="90" dur="500" fill="hold"/>
                                        <p:tgtEl>
                                          <p:spTgt spid="49"/>
                                        </p:tgtEl>
                                        <p:attrNameLst>
                                          <p:attrName>ppt_y</p:attrName>
                                        </p:attrNameLst>
                                      </p:cBhvr>
                                      <p:tavLst>
                                        <p:tav tm="0">
                                          <p:val>
                                            <p:strVal val="#ppt_y+#ppt_h/2"/>
                                          </p:val>
                                        </p:tav>
                                        <p:tav tm="100000">
                                          <p:val>
                                            <p:strVal val="#ppt_y"/>
                                          </p:val>
                                        </p:tav>
                                      </p:tavLst>
                                    </p:anim>
                                    <p:anim calcmode="lin" valueType="num">
                                      <p:cBhvr>
                                        <p:cTn id="91" dur="500" fill="hold"/>
                                        <p:tgtEl>
                                          <p:spTgt spid="49"/>
                                        </p:tgtEl>
                                        <p:attrNameLst>
                                          <p:attrName>ppt_w</p:attrName>
                                        </p:attrNameLst>
                                      </p:cBhvr>
                                      <p:tavLst>
                                        <p:tav tm="0">
                                          <p:val>
                                            <p:strVal val="#ppt_w"/>
                                          </p:val>
                                        </p:tav>
                                        <p:tav tm="100000">
                                          <p:val>
                                            <p:strVal val="#ppt_w"/>
                                          </p:val>
                                        </p:tav>
                                      </p:tavLst>
                                    </p:anim>
                                    <p:anim calcmode="lin" valueType="num">
                                      <p:cBhvr>
                                        <p:cTn id="92" dur="500" fill="hold"/>
                                        <p:tgtEl>
                                          <p:spTgt spid="49"/>
                                        </p:tgtEl>
                                        <p:attrNameLst>
                                          <p:attrName>ppt_h</p:attrName>
                                        </p:attrNameLst>
                                      </p:cBhvr>
                                      <p:tavLst>
                                        <p:tav tm="0">
                                          <p:val>
                                            <p:fltVal val="0"/>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17" presetClass="entr" presetSubtype="4"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 calcmode="lin" valueType="num">
                                      <p:cBhvr>
                                        <p:cTn id="97" dur="500" fill="hold"/>
                                        <p:tgtEl>
                                          <p:spTgt spid="50"/>
                                        </p:tgtEl>
                                        <p:attrNameLst>
                                          <p:attrName>ppt_x</p:attrName>
                                        </p:attrNameLst>
                                      </p:cBhvr>
                                      <p:tavLst>
                                        <p:tav tm="0">
                                          <p:val>
                                            <p:strVal val="#ppt_x"/>
                                          </p:val>
                                        </p:tav>
                                        <p:tav tm="100000">
                                          <p:val>
                                            <p:strVal val="#ppt_x"/>
                                          </p:val>
                                        </p:tav>
                                      </p:tavLst>
                                    </p:anim>
                                    <p:anim calcmode="lin" valueType="num">
                                      <p:cBhvr>
                                        <p:cTn id="98" dur="500" fill="hold"/>
                                        <p:tgtEl>
                                          <p:spTgt spid="50"/>
                                        </p:tgtEl>
                                        <p:attrNameLst>
                                          <p:attrName>ppt_y</p:attrName>
                                        </p:attrNameLst>
                                      </p:cBhvr>
                                      <p:tavLst>
                                        <p:tav tm="0">
                                          <p:val>
                                            <p:strVal val="#ppt_y+#ppt_h/2"/>
                                          </p:val>
                                        </p:tav>
                                        <p:tav tm="100000">
                                          <p:val>
                                            <p:strVal val="#ppt_y"/>
                                          </p:val>
                                        </p:tav>
                                      </p:tavLst>
                                    </p:anim>
                                    <p:anim calcmode="lin" valueType="num">
                                      <p:cBhvr>
                                        <p:cTn id="99" dur="500" fill="hold"/>
                                        <p:tgtEl>
                                          <p:spTgt spid="50"/>
                                        </p:tgtEl>
                                        <p:attrNameLst>
                                          <p:attrName>ppt_w</p:attrName>
                                        </p:attrNameLst>
                                      </p:cBhvr>
                                      <p:tavLst>
                                        <p:tav tm="0">
                                          <p:val>
                                            <p:strVal val="#ppt_w"/>
                                          </p:val>
                                        </p:tav>
                                        <p:tav tm="100000">
                                          <p:val>
                                            <p:strVal val="#ppt_w"/>
                                          </p:val>
                                        </p:tav>
                                      </p:tavLst>
                                    </p:anim>
                                    <p:anim calcmode="lin" valueType="num">
                                      <p:cBhvr>
                                        <p:cTn id="100" dur="500" fill="hold"/>
                                        <p:tgtEl>
                                          <p:spTgt spid="50"/>
                                        </p:tgtEl>
                                        <p:attrNameLst>
                                          <p:attrName>ppt_h</p:attrName>
                                        </p:attrNameLst>
                                      </p:cBhvr>
                                      <p:tavLst>
                                        <p:tav tm="0">
                                          <p:val>
                                            <p:fltVal val="0"/>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17" presetClass="entr" presetSubtype="4" fill="hold" grpId="0" nodeType="clickEffect">
                                  <p:stCondLst>
                                    <p:cond delay="0"/>
                                  </p:stCondLst>
                                  <p:childTnLst>
                                    <p:set>
                                      <p:cBhvr>
                                        <p:cTn id="104" dur="1" fill="hold">
                                          <p:stCondLst>
                                            <p:cond delay="0"/>
                                          </p:stCondLst>
                                        </p:cTn>
                                        <p:tgtEl>
                                          <p:spTgt spid="51"/>
                                        </p:tgtEl>
                                        <p:attrNameLst>
                                          <p:attrName>style.visibility</p:attrName>
                                        </p:attrNameLst>
                                      </p:cBhvr>
                                      <p:to>
                                        <p:strVal val="visible"/>
                                      </p:to>
                                    </p:set>
                                    <p:anim calcmode="lin" valueType="num">
                                      <p:cBhvr>
                                        <p:cTn id="105" dur="500" fill="hold"/>
                                        <p:tgtEl>
                                          <p:spTgt spid="51"/>
                                        </p:tgtEl>
                                        <p:attrNameLst>
                                          <p:attrName>ppt_x</p:attrName>
                                        </p:attrNameLst>
                                      </p:cBhvr>
                                      <p:tavLst>
                                        <p:tav tm="0">
                                          <p:val>
                                            <p:strVal val="#ppt_x"/>
                                          </p:val>
                                        </p:tav>
                                        <p:tav tm="100000">
                                          <p:val>
                                            <p:strVal val="#ppt_x"/>
                                          </p:val>
                                        </p:tav>
                                      </p:tavLst>
                                    </p:anim>
                                    <p:anim calcmode="lin" valueType="num">
                                      <p:cBhvr>
                                        <p:cTn id="106" dur="500" fill="hold"/>
                                        <p:tgtEl>
                                          <p:spTgt spid="51"/>
                                        </p:tgtEl>
                                        <p:attrNameLst>
                                          <p:attrName>ppt_y</p:attrName>
                                        </p:attrNameLst>
                                      </p:cBhvr>
                                      <p:tavLst>
                                        <p:tav tm="0">
                                          <p:val>
                                            <p:strVal val="#ppt_y+#ppt_h/2"/>
                                          </p:val>
                                        </p:tav>
                                        <p:tav tm="100000">
                                          <p:val>
                                            <p:strVal val="#ppt_y"/>
                                          </p:val>
                                        </p:tav>
                                      </p:tavLst>
                                    </p:anim>
                                    <p:anim calcmode="lin" valueType="num">
                                      <p:cBhvr>
                                        <p:cTn id="107" dur="500" fill="hold"/>
                                        <p:tgtEl>
                                          <p:spTgt spid="51"/>
                                        </p:tgtEl>
                                        <p:attrNameLst>
                                          <p:attrName>ppt_w</p:attrName>
                                        </p:attrNameLst>
                                      </p:cBhvr>
                                      <p:tavLst>
                                        <p:tav tm="0">
                                          <p:val>
                                            <p:strVal val="#ppt_w"/>
                                          </p:val>
                                        </p:tav>
                                        <p:tav tm="100000">
                                          <p:val>
                                            <p:strVal val="#ppt_w"/>
                                          </p:val>
                                        </p:tav>
                                      </p:tavLst>
                                    </p:anim>
                                    <p:anim calcmode="lin" valueType="num">
                                      <p:cBhvr>
                                        <p:cTn id="108" dur="500" fill="hold"/>
                                        <p:tgtEl>
                                          <p:spTgt spid="51"/>
                                        </p:tgtEl>
                                        <p:attrNameLst>
                                          <p:attrName>ppt_h</p:attrName>
                                        </p:attrNameLst>
                                      </p:cBhvr>
                                      <p:tavLst>
                                        <p:tav tm="0">
                                          <p:val>
                                            <p:fltVal val="0"/>
                                          </p:val>
                                        </p:tav>
                                        <p:tav tm="100000">
                                          <p:val>
                                            <p:strVal val="#ppt_h"/>
                                          </p:val>
                                        </p:tav>
                                      </p:tavLst>
                                    </p:anim>
                                  </p:childTnLst>
                                </p:cTn>
                              </p:par>
                            </p:childTnLst>
                          </p:cTn>
                        </p:par>
                      </p:childTnLst>
                    </p:cTn>
                  </p:par>
                  <p:par>
                    <p:cTn id="109" fill="hold">
                      <p:stCondLst>
                        <p:cond delay="indefinite"/>
                      </p:stCondLst>
                      <p:childTnLst>
                        <p:par>
                          <p:cTn id="110" fill="hold">
                            <p:stCondLst>
                              <p:cond delay="0"/>
                            </p:stCondLst>
                            <p:childTnLst>
                              <p:par>
                                <p:cTn id="111" presetID="17" presetClass="entr" presetSubtype="8" fill="hold" grpId="0" nodeType="clickEffect">
                                  <p:stCondLst>
                                    <p:cond delay="0"/>
                                  </p:stCondLst>
                                  <p:childTnLst>
                                    <p:set>
                                      <p:cBhvr>
                                        <p:cTn id="112" dur="1" fill="hold">
                                          <p:stCondLst>
                                            <p:cond delay="0"/>
                                          </p:stCondLst>
                                        </p:cTn>
                                        <p:tgtEl>
                                          <p:spTgt spid="130"/>
                                        </p:tgtEl>
                                        <p:attrNameLst>
                                          <p:attrName>style.visibility</p:attrName>
                                        </p:attrNameLst>
                                      </p:cBhvr>
                                      <p:to>
                                        <p:strVal val="visible"/>
                                      </p:to>
                                    </p:set>
                                    <p:anim calcmode="lin" valueType="num">
                                      <p:cBhvr>
                                        <p:cTn id="113" dur="500" fill="hold"/>
                                        <p:tgtEl>
                                          <p:spTgt spid="130"/>
                                        </p:tgtEl>
                                        <p:attrNameLst>
                                          <p:attrName>ppt_x</p:attrName>
                                        </p:attrNameLst>
                                      </p:cBhvr>
                                      <p:tavLst>
                                        <p:tav tm="0">
                                          <p:val>
                                            <p:strVal val="#ppt_x-#ppt_w/2"/>
                                          </p:val>
                                        </p:tav>
                                        <p:tav tm="100000">
                                          <p:val>
                                            <p:strVal val="#ppt_x"/>
                                          </p:val>
                                        </p:tav>
                                      </p:tavLst>
                                    </p:anim>
                                    <p:anim calcmode="lin" valueType="num">
                                      <p:cBhvr>
                                        <p:cTn id="114" dur="500" fill="hold"/>
                                        <p:tgtEl>
                                          <p:spTgt spid="130"/>
                                        </p:tgtEl>
                                        <p:attrNameLst>
                                          <p:attrName>ppt_y</p:attrName>
                                        </p:attrNameLst>
                                      </p:cBhvr>
                                      <p:tavLst>
                                        <p:tav tm="0">
                                          <p:val>
                                            <p:strVal val="#ppt_y"/>
                                          </p:val>
                                        </p:tav>
                                        <p:tav tm="100000">
                                          <p:val>
                                            <p:strVal val="#ppt_y"/>
                                          </p:val>
                                        </p:tav>
                                      </p:tavLst>
                                    </p:anim>
                                    <p:anim calcmode="lin" valueType="num">
                                      <p:cBhvr>
                                        <p:cTn id="115" dur="500" fill="hold"/>
                                        <p:tgtEl>
                                          <p:spTgt spid="130"/>
                                        </p:tgtEl>
                                        <p:attrNameLst>
                                          <p:attrName>ppt_w</p:attrName>
                                        </p:attrNameLst>
                                      </p:cBhvr>
                                      <p:tavLst>
                                        <p:tav tm="0">
                                          <p:val>
                                            <p:fltVal val="0"/>
                                          </p:val>
                                        </p:tav>
                                        <p:tav tm="100000">
                                          <p:val>
                                            <p:strVal val="#ppt_w"/>
                                          </p:val>
                                        </p:tav>
                                      </p:tavLst>
                                    </p:anim>
                                    <p:anim calcmode="lin" valueType="num">
                                      <p:cBhvr>
                                        <p:cTn id="116" dur="500" fill="hold"/>
                                        <p:tgtEl>
                                          <p:spTgt spid="130"/>
                                        </p:tgtEl>
                                        <p:attrNameLst>
                                          <p:attrName>ppt_h</p:attrName>
                                        </p:attrNameLst>
                                      </p:cBhvr>
                                      <p:tavLst>
                                        <p:tav tm="0">
                                          <p:val>
                                            <p:strVal val="#ppt_h"/>
                                          </p:val>
                                        </p:tav>
                                        <p:tav tm="100000">
                                          <p:val>
                                            <p:strVal val="#ppt_h"/>
                                          </p:val>
                                        </p:tav>
                                      </p:tavLst>
                                    </p:anim>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grpId="0" nodeType="clickEffect">
                                  <p:stCondLst>
                                    <p:cond delay="0"/>
                                  </p:stCondLst>
                                  <p:childTnLst>
                                    <p:set>
                                      <p:cBhvr>
                                        <p:cTn id="120" dur="1" fill="hold">
                                          <p:stCondLst>
                                            <p:cond delay="0"/>
                                          </p:stCondLst>
                                        </p:cTn>
                                        <p:tgtEl>
                                          <p:spTgt spid="166"/>
                                        </p:tgtEl>
                                        <p:attrNameLst>
                                          <p:attrName>style.visibility</p:attrName>
                                        </p:attrNameLst>
                                      </p:cBhvr>
                                      <p:to>
                                        <p:strVal val="visible"/>
                                      </p:to>
                                    </p:set>
                                    <p:animEffect transition="in" filter="fade">
                                      <p:cBhvr>
                                        <p:cTn id="121" dur="1000"/>
                                        <p:tgtEl>
                                          <p:spTgt spid="166"/>
                                        </p:tgtEl>
                                      </p:cBhvr>
                                    </p:animEffect>
                                    <p:anim calcmode="lin" valueType="num">
                                      <p:cBhvr>
                                        <p:cTn id="122" dur="1000" fill="hold"/>
                                        <p:tgtEl>
                                          <p:spTgt spid="166"/>
                                        </p:tgtEl>
                                        <p:attrNameLst>
                                          <p:attrName>ppt_x</p:attrName>
                                        </p:attrNameLst>
                                      </p:cBhvr>
                                      <p:tavLst>
                                        <p:tav tm="0">
                                          <p:val>
                                            <p:strVal val="#ppt_x"/>
                                          </p:val>
                                        </p:tav>
                                        <p:tav tm="100000">
                                          <p:val>
                                            <p:strVal val="#ppt_x"/>
                                          </p:val>
                                        </p:tav>
                                      </p:tavLst>
                                    </p:anim>
                                    <p:anim calcmode="lin" valueType="num">
                                      <p:cBhvr>
                                        <p:cTn id="123" dur="1000" fill="hold"/>
                                        <p:tgtEl>
                                          <p:spTgt spid="166"/>
                                        </p:tgtEl>
                                        <p:attrNameLst>
                                          <p:attrName>ppt_y</p:attrName>
                                        </p:attrNameLst>
                                      </p:cBhvr>
                                      <p:tavLst>
                                        <p:tav tm="0">
                                          <p:val>
                                            <p:strVal val="#ppt_y+.1"/>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255"/>
                                        </p:tgtEl>
                                        <p:attrNameLst>
                                          <p:attrName>style.visibility</p:attrName>
                                        </p:attrNameLst>
                                      </p:cBhvr>
                                      <p:to>
                                        <p:strVal val="visible"/>
                                      </p:to>
                                    </p:set>
                                    <p:animEffect transition="in" filter="wipe(down)">
                                      <p:cBhvr>
                                        <p:cTn id="128" dur="500"/>
                                        <p:tgtEl>
                                          <p:spTgt spid="255"/>
                                        </p:tgtEl>
                                      </p:cBhvr>
                                    </p:animEffect>
                                  </p:childTnLst>
                                </p:cTn>
                              </p:par>
                            </p:childTnLst>
                          </p:cTn>
                        </p:par>
                      </p:childTnLst>
                    </p:cTn>
                  </p:par>
                  <p:par>
                    <p:cTn id="129" fill="hold">
                      <p:stCondLst>
                        <p:cond delay="indefinite"/>
                      </p:stCondLst>
                      <p:childTnLst>
                        <p:par>
                          <p:cTn id="130" fill="hold">
                            <p:stCondLst>
                              <p:cond delay="0"/>
                            </p:stCondLst>
                            <p:childTnLst>
                              <p:par>
                                <p:cTn id="131" presetID="18" presetClass="entr" presetSubtype="3" fill="hold" grpId="0" nodeType="click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strips(upRight)">
                                      <p:cBhvr>
                                        <p:cTn id="133" dur="500"/>
                                        <p:tgtEl>
                                          <p:spTgt spid="45"/>
                                        </p:tgtEl>
                                      </p:cBhvr>
                                    </p:animEffect>
                                  </p:childTnLst>
                                </p:cTn>
                              </p:par>
                              <p:par>
                                <p:cTn id="134" presetID="1" presetClass="entr" presetSubtype="0" fill="hold" grpId="0" nodeType="withEffect">
                                  <p:stCondLst>
                                    <p:cond delay="0"/>
                                  </p:stCondLst>
                                  <p:childTnLst>
                                    <p:set>
                                      <p:cBhvr>
                                        <p:cTn id="135" dur="1" fill="hold">
                                          <p:stCondLst>
                                            <p:cond delay="499"/>
                                          </p:stCondLst>
                                        </p:cTn>
                                        <p:tgtEl>
                                          <p:spTgt spid="165"/>
                                        </p:tgtEl>
                                        <p:attrNameLst>
                                          <p:attrName>style.visibility</p:attrName>
                                        </p:attrNameLst>
                                      </p:cBhvr>
                                      <p:to>
                                        <p:strVal val="visible"/>
                                      </p:to>
                                    </p:set>
                                  </p:childTnLst>
                                </p:cTn>
                              </p:par>
                              <p:par>
                                <p:cTn id="136" presetID="18" presetClass="entr" presetSubtype="12" fill="hold" grpId="0" nodeType="withEffect">
                                  <p:stCondLst>
                                    <p:cond delay="0"/>
                                  </p:stCondLst>
                                  <p:childTnLst>
                                    <p:set>
                                      <p:cBhvr>
                                        <p:cTn id="137" dur="1" fill="hold">
                                          <p:stCondLst>
                                            <p:cond delay="0"/>
                                          </p:stCondLst>
                                        </p:cTn>
                                        <p:tgtEl>
                                          <p:spTgt spid="167"/>
                                        </p:tgtEl>
                                        <p:attrNameLst>
                                          <p:attrName>style.visibility</p:attrName>
                                        </p:attrNameLst>
                                      </p:cBhvr>
                                      <p:to>
                                        <p:strVal val="visible"/>
                                      </p:to>
                                    </p:set>
                                    <p:animEffect transition="in" filter="strips(downLeft)">
                                      <p:cBhvr>
                                        <p:cTn id="138" dur="500"/>
                                        <p:tgtEl>
                                          <p:spTgt spid="167"/>
                                        </p:tgtEl>
                                      </p:cBhvr>
                                    </p:animEffect>
                                  </p:childTnLst>
                                </p:cTn>
                              </p:par>
                              <p:par>
                                <p:cTn id="139" presetID="18" presetClass="entr" presetSubtype="12" fill="hold" grpId="0" nodeType="withEffect">
                                  <p:stCondLst>
                                    <p:cond delay="0"/>
                                  </p:stCondLst>
                                  <p:childTnLst>
                                    <p:set>
                                      <p:cBhvr>
                                        <p:cTn id="140" dur="1" fill="hold">
                                          <p:stCondLst>
                                            <p:cond delay="0"/>
                                          </p:stCondLst>
                                        </p:cTn>
                                        <p:tgtEl>
                                          <p:spTgt spid="168"/>
                                        </p:tgtEl>
                                        <p:attrNameLst>
                                          <p:attrName>style.visibility</p:attrName>
                                        </p:attrNameLst>
                                      </p:cBhvr>
                                      <p:to>
                                        <p:strVal val="visible"/>
                                      </p:to>
                                    </p:set>
                                    <p:animEffect transition="in" filter="strips(downLeft)">
                                      <p:cBhvr>
                                        <p:cTn id="141" dur="500"/>
                                        <p:tgtEl>
                                          <p:spTgt spid="168"/>
                                        </p:tgtEl>
                                      </p:cBhvr>
                                    </p:animEffec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499"/>
                                          </p:stCondLst>
                                        </p:cTn>
                                        <p:tgtEl>
                                          <p:spTgt spid="196"/>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499"/>
                                          </p:stCondLst>
                                        </p:cTn>
                                        <p:tgtEl>
                                          <p:spTgt spid="246"/>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499"/>
                                          </p:stCondLst>
                                        </p:cTn>
                                        <p:tgtEl>
                                          <p:spTgt spid="197"/>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499"/>
                                          </p:stCondLst>
                                        </p:cTn>
                                        <p:tgtEl>
                                          <p:spTgt spid="247"/>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grpId="0" nodeType="clickEffect">
                                  <p:stCondLst>
                                    <p:cond delay="0"/>
                                  </p:stCondLst>
                                  <p:childTnLst>
                                    <p:set>
                                      <p:cBhvr>
                                        <p:cTn id="157" dur="1" fill="hold">
                                          <p:stCondLst>
                                            <p:cond delay="499"/>
                                          </p:stCondLst>
                                        </p:cTn>
                                        <p:tgtEl>
                                          <p:spTgt spid="198"/>
                                        </p:tgtEl>
                                        <p:attrNameLst>
                                          <p:attrName>style.visibility</p:attrName>
                                        </p:attrNameLst>
                                      </p:cBhvr>
                                      <p:to>
                                        <p:strVal val="visible"/>
                                      </p:to>
                                    </p:set>
                                  </p:childTnLst>
                                </p:cTn>
                              </p:par>
                              <p:par>
                                <p:cTn id="158" presetID="1" presetClass="entr" presetSubtype="0" fill="hold" grpId="0" nodeType="withEffect">
                                  <p:stCondLst>
                                    <p:cond delay="0"/>
                                  </p:stCondLst>
                                  <p:childTnLst>
                                    <p:set>
                                      <p:cBhvr>
                                        <p:cTn id="159" dur="1" fill="hold">
                                          <p:stCondLst>
                                            <p:cond delay="499"/>
                                          </p:stCondLst>
                                        </p:cTn>
                                        <p:tgtEl>
                                          <p:spTgt spid="248"/>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499"/>
                                          </p:stCondLst>
                                        </p:cTn>
                                        <p:tgtEl>
                                          <p:spTgt spid="199"/>
                                        </p:tgtEl>
                                        <p:attrNameLst>
                                          <p:attrName>style.visibility</p:attrName>
                                        </p:attrNameLst>
                                      </p:cBhvr>
                                      <p:to>
                                        <p:strVal val="visible"/>
                                      </p:to>
                                    </p:set>
                                  </p:childTnLst>
                                </p:cTn>
                              </p:par>
                              <p:par>
                                <p:cTn id="164" presetID="1" presetClass="entr" presetSubtype="0" fill="hold" grpId="0" nodeType="withEffect">
                                  <p:stCondLst>
                                    <p:cond delay="0"/>
                                  </p:stCondLst>
                                  <p:childTnLst>
                                    <p:set>
                                      <p:cBhvr>
                                        <p:cTn id="165" dur="1" fill="hold">
                                          <p:stCondLst>
                                            <p:cond delay="499"/>
                                          </p:stCondLst>
                                        </p:cTn>
                                        <p:tgtEl>
                                          <p:spTgt spid="250"/>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499"/>
                                          </p:stCondLst>
                                        </p:cTn>
                                        <p:tgtEl>
                                          <p:spTgt spid="200"/>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499"/>
                                          </p:stCondLst>
                                        </p:cTn>
                                        <p:tgtEl>
                                          <p:spTgt spid="251"/>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7" presetClass="entr" presetSubtype="1" fill="hold" grpId="0" nodeType="clickEffect">
                                  <p:stCondLst>
                                    <p:cond delay="0"/>
                                  </p:stCondLst>
                                  <p:childTnLst>
                                    <p:set>
                                      <p:cBhvr>
                                        <p:cTn id="175" dur="1" fill="hold">
                                          <p:stCondLst>
                                            <p:cond delay="0"/>
                                          </p:stCondLst>
                                        </p:cTn>
                                        <p:tgtEl>
                                          <p:spTgt spid="52"/>
                                        </p:tgtEl>
                                        <p:attrNameLst>
                                          <p:attrName>style.visibility</p:attrName>
                                        </p:attrNameLst>
                                      </p:cBhvr>
                                      <p:to>
                                        <p:strVal val="visible"/>
                                      </p:to>
                                    </p:set>
                                    <p:anim calcmode="lin" valueType="num">
                                      <p:cBhvr>
                                        <p:cTn id="176" dur="500" fill="hold"/>
                                        <p:tgtEl>
                                          <p:spTgt spid="52"/>
                                        </p:tgtEl>
                                        <p:attrNameLst>
                                          <p:attrName>ppt_x</p:attrName>
                                        </p:attrNameLst>
                                      </p:cBhvr>
                                      <p:tavLst>
                                        <p:tav tm="0">
                                          <p:val>
                                            <p:strVal val="#ppt_x"/>
                                          </p:val>
                                        </p:tav>
                                        <p:tav tm="100000">
                                          <p:val>
                                            <p:strVal val="#ppt_x"/>
                                          </p:val>
                                        </p:tav>
                                      </p:tavLst>
                                    </p:anim>
                                    <p:anim calcmode="lin" valueType="num">
                                      <p:cBhvr>
                                        <p:cTn id="177" dur="500" fill="hold"/>
                                        <p:tgtEl>
                                          <p:spTgt spid="52"/>
                                        </p:tgtEl>
                                        <p:attrNameLst>
                                          <p:attrName>ppt_y</p:attrName>
                                        </p:attrNameLst>
                                      </p:cBhvr>
                                      <p:tavLst>
                                        <p:tav tm="0">
                                          <p:val>
                                            <p:strVal val="#ppt_y-#ppt_h/2"/>
                                          </p:val>
                                        </p:tav>
                                        <p:tav tm="100000">
                                          <p:val>
                                            <p:strVal val="#ppt_y"/>
                                          </p:val>
                                        </p:tav>
                                      </p:tavLst>
                                    </p:anim>
                                    <p:anim calcmode="lin" valueType="num">
                                      <p:cBhvr>
                                        <p:cTn id="178" dur="500" fill="hold"/>
                                        <p:tgtEl>
                                          <p:spTgt spid="52"/>
                                        </p:tgtEl>
                                        <p:attrNameLst>
                                          <p:attrName>ppt_w</p:attrName>
                                        </p:attrNameLst>
                                      </p:cBhvr>
                                      <p:tavLst>
                                        <p:tav tm="0">
                                          <p:val>
                                            <p:strVal val="#ppt_w"/>
                                          </p:val>
                                        </p:tav>
                                        <p:tav tm="100000">
                                          <p:val>
                                            <p:strVal val="#ppt_w"/>
                                          </p:val>
                                        </p:tav>
                                      </p:tavLst>
                                    </p:anim>
                                    <p:anim calcmode="lin" valueType="num">
                                      <p:cBhvr>
                                        <p:cTn id="179" dur="500" fill="hold"/>
                                        <p:tgtEl>
                                          <p:spTgt spid="52"/>
                                        </p:tgtEl>
                                        <p:attrNameLst>
                                          <p:attrName>ppt_h</p:attrName>
                                        </p:attrNameLst>
                                      </p:cBhvr>
                                      <p:tavLst>
                                        <p:tav tm="0">
                                          <p:val>
                                            <p:fltVal val="0"/>
                                          </p:val>
                                        </p:tav>
                                        <p:tav tm="100000">
                                          <p:val>
                                            <p:strVal val="#ppt_h"/>
                                          </p:val>
                                        </p:tav>
                                      </p:tavLst>
                                    </p:anim>
                                  </p:childTnLst>
                                </p:cTn>
                              </p:par>
                            </p:childTnLst>
                          </p:cTn>
                        </p:par>
                      </p:childTnLst>
                    </p:cTn>
                  </p:par>
                  <p:par>
                    <p:cTn id="180" fill="hold">
                      <p:stCondLst>
                        <p:cond delay="indefinite"/>
                      </p:stCondLst>
                      <p:childTnLst>
                        <p:par>
                          <p:cTn id="181" fill="hold">
                            <p:stCondLst>
                              <p:cond delay="0"/>
                            </p:stCondLst>
                            <p:childTnLst>
                              <p:par>
                                <p:cTn id="182" presetID="23" presetClass="entr" presetSubtype="16" fill="hold" grpId="0" nodeType="clickEffect">
                                  <p:stCondLst>
                                    <p:cond delay="0"/>
                                  </p:stCondLst>
                                  <p:childTnLst>
                                    <p:set>
                                      <p:cBhvr>
                                        <p:cTn id="183" dur="1" fill="hold">
                                          <p:stCondLst>
                                            <p:cond delay="0"/>
                                          </p:stCondLst>
                                        </p:cTn>
                                        <p:tgtEl>
                                          <p:spTgt spid="67"/>
                                        </p:tgtEl>
                                        <p:attrNameLst>
                                          <p:attrName>style.visibility</p:attrName>
                                        </p:attrNameLst>
                                      </p:cBhvr>
                                      <p:to>
                                        <p:strVal val="visible"/>
                                      </p:to>
                                    </p:set>
                                    <p:anim calcmode="lin" valueType="num">
                                      <p:cBhvr>
                                        <p:cTn id="184" dur="500" fill="hold"/>
                                        <p:tgtEl>
                                          <p:spTgt spid="67"/>
                                        </p:tgtEl>
                                        <p:attrNameLst>
                                          <p:attrName>ppt_w</p:attrName>
                                        </p:attrNameLst>
                                      </p:cBhvr>
                                      <p:tavLst>
                                        <p:tav tm="0">
                                          <p:val>
                                            <p:fltVal val="0"/>
                                          </p:val>
                                        </p:tav>
                                        <p:tav tm="100000">
                                          <p:val>
                                            <p:strVal val="#ppt_w"/>
                                          </p:val>
                                        </p:tav>
                                      </p:tavLst>
                                    </p:anim>
                                    <p:anim calcmode="lin" valueType="num">
                                      <p:cBhvr>
                                        <p:cTn id="185" dur="500" fill="hold"/>
                                        <p:tgtEl>
                                          <p:spTgt spid="67"/>
                                        </p:tgtEl>
                                        <p:attrNameLst>
                                          <p:attrName>ppt_h</p:attrName>
                                        </p:attrNameLst>
                                      </p:cBhvr>
                                      <p:tavLst>
                                        <p:tav tm="0">
                                          <p:val>
                                            <p:fltVal val="0"/>
                                          </p:val>
                                        </p:tav>
                                        <p:tav tm="100000">
                                          <p:val>
                                            <p:strVal val="#ppt_h"/>
                                          </p:val>
                                        </p:tav>
                                      </p:tavLst>
                                    </p:anim>
                                  </p:childTnLst>
                                </p:cTn>
                              </p:par>
                              <p:par>
                                <p:cTn id="186" presetID="1" presetClass="entr" presetSubtype="0" fill="hold" grpId="0" nodeType="withEffect">
                                  <p:stCondLst>
                                    <p:cond delay="0"/>
                                  </p:stCondLst>
                                  <p:childTnLst>
                                    <p:set>
                                      <p:cBhvr>
                                        <p:cTn id="187" dur="1" fill="hold">
                                          <p:stCondLst>
                                            <p:cond delay="499"/>
                                          </p:stCondLst>
                                        </p:cTn>
                                        <p:tgtEl>
                                          <p:spTgt spid="242"/>
                                        </p:tgtEl>
                                        <p:attrNameLst>
                                          <p:attrName>style.visibility</p:attrName>
                                        </p:attrNameLst>
                                      </p:cBhvr>
                                      <p:to>
                                        <p:strVal val="visible"/>
                                      </p:to>
                                    </p:set>
                                  </p:childTnLst>
                                </p:cTn>
                              </p:par>
                            </p:childTnLst>
                          </p:cTn>
                        </p:par>
                      </p:childTnLst>
                    </p:cTn>
                  </p:par>
                  <p:par>
                    <p:cTn id="188" fill="hold">
                      <p:stCondLst>
                        <p:cond delay="indefinite"/>
                      </p:stCondLst>
                      <p:childTnLst>
                        <p:par>
                          <p:cTn id="189" fill="hold">
                            <p:stCondLst>
                              <p:cond delay="0"/>
                            </p:stCondLst>
                            <p:childTnLst>
                              <p:par>
                                <p:cTn id="190" presetID="17" presetClass="entr" presetSubtype="1" fill="hold" grpId="0" nodeType="clickEffect">
                                  <p:stCondLst>
                                    <p:cond delay="0"/>
                                  </p:stCondLst>
                                  <p:childTnLst>
                                    <p:set>
                                      <p:cBhvr>
                                        <p:cTn id="191" dur="1" fill="hold">
                                          <p:stCondLst>
                                            <p:cond delay="0"/>
                                          </p:stCondLst>
                                        </p:cTn>
                                        <p:tgtEl>
                                          <p:spTgt spid="53"/>
                                        </p:tgtEl>
                                        <p:attrNameLst>
                                          <p:attrName>style.visibility</p:attrName>
                                        </p:attrNameLst>
                                      </p:cBhvr>
                                      <p:to>
                                        <p:strVal val="visible"/>
                                      </p:to>
                                    </p:set>
                                    <p:anim calcmode="lin" valueType="num">
                                      <p:cBhvr>
                                        <p:cTn id="192" dur="500" fill="hold"/>
                                        <p:tgtEl>
                                          <p:spTgt spid="53"/>
                                        </p:tgtEl>
                                        <p:attrNameLst>
                                          <p:attrName>ppt_x</p:attrName>
                                        </p:attrNameLst>
                                      </p:cBhvr>
                                      <p:tavLst>
                                        <p:tav tm="0">
                                          <p:val>
                                            <p:strVal val="#ppt_x"/>
                                          </p:val>
                                        </p:tav>
                                        <p:tav tm="100000">
                                          <p:val>
                                            <p:strVal val="#ppt_x"/>
                                          </p:val>
                                        </p:tav>
                                      </p:tavLst>
                                    </p:anim>
                                    <p:anim calcmode="lin" valueType="num">
                                      <p:cBhvr>
                                        <p:cTn id="193" dur="500" fill="hold"/>
                                        <p:tgtEl>
                                          <p:spTgt spid="53"/>
                                        </p:tgtEl>
                                        <p:attrNameLst>
                                          <p:attrName>ppt_y</p:attrName>
                                        </p:attrNameLst>
                                      </p:cBhvr>
                                      <p:tavLst>
                                        <p:tav tm="0">
                                          <p:val>
                                            <p:strVal val="#ppt_y-#ppt_h/2"/>
                                          </p:val>
                                        </p:tav>
                                        <p:tav tm="100000">
                                          <p:val>
                                            <p:strVal val="#ppt_y"/>
                                          </p:val>
                                        </p:tav>
                                      </p:tavLst>
                                    </p:anim>
                                    <p:anim calcmode="lin" valueType="num">
                                      <p:cBhvr>
                                        <p:cTn id="194" dur="500" fill="hold"/>
                                        <p:tgtEl>
                                          <p:spTgt spid="53"/>
                                        </p:tgtEl>
                                        <p:attrNameLst>
                                          <p:attrName>ppt_w</p:attrName>
                                        </p:attrNameLst>
                                      </p:cBhvr>
                                      <p:tavLst>
                                        <p:tav tm="0">
                                          <p:val>
                                            <p:strVal val="#ppt_w"/>
                                          </p:val>
                                        </p:tav>
                                        <p:tav tm="100000">
                                          <p:val>
                                            <p:strVal val="#ppt_w"/>
                                          </p:val>
                                        </p:tav>
                                      </p:tavLst>
                                    </p:anim>
                                    <p:anim calcmode="lin" valueType="num">
                                      <p:cBhvr>
                                        <p:cTn id="195" dur="5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196" fill="hold">
                      <p:stCondLst>
                        <p:cond delay="indefinite"/>
                      </p:stCondLst>
                      <p:childTnLst>
                        <p:par>
                          <p:cTn id="197" fill="hold">
                            <p:stCondLst>
                              <p:cond delay="0"/>
                            </p:stCondLst>
                            <p:childTnLst>
                              <p:par>
                                <p:cTn id="198" presetID="23" presetClass="entr" presetSubtype="16" fill="hold" grpId="0" nodeType="clickEffect">
                                  <p:stCondLst>
                                    <p:cond delay="0"/>
                                  </p:stCondLst>
                                  <p:childTnLst>
                                    <p:set>
                                      <p:cBhvr>
                                        <p:cTn id="199" dur="1" fill="hold">
                                          <p:stCondLst>
                                            <p:cond delay="0"/>
                                          </p:stCondLst>
                                        </p:cTn>
                                        <p:tgtEl>
                                          <p:spTgt spid="68"/>
                                        </p:tgtEl>
                                        <p:attrNameLst>
                                          <p:attrName>style.visibility</p:attrName>
                                        </p:attrNameLst>
                                      </p:cBhvr>
                                      <p:to>
                                        <p:strVal val="visible"/>
                                      </p:to>
                                    </p:set>
                                    <p:anim calcmode="lin" valueType="num">
                                      <p:cBhvr>
                                        <p:cTn id="200" dur="500" fill="hold"/>
                                        <p:tgtEl>
                                          <p:spTgt spid="68"/>
                                        </p:tgtEl>
                                        <p:attrNameLst>
                                          <p:attrName>ppt_w</p:attrName>
                                        </p:attrNameLst>
                                      </p:cBhvr>
                                      <p:tavLst>
                                        <p:tav tm="0">
                                          <p:val>
                                            <p:fltVal val="0"/>
                                          </p:val>
                                        </p:tav>
                                        <p:tav tm="100000">
                                          <p:val>
                                            <p:strVal val="#ppt_w"/>
                                          </p:val>
                                        </p:tav>
                                      </p:tavLst>
                                    </p:anim>
                                    <p:anim calcmode="lin" valueType="num">
                                      <p:cBhvr>
                                        <p:cTn id="201" dur="500" fill="hold"/>
                                        <p:tgtEl>
                                          <p:spTgt spid="68"/>
                                        </p:tgtEl>
                                        <p:attrNameLst>
                                          <p:attrName>ppt_h</p:attrName>
                                        </p:attrNameLst>
                                      </p:cBhvr>
                                      <p:tavLst>
                                        <p:tav tm="0">
                                          <p:val>
                                            <p:fltVal val="0"/>
                                          </p:val>
                                        </p:tav>
                                        <p:tav tm="100000">
                                          <p:val>
                                            <p:strVal val="#ppt_h"/>
                                          </p:val>
                                        </p:tav>
                                      </p:tavLst>
                                    </p:anim>
                                  </p:childTnLst>
                                </p:cTn>
                              </p:par>
                              <p:par>
                                <p:cTn id="202" presetID="1" presetClass="entr" presetSubtype="0" fill="hold" grpId="0" nodeType="withEffect">
                                  <p:stCondLst>
                                    <p:cond delay="0"/>
                                  </p:stCondLst>
                                  <p:childTnLst>
                                    <p:set>
                                      <p:cBhvr>
                                        <p:cTn id="203" dur="1" fill="hold">
                                          <p:stCondLst>
                                            <p:cond delay="499"/>
                                          </p:stCondLst>
                                        </p:cTn>
                                        <p:tgtEl>
                                          <p:spTgt spid="243"/>
                                        </p:tgtEl>
                                        <p:attrNameLst>
                                          <p:attrName>style.visibility</p:attrName>
                                        </p:attrNameLst>
                                      </p:cBhvr>
                                      <p:to>
                                        <p:strVal val="visible"/>
                                      </p:to>
                                    </p:set>
                                  </p:childTnLst>
                                </p:cTn>
                              </p:par>
                            </p:childTnLst>
                          </p:cTn>
                        </p:par>
                      </p:childTnLst>
                    </p:cTn>
                  </p:par>
                  <p:par>
                    <p:cTn id="204" fill="hold">
                      <p:stCondLst>
                        <p:cond delay="indefinite"/>
                      </p:stCondLst>
                      <p:childTnLst>
                        <p:par>
                          <p:cTn id="205" fill="hold">
                            <p:stCondLst>
                              <p:cond delay="0"/>
                            </p:stCondLst>
                            <p:childTnLst>
                              <p:par>
                                <p:cTn id="206" presetID="23" presetClass="entr" presetSubtype="16" fill="hold" grpId="0" nodeType="clickEffect">
                                  <p:stCondLst>
                                    <p:cond delay="0"/>
                                  </p:stCondLst>
                                  <p:childTnLst>
                                    <p:set>
                                      <p:cBhvr>
                                        <p:cTn id="207" dur="1" fill="hold">
                                          <p:stCondLst>
                                            <p:cond delay="0"/>
                                          </p:stCondLst>
                                        </p:cTn>
                                        <p:tgtEl>
                                          <p:spTgt spid="69"/>
                                        </p:tgtEl>
                                        <p:attrNameLst>
                                          <p:attrName>style.visibility</p:attrName>
                                        </p:attrNameLst>
                                      </p:cBhvr>
                                      <p:to>
                                        <p:strVal val="visible"/>
                                      </p:to>
                                    </p:set>
                                    <p:anim calcmode="lin" valueType="num">
                                      <p:cBhvr>
                                        <p:cTn id="208" dur="500" fill="hold"/>
                                        <p:tgtEl>
                                          <p:spTgt spid="69"/>
                                        </p:tgtEl>
                                        <p:attrNameLst>
                                          <p:attrName>ppt_w</p:attrName>
                                        </p:attrNameLst>
                                      </p:cBhvr>
                                      <p:tavLst>
                                        <p:tav tm="0">
                                          <p:val>
                                            <p:fltVal val="0"/>
                                          </p:val>
                                        </p:tav>
                                        <p:tav tm="100000">
                                          <p:val>
                                            <p:strVal val="#ppt_w"/>
                                          </p:val>
                                        </p:tav>
                                      </p:tavLst>
                                    </p:anim>
                                    <p:anim calcmode="lin" valueType="num">
                                      <p:cBhvr>
                                        <p:cTn id="209" dur="500" fill="hold"/>
                                        <p:tgtEl>
                                          <p:spTgt spid="69"/>
                                        </p:tgtEl>
                                        <p:attrNameLst>
                                          <p:attrName>ppt_h</p:attrName>
                                        </p:attrNameLst>
                                      </p:cBhvr>
                                      <p:tavLst>
                                        <p:tav tm="0">
                                          <p:val>
                                            <p:fltVal val="0"/>
                                          </p:val>
                                        </p:tav>
                                        <p:tav tm="100000">
                                          <p:val>
                                            <p:strVal val="#ppt_h"/>
                                          </p:val>
                                        </p:tav>
                                      </p:tavLst>
                                    </p:anim>
                                  </p:childTnLst>
                                </p:cTn>
                              </p:par>
                              <p:par>
                                <p:cTn id="210" presetID="1" presetClass="entr" presetSubtype="0" fill="hold" grpId="0" nodeType="withEffect">
                                  <p:stCondLst>
                                    <p:cond delay="0"/>
                                  </p:stCondLst>
                                  <p:childTnLst>
                                    <p:set>
                                      <p:cBhvr>
                                        <p:cTn id="211" dur="1" fill="hold">
                                          <p:stCondLst>
                                            <p:cond delay="499"/>
                                          </p:stCondLst>
                                        </p:cTn>
                                        <p:tgtEl>
                                          <p:spTgt spid="241"/>
                                        </p:tgtEl>
                                        <p:attrNameLst>
                                          <p:attrName>style.visibility</p:attrName>
                                        </p:attrNameLst>
                                      </p:cBhvr>
                                      <p:to>
                                        <p:strVal val="visible"/>
                                      </p:to>
                                    </p:set>
                                  </p:childTnLst>
                                </p:cTn>
                              </p:par>
                            </p:childTnLst>
                          </p:cTn>
                        </p:par>
                      </p:childTnLst>
                    </p:cTn>
                  </p:par>
                  <p:par>
                    <p:cTn id="212" fill="hold">
                      <p:stCondLst>
                        <p:cond delay="indefinite"/>
                      </p:stCondLst>
                      <p:childTnLst>
                        <p:par>
                          <p:cTn id="213" fill="hold">
                            <p:stCondLst>
                              <p:cond delay="0"/>
                            </p:stCondLst>
                            <p:childTnLst>
                              <p:par>
                                <p:cTn id="214" presetID="17" presetClass="entr" presetSubtype="2" fill="hold" grpId="0" nodeType="clickEffect">
                                  <p:stCondLst>
                                    <p:cond delay="0"/>
                                  </p:stCondLst>
                                  <p:childTnLst>
                                    <p:set>
                                      <p:cBhvr>
                                        <p:cTn id="215" dur="1" fill="hold">
                                          <p:stCondLst>
                                            <p:cond delay="0"/>
                                          </p:stCondLst>
                                        </p:cTn>
                                        <p:tgtEl>
                                          <p:spTgt spid="213"/>
                                        </p:tgtEl>
                                        <p:attrNameLst>
                                          <p:attrName>style.visibility</p:attrName>
                                        </p:attrNameLst>
                                      </p:cBhvr>
                                      <p:to>
                                        <p:strVal val="visible"/>
                                      </p:to>
                                    </p:set>
                                    <p:anim calcmode="lin" valueType="num">
                                      <p:cBhvr>
                                        <p:cTn id="216" dur="500" fill="hold"/>
                                        <p:tgtEl>
                                          <p:spTgt spid="213"/>
                                        </p:tgtEl>
                                        <p:attrNameLst>
                                          <p:attrName>ppt_x</p:attrName>
                                        </p:attrNameLst>
                                      </p:cBhvr>
                                      <p:tavLst>
                                        <p:tav tm="0">
                                          <p:val>
                                            <p:strVal val="#ppt_x+#ppt_w/2"/>
                                          </p:val>
                                        </p:tav>
                                        <p:tav tm="100000">
                                          <p:val>
                                            <p:strVal val="#ppt_x"/>
                                          </p:val>
                                        </p:tav>
                                      </p:tavLst>
                                    </p:anim>
                                    <p:anim calcmode="lin" valueType="num">
                                      <p:cBhvr>
                                        <p:cTn id="217" dur="500" fill="hold"/>
                                        <p:tgtEl>
                                          <p:spTgt spid="213"/>
                                        </p:tgtEl>
                                        <p:attrNameLst>
                                          <p:attrName>ppt_y</p:attrName>
                                        </p:attrNameLst>
                                      </p:cBhvr>
                                      <p:tavLst>
                                        <p:tav tm="0">
                                          <p:val>
                                            <p:strVal val="#ppt_y"/>
                                          </p:val>
                                        </p:tav>
                                        <p:tav tm="100000">
                                          <p:val>
                                            <p:strVal val="#ppt_y"/>
                                          </p:val>
                                        </p:tav>
                                      </p:tavLst>
                                    </p:anim>
                                    <p:anim calcmode="lin" valueType="num">
                                      <p:cBhvr>
                                        <p:cTn id="218" dur="500" fill="hold"/>
                                        <p:tgtEl>
                                          <p:spTgt spid="213"/>
                                        </p:tgtEl>
                                        <p:attrNameLst>
                                          <p:attrName>ppt_w</p:attrName>
                                        </p:attrNameLst>
                                      </p:cBhvr>
                                      <p:tavLst>
                                        <p:tav tm="0">
                                          <p:val>
                                            <p:fltVal val="0"/>
                                          </p:val>
                                        </p:tav>
                                        <p:tav tm="100000">
                                          <p:val>
                                            <p:strVal val="#ppt_w"/>
                                          </p:val>
                                        </p:tav>
                                      </p:tavLst>
                                    </p:anim>
                                    <p:anim calcmode="lin" valueType="num">
                                      <p:cBhvr>
                                        <p:cTn id="219" dur="500" fill="hold"/>
                                        <p:tgtEl>
                                          <p:spTgt spid="213"/>
                                        </p:tgtEl>
                                        <p:attrNameLst>
                                          <p:attrName>ppt_h</p:attrName>
                                        </p:attrNameLst>
                                      </p:cBhvr>
                                      <p:tavLst>
                                        <p:tav tm="0">
                                          <p:val>
                                            <p:strVal val="#ppt_h"/>
                                          </p:val>
                                        </p:tav>
                                        <p:tav tm="100000">
                                          <p:val>
                                            <p:strVal val="#ppt_h"/>
                                          </p:val>
                                        </p:tav>
                                      </p:tavLst>
                                    </p:anim>
                                  </p:childTnLst>
                                </p:cTn>
                              </p:par>
                            </p:childTnLst>
                          </p:cTn>
                        </p:par>
                      </p:childTnLst>
                    </p:cTn>
                  </p:par>
                  <p:par>
                    <p:cTn id="220" fill="hold">
                      <p:stCondLst>
                        <p:cond delay="indefinite"/>
                      </p:stCondLst>
                      <p:childTnLst>
                        <p:par>
                          <p:cTn id="221" fill="hold">
                            <p:stCondLst>
                              <p:cond delay="0"/>
                            </p:stCondLst>
                            <p:childTnLst>
                              <p:par>
                                <p:cTn id="222" presetID="17" presetClass="entr" presetSubtype="1" fill="hold" grpId="0" nodeType="clickEffect">
                                  <p:stCondLst>
                                    <p:cond delay="0"/>
                                  </p:stCondLst>
                                  <p:childTnLst>
                                    <p:set>
                                      <p:cBhvr>
                                        <p:cTn id="223" dur="1" fill="hold">
                                          <p:stCondLst>
                                            <p:cond delay="0"/>
                                          </p:stCondLst>
                                        </p:cTn>
                                        <p:tgtEl>
                                          <p:spTgt spid="216"/>
                                        </p:tgtEl>
                                        <p:attrNameLst>
                                          <p:attrName>style.visibility</p:attrName>
                                        </p:attrNameLst>
                                      </p:cBhvr>
                                      <p:to>
                                        <p:strVal val="visible"/>
                                      </p:to>
                                    </p:set>
                                    <p:anim calcmode="lin" valueType="num">
                                      <p:cBhvr>
                                        <p:cTn id="224" dur="500" fill="hold"/>
                                        <p:tgtEl>
                                          <p:spTgt spid="216"/>
                                        </p:tgtEl>
                                        <p:attrNameLst>
                                          <p:attrName>ppt_x</p:attrName>
                                        </p:attrNameLst>
                                      </p:cBhvr>
                                      <p:tavLst>
                                        <p:tav tm="0">
                                          <p:val>
                                            <p:strVal val="#ppt_x"/>
                                          </p:val>
                                        </p:tav>
                                        <p:tav tm="100000">
                                          <p:val>
                                            <p:strVal val="#ppt_x"/>
                                          </p:val>
                                        </p:tav>
                                      </p:tavLst>
                                    </p:anim>
                                    <p:anim calcmode="lin" valueType="num">
                                      <p:cBhvr>
                                        <p:cTn id="225" dur="500" fill="hold"/>
                                        <p:tgtEl>
                                          <p:spTgt spid="216"/>
                                        </p:tgtEl>
                                        <p:attrNameLst>
                                          <p:attrName>ppt_y</p:attrName>
                                        </p:attrNameLst>
                                      </p:cBhvr>
                                      <p:tavLst>
                                        <p:tav tm="0">
                                          <p:val>
                                            <p:strVal val="#ppt_y-#ppt_h/2"/>
                                          </p:val>
                                        </p:tav>
                                        <p:tav tm="100000">
                                          <p:val>
                                            <p:strVal val="#ppt_y"/>
                                          </p:val>
                                        </p:tav>
                                      </p:tavLst>
                                    </p:anim>
                                    <p:anim calcmode="lin" valueType="num">
                                      <p:cBhvr>
                                        <p:cTn id="226" dur="500" fill="hold"/>
                                        <p:tgtEl>
                                          <p:spTgt spid="216"/>
                                        </p:tgtEl>
                                        <p:attrNameLst>
                                          <p:attrName>ppt_w</p:attrName>
                                        </p:attrNameLst>
                                      </p:cBhvr>
                                      <p:tavLst>
                                        <p:tav tm="0">
                                          <p:val>
                                            <p:strVal val="#ppt_w"/>
                                          </p:val>
                                        </p:tav>
                                        <p:tav tm="100000">
                                          <p:val>
                                            <p:strVal val="#ppt_w"/>
                                          </p:val>
                                        </p:tav>
                                      </p:tavLst>
                                    </p:anim>
                                    <p:anim calcmode="lin" valueType="num">
                                      <p:cBhvr>
                                        <p:cTn id="227" dur="500" fill="hold"/>
                                        <p:tgtEl>
                                          <p:spTgt spid="216"/>
                                        </p:tgtEl>
                                        <p:attrNameLst>
                                          <p:attrName>ppt_h</p:attrName>
                                        </p:attrNameLst>
                                      </p:cBhvr>
                                      <p:tavLst>
                                        <p:tav tm="0">
                                          <p:val>
                                            <p:fltVal val="0"/>
                                          </p:val>
                                        </p:tav>
                                        <p:tav tm="100000">
                                          <p:val>
                                            <p:strVal val="#ppt_h"/>
                                          </p:val>
                                        </p:tav>
                                      </p:tavLst>
                                    </p:anim>
                                  </p:childTnLst>
                                </p:cTn>
                              </p:par>
                            </p:childTnLst>
                          </p:cTn>
                        </p:par>
                      </p:childTnLst>
                    </p:cTn>
                  </p:par>
                  <p:par>
                    <p:cTn id="228" fill="hold">
                      <p:stCondLst>
                        <p:cond delay="indefinite"/>
                      </p:stCondLst>
                      <p:childTnLst>
                        <p:par>
                          <p:cTn id="229" fill="hold">
                            <p:stCondLst>
                              <p:cond delay="0"/>
                            </p:stCondLst>
                            <p:childTnLst>
                              <p:par>
                                <p:cTn id="230" presetID="18" presetClass="entr" presetSubtype="6" fill="hold" grpId="0" nodeType="clickEffect">
                                  <p:stCondLst>
                                    <p:cond delay="0"/>
                                  </p:stCondLst>
                                  <p:childTnLst>
                                    <p:set>
                                      <p:cBhvr>
                                        <p:cTn id="231" dur="1" fill="hold">
                                          <p:stCondLst>
                                            <p:cond delay="0"/>
                                          </p:stCondLst>
                                        </p:cTn>
                                        <p:tgtEl>
                                          <p:spTgt spid="218"/>
                                        </p:tgtEl>
                                        <p:attrNameLst>
                                          <p:attrName>style.visibility</p:attrName>
                                        </p:attrNameLst>
                                      </p:cBhvr>
                                      <p:to>
                                        <p:strVal val="visible"/>
                                      </p:to>
                                    </p:set>
                                    <p:animEffect transition="in" filter="strips(downRight)">
                                      <p:cBhvr>
                                        <p:cTn id="232" dur="500"/>
                                        <p:tgtEl>
                                          <p:spTgt spid="218"/>
                                        </p:tgtEl>
                                      </p:cBhvr>
                                    </p:animEffec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499"/>
                                          </p:stCondLst>
                                        </p:cTn>
                                        <p:tgtEl>
                                          <p:spTgt spid="76"/>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 presetClass="entr" presetSubtype="0" fill="hold" grpId="0" nodeType="clickEffect">
                                  <p:stCondLst>
                                    <p:cond delay="0"/>
                                  </p:stCondLst>
                                  <p:childTnLst>
                                    <p:set>
                                      <p:cBhvr>
                                        <p:cTn id="240" dur="1" fill="hold">
                                          <p:stCondLst>
                                            <p:cond delay="499"/>
                                          </p:stCondLst>
                                        </p:cTn>
                                        <p:tgtEl>
                                          <p:spTgt spid="244"/>
                                        </p:tgtEl>
                                        <p:attrNameLst>
                                          <p:attrName>style.visibility</p:attrName>
                                        </p:attrNameLst>
                                      </p:cBhvr>
                                      <p:to>
                                        <p:strVal val="visible"/>
                                      </p:to>
                                    </p:set>
                                  </p:childTnLst>
                                </p:cTn>
                              </p:par>
                              <p:par>
                                <p:cTn id="241" presetID="1" presetClass="entr" presetSubtype="0" fill="hold" grpId="0" nodeType="withEffect">
                                  <p:stCondLst>
                                    <p:cond delay="0"/>
                                  </p:stCondLst>
                                  <p:childTnLst>
                                    <p:set>
                                      <p:cBhvr>
                                        <p:cTn id="242" dur="1" fill="hold">
                                          <p:stCondLst>
                                            <p:cond delay="499"/>
                                          </p:stCondLst>
                                        </p:cTn>
                                        <p:tgtEl>
                                          <p:spTgt spid="240"/>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7" presetClass="entr" presetSubtype="1" fill="hold" grpId="0" nodeType="clickEffect">
                                  <p:stCondLst>
                                    <p:cond delay="0"/>
                                  </p:stCondLst>
                                  <p:childTnLst>
                                    <p:set>
                                      <p:cBhvr>
                                        <p:cTn id="246" dur="1" fill="hold">
                                          <p:stCondLst>
                                            <p:cond delay="0"/>
                                          </p:stCondLst>
                                        </p:cTn>
                                        <p:tgtEl>
                                          <p:spTgt spid="54"/>
                                        </p:tgtEl>
                                        <p:attrNameLst>
                                          <p:attrName>style.visibility</p:attrName>
                                        </p:attrNameLst>
                                      </p:cBhvr>
                                      <p:to>
                                        <p:strVal val="visible"/>
                                      </p:to>
                                    </p:set>
                                    <p:anim calcmode="lin" valueType="num">
                                      <p:cBhvr>
                                        <p:cTn id="247" dur="500" fill="hold"/>
                                        <p:tgtEl>
                                          <p:spTgt spid="54"/>
                                        </p:tgtEl>
                                        <p:attrNameLst>
                                          <p:attrName>ppt_x</p:attrName>
                                        </p:attrNameLst>
                                      </p:cBhvr>
                                      <p:tavLst>
                                        <p:tav tm="0">
                                          <p:val>
                                            <p:strVal val="#ppt_x"/>
                                          </p:val>
                                        </p:tav>
                                        <p:tav tm="100000">
                                          <p:val>
                                            <p:strVal val="#ppt_x"/>
                                          </p:val>
                                        </p:tav>
                                      </p:tavLst>
                                    </p:anim>
                                    <p:anim calcmode="lin" valueType="num">
                                      <p:cBhvr>
                                        <p:cTn id="248" dur="500" fill="hold"/>
                                        <p:tgtEl>
                                          <p:spTgt spid="54"/>
                                        </p:tgtEl>
                                        <p:attrNameLst>
                                          <p:attrName>ppt_y</p:attrName>
                                        </p:attrNameLst>
                                      </p:cBhvr>
                                      <p:tavLst>
                                        <p:tav tm="0">
                                          <p:val>
                                            <p:strVal val="#ppt_y-#ppt_h/2"/>
                                          </p:val>
                                        </p:tav>
                                        <p:tav tm="100000">
                                          <p:val>
                                            <p:strVal val="#ppt_y"/>
                                          </p:val>
                                        </p:tav>
                                      </p:tavLst>
                                    </p:anim>
                                    <p:anim calcmode="lin" valueType="num">
                                      <p:cBhvr>
                                        <p:cTn id="249" dur="500" fill="hold"/>
                                        <p:tgtEl>
                                          <p:spTgt spid="54"/>
                                        </p:tgtEl>
                                        <p:attrNameLst>
                                          <p:attrName>ppt_w</p:attrName>
                                        </p:attrNameLst>
                                      </p:cBhvr>
                                      <p:tavLst>
                                        <p:tav tm="0">
                                          <p:val>
                                            <p:strVal val="#ppt_w"/>
                                          </p:val>
                                        </p:tav>
                                        <p:tav tm="100000">
                                          <p:val>
                                            <p:strVal val="#ppt_w"/>
                                          </p:val>
                                        </p:tav>
                                      </p:tavLst>
                                    </p:anim>
                                    <p:anim calcmode="lin" valueType="num">
                                      <p:cBhvr>
                                        <p:cTn id="250" dur="500" fill="hold"/>
                                        <p:tgtEl>
                                          <p:spTgt spid="54"/>
                                        </p:tgtEl>
                                        <p:attrNameLst>
                                          <p:attrName>ppt_h</p:attrName>
                                        </p:attrNameLst>
                                      </p:cBhvr>
                                      <p:tavLst>
                                        <p:tav tm="0">
                                          <p:val>
                                            <p:fltVal val="0"/>
                                          </p:val>
                                        </p:tav>
                                        <p:tav tm="100000">
                                          <p:val>
                                            <p:strVal val="#ppt_h"/>
                                          </p:val>
                                        </p:tav>
                                      </p:tavLst>
                                    </p:anim>
                                  </p:childTnLst>
                                </p:cTn>
                              </p:par>
                            </p:childTnLst>
                          </p:cTn>
                        </p:par>
                      </p:childTnLst>
                    </p:cTn>
                  </p:par>
                  <p:par>
                    <p:cTn id="251" fill="hold">
                      <p:stCondLst>
                        <p:cond delay="indefinite"/>
                      </p:stCondLst>
                      <p:childTnLst>
                        <p:par>
                          <p:cTn id="252" fill="hold">
                            <p:stCondLst>
                              <p:cond delay="0"/>
                            </p:stCondLst>
                            <p:childTnLst>
                              <p:par>
                                <p:cTn id="253" presetID="23" presetClass="entr" presetSubtype="16" fill="hold" grpId="0" nodeType="clickEffect">
                                  <p:stCondLst>
                                    <p:cond delay="0"/>
                                  </p:stCondLst>
                                  <p:childTnLst>
                                    <p:set>
                                      <p:cBhvr>
                                        <p:cTn id="254" dur="1" fill="hold">
                                          <p:stCondLst>
                                            <p:cond delay="0"/>
                                          </p:stCondLst>
                                        </p:cTn>
                                        <p:tgtEl>
                                          <p:spTgt spid="71"/>
                                        </p:tgtEl>
                                        <p:attrNameLst>
                                          <p:attrName>style.visibility</p:attrName>
                                        </p:attrNameLst>
                                      </p:cBhvr>
                                      <p:to>
                                        <p:strVal val="visible"/>
                                      </p:to>
                                    </p:set>
                                    <p:anim calcmode="lin" valueType="num">
                                      <p:cBhvr>
                                        <p:cTn id="255" dur="500" fill="hold"/>
                                        <p:tgtEl>
                                          <p:spTgt spid="71"/>
                                        </p:tgtEl>
                                        <p:attrNameLst>
                                          <p:attrName>ppt_w</p:attrName>
                                        </p:attrNameLst>
                                      </p:cBhvr>
                                      <p:tavLst>
                                        <p:tav tm="0">
                                          <p:val>
                                            <p:fltVal val="0"/>
                                          </p:val>
                                        </p:tav>
                                        <p:tav tm="100000">
                                          <p:val>
                                            <p:strVal val="#ppt_w"/>
                                          </p:val>
                                        </p:tav>
                                      </p:tavLst>
                                    </p:anim>
                                    <p:anim calcmode="lin" valueType="num">
                                      <p:cBhvr>
                                        <p:cTn id="256" dur="500" fill="hold"/>
                                        <p:tgtEl>
                                          <p:spTgt spid="71"/>
                                        </p:tgtEl>
                                        <p:attrNameLst>
                                          <p:attrName>ppt_h</p:attrName>
                                        </p:attrNameLst>
                                      </p:cBhvr>
                                      <p:tavLst>
                                        <p:tav tm="0">
                                          <p:val>
                                            <p:fltVal val="0"/>
                                          </p:val>
                                        </p:tav>
                                        <p:tav tm="100000">
                                          <p:val>
                                            <p:strVal val="#ppt_h"/>
                                          </p:val>
                                        </p:tav>
                                      </p:tavLst>
                                    </p:anim>
                                  </p:childTnLst>
                                </p:cTn>
                              </p:par>
                              <p:par>
                                <p:cTn id="257" presetID="1" presetClass="entr" presetSubtype="0" fill="hold" grpId="0" nodeType="withEffect">
                                  <p:stCondLst>
                                    <p:cond delay="0"/>
                                  </p:stCondLst>
                                  <p:childTnLst>
                                    <p:set>
                                      <p:cBhvr>
                                        <p:cTn id="258" dur="1" fill="hold">
                                          <p:stCondLst>
                                            <p:cond delay="499"/>
                                          </p:stCondLst>
                                        </p:cTn>
                                        <p:tgtEl>
                                          <p:spTgt spid="252"/>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23" presetClass="entr" presetSubtype="16" fill="hold" grpId="0" nodeType="clickEffect">
                                  <p:stCondLst>
                                    <p:cond delay="0"/>
                                  </p:stCondLst>
                                  <p:childTnLst>
                                    <p:set>
                                      <p:cBhvr>
                                        <p:cTn id="262" dur="1" fill="hold">
                                          <p:stCondLst>
                                            <p:cond delay="0"/>
                                          </p:stCondLst>
                                        </p:cTn>
                                        <p:tgtEl>
                                          <p:spTgt spid="70"/>
                                        </p:tgtEl>
                                        <p:attrNameLst>
                                          <p:attrName>style.visibility</p:attrName>
                                        </p:attrNameLst>
                                      </p:cBhvr>
                                      <p:to>
                                        <p:strVal val="visible"/>
                                      </p:to>
                                    </p:set>
                                    <p:anim calcmode="lin" valueType="num">
                                      <p:cBhvr>
                                        <p:cTn id="263" dur="500" fill="hold"/>
                                        <p:tgtEl>
                                          <p:spTgt spid="70"/>
                                        </p:tgtEl>
                                        <p:attrNameLst>
                                          <p:attrName>ppt_w</p:attrName>
                                        </p:attrNameLst>
                                      </p:cBhvr>
                                      <p:tavLst>
                                        <p:tav tm="0">
                                          <p:val>
                                            <p:fltVal val="0"/>
                                          </p:val>
                                        </p:tav>
                                        <p:tav tm="100000">
                                          <p:val>
                                            <p:strVal val="#ppt_w"/>
                                          </p:val>
                                        </p:tav>
                                      </p:tavLst>
                                    </p:anim>
                                    <p:anim calcmode="lin" valueType="num">
                                      <p:cBhvr>
                                        <p:cTn id="264" dur="500" fill="hold"/>
                                        <p:tgtEl>
                                          <p:spTgt spid="70"/>
                                        </p:tgtEl>
                                        <p:attrNameLst>
                                          <p:attrName>ppt_h</p:attrName>
                                        </p:attrNameLst>
                                      </p:cBhvr>
                                      <p:tavLst>
                                        <p:tav tm="0">
                                          <p:val>
                                            <p:fltVal val="0"/>
                                          </p:val>
                                        </p:tav>
                                        <p:tav tm="100000">
                                          <p:val>
                                            <p:strVal val="#ppt_h"/>
                                          </p:val>
                                        </p:tav>
                                      </p:tavLst>
                                    </p:anim>
                                  </p:childTnLst>
                                </p:cTn>
                              </p:par>
                              <p:par>
                                <p:cTn id="265" presetID="1" presetClass="entr" presetSubtype="0" fill="hold" grpId="0" nodeType="withEffect">
                                  <p:stCondLst>
                                    <p:cond delay="0"/>
                                  </p:stCondLst>
                                  <p:childTnLst>
                                    <p:set>
                                      <p:cBhvr>
                                        <p:cTn id="266" dur="1" fill="hold">
                                          <p:stCondLst>
                                            <p:cond delay="499"/>
                                          </p:stCondLst>
                                        </p:cTn>
                                        <p:tgtEl>
                                          <p:spTgt spid="239"/>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presetID="17" presetClass="entr" presetSubtype="1" fill="hold" grpId="0" nodeType="clickEffect">
                                  <p:stCondLst>
                                    <p:cond delay="0"/>
                                  </p:stCondLst>
                                  <p:childTnLst>
                                    <p:set>
                                      <p:cBhvr>
                                        <p:cTn id="270" dur="1" fill="hold">
                                          <p:stCondLst>
                                            <p:cond delay="0"/>
                                          </p:stCondLst>
                                        </p:cTn>
                                        <p:tgtEl>
                                          <p:spTgt spid="74"/>
                                        </p:tgtEl>
                                        <p:attrNameLst>
                                          <p:attrName>style.visibility</p:attrName>
                                        </p:attrNameLst>
                                      </p:cBhvr>
                                      <p:to>
                                        <p:strVal val="visible"/>
                                      </p:to>
                                    </p:set>
                                    <p:anim calcmode="lin" valueType="num">
                                      <p:cBhvr>
                                        <p:cTn id="271" dur="500" fill="hold"/>
                                        <p:tgtEl>
                                          <p:spTgt spid="74"/>
                                        </p:tgtEl>
                                        <p:attrNameLst>
                                          <p:attrName>ppt_x</p:attrName>
                                        </p:attrNameLst>
                                      </p:cBhvr>
                                      <p:tavLst>
                                        <p:tav tm="0">
                                          <p:val>
                                            <p:strVal val="#ppt_x"/>
                                          </p:val>
                                        </p:tav>
                                        <p:tav tm="100000">
                                          <p:val>
                                            <p:strVal val="#ppt_x"/>
                                          </p:val>
                                        </p:tav>
                                      </p:tavLst>
                                    </p:anim>
                                    <p:anim calcmode="lin" valueType="num">
                                      <p:cBhvr>
                                        <p:cTn id="272" dur="500" fill="hold"/>
                                        <p:tgtEl>
                                          <p:spTgt spid="74"/>
                                        </p:tgtEl>
                                        <p:attrNameLst>
                                          <p:attrName>ppt_y</p:attrName>
                                        </p:attrNameLst>
                                      </p:cBhvr>
                                      <p:tavLst>
                                        <p:tav tm="0">
                                          <p:val>
                                            <p:strVal val="#ppt_y-#ppt_h/2"/>
                                          </p:val>
                                        </p:tav>
                                        <p:tav tm="100000">
                                          <p:val>
                                            <p:strVal val="#ppt_y"/>
                                          </p:val>
                                        </p:tav>
                                      </p:tavLst>
                                    </p:anim>
                                    <p:anim calcmode="lin" valueType="num">
                                      <p:cBhvr>
                                        <p:cTn id="273" dur="500" fill="hold"/>
                                        <p:tgtEl>
                                          <p:spTgt spid="74"/>
                                        </p:tgtEl>
                                        <p:attrNameLst>
                                          <p:attrName>ppt_w</p:attrName>
                                        </p:attrNameLst>
                                      </p:cBhvr>
                                      <p:tavLst>
                                        <p:tav tm="0">
                                          <p:val>
                                            <p:strVal val="#ppt_w"/>
                                          </p:val>
                                        </p:tav>
                                        <p:tav tm="100000">
                                          <p:val>
                                            <p:strVal val="#ppt_w"/>
                                          </p:val>
                                        </p:tav>
                                      </p:tavLst>
                                    </p:anim>
                                    <p:anim calcmode="lin" valueType="num">
                                      <p:cBhvr>
                                        <p:cTn id="274" dur="500" fill="hold"/>
                                        <p:tgtEl>
                                          <p:spTgt spid="74"/>
                                        </p:tgtEl>
                                        <p:attrNameLst>
                                          <p:attrName>ppt_h</p:attrName>
                                        </p:attrNameLst>
                                      </p:cBhvr>
                                      <p:tavLst>
                                        <p:tav tm="0">
                                          <p:val>
                                            <p:fltVal val="0"/>
                                          </p:val>
                                        </p:tav>
                                        <p:tav tm="100000">
                                          <p:val>
                                            <p:strVal val="#ppt_h"/>
                                          </p:val>
                                        </p:tav>
                                      </p:tavLst>
                                    </p:anim>
                                  </p:childTnLst>
                                </p:cTn>
                              </p:par>
                            </p:childTnLst>
                          </p:cTn>
                        </p:par>
                      </p:childTnLst>
                    </p:cTn>
                  </p:par>
                  <p:par>
                    <p:cTn id="275" fill="hold">
                      <p:stCondLst>
                        <p:cond delay="indefinite"/>
                      </p:stCondLst>
                      <p:childTnLst>
                        <p:par>
                          <p:cTn id="276" fill="hold">
                            <p:stCondLst>
                              <p:cond delay="0"/>
                            </p:stCondLst>
                            <p:childTnLst>
                              <p:par>
                                <p:cTn id="277" presetID="23" presetClass="entr" presetSubtype="16" fill="hold" grpId="0" nodeType="clickEffect">
                                  <p:stCondLst>
                                    <p:cond delay="0"/>
                                  </p:stCondLst>
                                  <p:childTnLst>
                                    <p:set>
                                      <p:cBhvr>
                                        <p:cTn id="278" dur="1" fill="hold">
                                          <p:stCondLst>
                                            <p:cond delay="0"/>
                                          </p:stCondLst>
                                        </p:cTn>
                                        <p:tgtEl>
                                          <p:spTgt spid="72"/>
                                        </p:tgtEl>
                                        <p:attrNameLst>
                                          <p:attrName>style.visibility</p:attrName>
                                        </p:attrNameLst>
                                      </p:cBhvr>
                                      <p:to>
                                        <p:strVal val="visible"/>
                                      </p:to>
                                    </p:set>
                                    <p:anim calcmode="lin" valueType="num">
                                      <p:cBhvr>
                                        <p:cTn id="279" dur="500" fill="hold"/>
                                        <p:tgtEl>
                                          <p:spTgt spid="72"/>
                                        </p:tgtEl>
                                        <p:attrNameLst>
                                          <p:attrName>ppt_w</p:attrName>
                                        </p:attrNameLst>
                                      </p:cBhvr>
                                      <p:tavLst>
                                        <p:tav tm="0">
                                          <p:val>
                                            <p:fltVal val="0"/>
                                          </p:val>
                                        </p:tav>
                                        <p:tav tm="100000">
                                          <p:val>
                                            <p:strVal val="#ppt_w"/>
                                          </p:val>
                                        </p:tav>
                                      </p:tavLst>
                                    </p:anim>
                                    <p:anim calcmode="lin" valueType="num">
                                      <p:cBhvr>
                                        <p:cTn id="280" dur="500" fill="hold"/>
                                        <p:tgtEl>
                                          <p:spTgt spid="72"/>
                                        </p:tgtEl>
                                        <p:attrNameLst>
                                          <p:attrName>ppt_h</p:attrName>
                                        </p:attrNameLst>
                                      </p:cBhvr>
                                      <p:tavLst>
                                        <p:tav tm="0">
                                          <p:val>
                                            <p:fltVal val="0"/>
                                          </p:val>
                                        </p:tav>
                                        <p:tav tm="100000">
                                          <p:val>
                                            <p:strVal val="#ppt_h"/>
                                          </p:val>
                                        </p:tav>
                                      </p:tavLst>
                                    </p:anim>
                                  </p:childTnLst>
                                </p:cTn>
                              </p:par>
                              <p:par>
                                <p:cTn id="281" presetID="1" presetClass="entr" presetSubtype="0" fill="hold" grpId="0" nodeType="withEffect">
                                  <p:stCondLst>
                                    <p:cond delay="0"/>
                                  </p:stCondLst>
                                  <p:childTnLst>
                                    <p:set>
                                      <p:cBhvr>
                                        <p:cTn id="282" dur="1" fill="hold">
                                          <p:stCondLst>
                                            <p:cond delay="499"/>
                                          </p:stCondLst>
                                        </p:cTn>
                                        <p:tgtEl>
                                          <p:spTgt spid="238"/>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presetID="1" presetClass="entr" presetSubtype="0" fill="hold" nodeType="clickEffect">
                                  <p:stCondLst>
                                    <p:cond delay="0"/>
                                  </p:stCondLst>
                                  <p:childTnLst>
                                    <p:set>
                                      <p:cBhvr>
                                        <p:cTn id="286" dur="1" fill="hold">
                                          <p:stCondLst>
                                            <p:cond delay="499"/>
                                          </p:stCondLst>
                                        </p:cTn>
                                        <p:tgtEl>
                                          <p:spTgt spid="79"/>
                                        </p:tgtEl>
                                        <p:attrNameLst>
                                          <p:attrName>style.visibility</p:attrName>
                                        </p:attrNameLst>
                                      </p:cBhvr>
                                      <p:to>
                                        <p:strVal val="visible"/>
                                      </p:to>
                                    </p:set>
                                  </p:childTnLst>
                                </p:cTn>
                              </p:par>
                            </p:childTnLst>
                          </p:cTn>
                        </p:par>
                      </p:childTnLst>
                    </p:cTn>
                  </p:par>
                  <p:par>
                    <p:cTn id="287" fill="hold">
                      <p:stCondLst>
                        <p:cond delay="indefinite"/>
                      </p:stCondLst>
                      <p:childTnLst>
                        <p:par>
                          <p:cTn id="288" fill="hold">
                            <p:stCondLst>
                              <p:cond delay="0"/>
                            </p:stCondLst>
                            <p:childTnLst>
                              <p:par>
                                <p:cTn id="289" presetID="18" presetClass="entr" presetSubtype="6" fill="hold" nodeType="clickEffect">
                                  <p:stCondLst>
                                    <p:cond delay="0"/>
                                  </p:stCondLst>
                                  <p:childTnLst>
                                    <p:set>
                                      <p:cBhvr>
                                        <p:cTn id="290" dur="1" fill="hold">
                                          <p:stCondLst>
                                            <p:cond delay="0"/>
                                          </p:stCondLst>
                                        </p:cTn>
                                        <p:tgtEl>
                                          <p:spTgt spid="93"/>
                                        </p:tgtEl>
                                        <p:attrNameLst>
                                          <p:attrName>style.visibility</p:attrName>
                                        </p:attrNameLst>
                                      </p:cBhvr>
                                      <p:to>
                                        <p:strVal val="visible"/>
                                      </p:to>
                                    </p:set>
                                    <p:animEffect transition="in" filter="strips(downRight)">
                                      <p:cBhvr>
                                        <p:cTn id="291" dur="500"/>
                                        <p:tgtEl>
                                          <p:spTgt spid="93"/>
                                        </p:tgtEl>
                                      </p:cBhvr>
                                    </p:animEffect>
                                  </p:childTnLst>
                                </p:cTn>
                              </p:par>
                            </p:childTnLst>
                          </p:cTn>
                        </p:par>
                      </p:childTnLst>
                    </p:cTn>
                  </p:par>
                  <p:par>
                    <p:cTn id="292" fill="hold">
                      <p:stCondLst>
                        <p:cond delay="indefinite"/>
                      </p:stCondLst>
                      <p:childTnLst>
                        <p:par>
                          <p:cTn id="293" fill="hold">
                            <p:stCondLst>
                              <p:cond delay="0"/>
                            </p:stCondLst>
                            <p:childTnLst>
                              <p:par>
                                <p:cTn id="294" presetID="1" presetClass="entr" presetSubtype="0" fill="hold" grpId="0" nodeType="clickEffect">
                                  <p:stCondLst>
                                    <p:cond delay="0"/>
                                  </p:stCondLst>
                                  <p:childTnLst>
                                    <p:set>
                                      <p:cBhvr>
                                        <p:cTn id="295" dur="1" fill="hold">
                                          <p:stCondLst>
                                            <p:cond delay="499"/>
                                          </p:stCondLst>
                                        </p:cTn>
                                        <p:tgtEl>
                                          <p:spTgt spid="161"/>
                                        </p:tgtEl>
                                        <p:attrNameLst>
                                          <p:attrName>style.visibility</p:attrName>
                                        </p:attrNameLst>
                                      </p:cBhvr>
                                      <p:to>
                                        <p:strVal val="visible"/>
                                      </p:to>
                                    </p:set>
                                  </p:childTnLst>
                                </p:cTn>
                              </p:par>
                            </p:childTnLst>
                          </p:cTn>
                        </p:par>
                      </p:childTnLst>
                    </p:cTn>
                  </p:par>
                  <p:par>
                    <p:cTn id="296" fill="hold">
                      <p:stCondLst>
                        <p:cond delay="indefinite"/>
                      </p:stCondLst>
                      <p:childTnLst>
                        <p:par>
                          <p:cTn id="297" fill="hold">
                            <p:stCondLst>
                              <p:cond delay="0"/>
                            </p:stCondLst>
                            <p:childTnLst>
                              <p:par>
                                <p:cTn id="298" presetID="17" presetClass="entr" presetSubtype="8" fill="hold" grpId="0" nodeType="clickEffect">
                                  <p:stCondLst>
                                    <p:cond delay="0"/>
                                  </p:stCondLst>
                                  <p:childTnLst>
                                    <p:set>
                                      <p:cBhvr>
                                        <p:cTn id="299" dur="1" fill="hold">
                                          <p:stCondLst>
                                            <p:cond delay="0"/>
                                          </p:stCondLst>
                                        </p:cTn>
                                        <p:tgtEl>
                                          <p:spTgt spid="55"/>
                                        </p:tgtEl>
                                        <p:attrNameLst>
                                          <p:attrName>style.visibility</p:attrName>
                                        </p:attrNameLst>
                                      </p:cBhvr>
                                      <p:to>
                                        <p:strVal val="visible"/>
                                      </p:to>
                                    </p:set>
                                    <p:anim calcmode="lin" valueType="num">
                                      <p:cBhvr>
                                        <p:cTn id="300" dur="500" fill="hold"/>
                                        <p:tgtEl>
                                          <p:spTgt spid="55"/>
                                        </p:tgtEl>
                                        <p:attrNameLst>
                                          <p:attrName>ppt_x</p:attrName>
                                        </p:attrNameLst>
                                      </p:cBhvr>
                                      <p:tavLst>
                                        <p:tav tm="0">
                                          <p:val>
                                            <p:strVal val="#ppt_x-#ppt_w/2"/>
                                          </p:val>
                                        </p:tav>
                                        <p:tav tm="100000">
                                          <p:val>
                                            <p:strVal val="#ppt_x"/>
                                          </p:val>
                                        </p:tav>
                                      </p:tavLst>
                                    </p:anim>
                                    <p:anim calcmode="lin" valueType="num">
                                      <p:cBhvr>
                                        <p:cTn id="301" dur="500" fill="hold"/>
                                        <p:tgtEl>
                                          <p:spTgt spid="55"/>
                                        </p:tgtEl>
                                        <p:attrNameLst>
                                          <p:attrName>ppt_y</p:attrName>
                                        </p:attrNameLst>
                                      </p:cBhvr>
                                      <p:tavLst>
                                        <p:tav tm="0">
                                          <p:val>
                                            <p:strVal val="#ppt_y"/>
                                          </p:val>
                                        </p:tav>
                                        <p:tav tm="100000">
                                          <p:val>
                                            <p:strVal val="#ppt_y"/>
                                          </p:val>
                                        </p:tav>
                                      </p:tavLst>
                                    </p:anim>
                                    <p:anim calcmode="lin" valueType="num">
                                      <p:cBhvr>
                                        <p:cTn id="302" dur="500" fill="hold"/>
                                        <p:tgtEl>
                                          <p:spTgt spid="55"/>
                                        </p:tgtEl>
                                        <p:attrNameLst>
                                          <p:attrName>ppt_w</p:attrName>
                                        </p:attrNameLst>
                                      </p:cBhvr>
                                      <p:tavLst>
                                        <p:tav tm="0">
                                          <p:val>
                                            <p:fltVal val="0"/>
                                          </p:val>
                                        </p:tav>
                                        <p:tav tm="100000">
                                          <p:val>
                                            <p:strVal val="#ppt_w"/>
                                          </p:val>
                                        </p:tav>
                                      </p:tavLst>
                                    </p:anim>
                                    <p:anim calcmode="lin" valueType="num">
                                      <p:cBhvr>
                                        <p:cTn id="303" dur="500" fill="hold"/>
                                        <p:tgtEl>
                                          <p:spTgt spid="55"/>
                                        </p:tgtEl>
                                        <p:attrNameLst>
                                          <p:attrName>ppt_h</p:attrName>
                                        </p:attrNameLst>
                                      </p:cBhvr>
                                      <p:tavLst>
                                        <p:tav tm="0">
                                          <p:val>
                                            <p:strVal val="#ppt_h"/>
                                          </p:val>
                                        </p:tav>
                                        <p:tav tm="100000">
                                          <p:val>
                                            <p:strVal val="#ppt_h"/>
                                          </p:val>
                                        </p:tav>
                                      </p:tavLst>
                                    </p:anim>
                                  </p:childTnLst>
                                </p:cTn>
                              </p:par>
                            </p:childTnLst>
                          </p:cTn>
                        </p:par>
                      </p:childTnLst>
                    </p:cTn>
                  </p:par>
                  <p:par>
                    <p:cTn id="304" fill="hold">
                      <p:stCondLst>
                        <p:cond delay="indefinite"/>
                      </p:stCondLst>
                      <p:childTnLst>
                        <p:par>
                          <p:cTn id="305" fill="hold">
                            <p:stCondLst>
                              <p:cond delay="0"/>
                            </p:stCondLst>
                            <p:childTnLst>
                              <p:par>
                                <p:cTn id="306" presetID="17" presetClass="entr" presetSubtype="8" fill="hold" grpId="0" nodeType="clickEffect">
                                  <p:stCondLst>
                                    <p:cond delay="0"/>
                                  </p:stCondLst>
                                  <p:childTnLst>
                                    <p:set>
                                      <p:cBhvr>
                                        <p:cTn id="307" dur="1" fill="hold">
                                          <p:stCondLst>
                                            <p:cond delay="0"/>
                                          </p:stCondLst>
                                        </p:cTn>
                                        <p:tgtEl>
                                          <p:spTgt spid="56"/>
                                        </p:tgtEl>
                                        <p:attrNameLst>
                                          <p:attrName>style.visibility</p:attrName>
                                        </p:attrNameLst>
                                      </p:cBhvr>
                                      <p:to>
                                        <p:strVal val="visible"/>
                                      </p:to>
                                    </p:set>
                                    <p:anim calcmode="lin" valueType="num">
                                      <p:cBhvr>
                                        <p:cTn id="308" dur="500" fill="hold"/>
                                        <p:tgtEl>
                                          <p:spTgt spid="56"/>
                                        </p:tgtEl>
                                        <p:attrNameLst>
                                          <p:attrName>ppt_x</p:attrName>
                                        </p:attrNameLst>
                                      </p:cBhvr>
                                      <p:tavLst>
                                        <p:tav tm="0">
                                          <p:val>
                                            <p:strVal val="#ppt_x-#ppt_w/2"/>
                                          </p:val>
                                        </p:tav>
                                        <p:tav tm="100000">
                                          <p:val>
                                            <p:strVal val="#ppt_x"/>
                                          </p:val>
                                        </p:tav>
                                      </p:tavLst>
                                    </p:anim>
                                    <p:anim calcmode="lin" valueType="num">
                                      <p:cBhvr>
                                        <p:cTn id="309" dur="500" fill="hold"/>
                                        <p:tgtEl>
                                          <p:spTgt spid="56"/>
                                        </p:tgtEl>
                                        <p:attrNameLst>
                                          <p:attrName>ppt_y</p:attrName>
                                        </p:attrNameLst>
                                      </p:cBhvr>
                                      <p:tavLst>
                                        <p:tav tm="0">
                                          <p:val>
                                            <p:strVal val="#ppt_y"/>
                                          </p:val>
                                        </p:tav>
                                        <p:tav tm="100000">
                                          <p:val>
                                            <p:strVal val="#ppt_y"/>
                                          </p:val>
                                        </p:tav>
                                      </p:tavLst>
                                    </p:anim>
                                    <p:anim calcmode="lin" valueType="num">
                                      <p:cBhvr>
                                        <p:cTn id="310" dur="500" fill="hold"/>
                                        <p:tgtEl>
                                          <p:spTgt spid="56"/>
                                        </p:tgtEl>
                                        <p:attrNameLst>
                                          <p:attrName>ppt_w</p:attrName>
                                        </p:attrNameLst>
                                      </p:cBhvr>
                                      <p:tavLst>
                                        <p:tav tm="0">
                                          <p:val>
                                            <p:fltVal val="0"/>
                                          </p:val>
                                        </p:tav>
                                        <p:tav tm="100000">
                                          <p:val>
                                            <p:strVal val="#ppt_w"/>
                                          </p:val>
                                        </p:tav>
                                      </p:tavLst>
                                    </p:anim>
                                    <p:anim calcmode="lin" valueType="num">
                                      <p:cBhvr>
                                        <p:cTn id="311" dur="500" fill="hold"/>
                                        <p:tgtEl>
                                          <p:spTgt spid="56"/>
                                        </p:tgtEl>
                                        <p:attrNameLst>
                                          <p:attrName>ppt_h</p:attrName>
                                        </p:attrNameLst>
                                      </p:cBhvr>
                                      <p:tavLst>
                                        <p:tav tm="0">
                                          <p:val>
                                            <p:strVal val="#ppt_h"/>
                                          </p:val>
                                        </p:tav>
                                        <p:tav tm="100000">
                                          <p:val>
                                            <p:strVal val="#ppt_h"/>
                                          </p:val>
                                        </p:tav>
                                      </p:tavLst>
                                    </p:anim>
                                  </p:childTnLst>
                                </p:cTn>
                              </p:par>
                            </p:childTnLst>
                          </p:cTn>
                        </p:par>
                      </p:childTnLst>
                    </p:cTn>
                  </p:par>
                  <p:par>
                    <p:cTn id="312" fill="hold">
                      <p:stCondLst>
                        <p:cond delay="indefinite"/>
                      </p:stCondLst>
                      <p:childTnLst>
                        <p:par>
                          <p:cTn id="313" fill="hold">
                            <p:stCondLst>
                              <p:cond delay="0"/>
                            </p:stCondLst>
                            <p:childTnLst>
                              <p:par>
                                <p:cTn id="314" presetID="17" presetClass="entr" presetSubtype="8" fill="hold" grpId="0" nodeType="clickEffect">
                                  <p:stCondLst>
                                    <p:cond delay="0"/>
                                  </p:stCondLst>
                                  <p:childTnLst>
                                    <p:set>
                                      <p:cBhvr>
                                        <p:cTn id="315" dur="1" fill="hold">
                                          <p:stCondLst>
                                            <p:cond delay="0"/>
                                          </p:stCondLst>
                                        </p:cTn>
                                        <p:tgtEl>
                                          <p:spTgt spid="57"/>
                                        </p:tgtEl>
                                        <p:attrNameLst>
                                          <p:attrName>style.visibility</p:attrName>
                                        </p:attrNameLst>
                                      </p:cBhvr>
                                      <p:to>
                                        <p:strVal val="visible"/>
                                      </p:to>
                                    </p:set>
                                    <p:anim calcmode="lin" valueType="num">
                                      <p:cBhvr>
                                        <p:cTn id="316" dur="500" fill="hold"/>
                                        <p:tgtEl>
                                          <p:spTgt spid="57"/>
                                        </p:tgtEl>
                                        <p:attrNameLst>
                                          <p:attrName>ppt_x</p:attrName>
                                        </p:attrNameLst>
                                      </p:cBhvr>
                                      <p:tavLst>
                                        <p:tav tm="0">
                                          <p:val>
                                            <p:strVal val="#ppt_x-#ppt_w/2"/>
                                          </p:val>
                                        </p:tav>
                                        <p:tav tm="100000">
                                          <p:val>
                                            <p:strVal val="#ppt_x"/>
                                          </p:val>
                                        </p:tav>
                                      </p:tavLst>
                                    </p:anim>
                                    <p:anim calcmode="lin" valueType="num">
                                      <p:cBhvr>
                                        <p:cTn id="317" dur="500" fill="hold"/>
                                        <p:tgtEl>
                                          <p:spTgt spid="57"/>
                                        </p:tgtEl>
                                        <p:attrNameLst>
                                          <p:attrName>ppt_y</p:attrName>
                                        </p:attrNameLst>
                                      </p:cBhvr>
                                      <p:tavLst>
                                        <p:tav tm="0">
                                          <p:val>
                                            <p:strVal val="#ppt_y"/>
                                          </p:val>
                                        </p:tav>
                                        <p:tav tm="100000">
                                          <p:val>
                                            <p:strVal val="#ppt_y"/>
                                          </p:val>
                                        </p:tav>
                                      </p:tavLst>
                                    </p:anim>
                                    <p:anim calcmode="lin" valueType="num">
                                      <p:cBhvr>
                                        <p:cTn id="318" dur="500" fill="hold"/>
                                        <p:tgtEl>
                                          <p:spTgt spid="57"/>
                                        </p:tgtEl>
                                        <p:attrNameLst>
                                          <p:attrName>ppt_w</p:attrName>
                                        </p:attrNameLst>
                                      </p:cBhvr>
                                      <p:tavLst>
                                        <p:tav tm="0">
                                          <p:val>
                                            <p:fltVal val="0"/>
                                          </p:val>
                                        </p:tav>
                                        <p:tav tm="100000">
                                          <p:val>
                                            <p:strVal val="#ppt_w"/>
                                          </p:val>
                                        </p:tav>
                                      </p:tavLst>
                                    </p:anim>
                                    <p:anim calcmode="lin" valueType="num">
                                      <p:cBhvr>
                                        <p:cTn id="319" dur="500" fill="hold"/>
                                        <p:tgtEl>
                                          <p:spTgt spid="57"/>
                                        </p:tgtEl>
                                        <p:attrNameLst>
                                          <p:attrName>ppt_h</p:attrName>
                                        </p:attrNameLst>
                                      </p:cBhvr>
                                      <p:tavLst>
                                        <p:tav tm="0">
                                          <p:val>
                                            <p:strVal val="#ppt_h"/>
                                          </p:val>
                                        </p:tav>
                                        <p:tav tm="100000">
                                          <p:val>
                                            <p:strVal val="#ppt_h"/>
                                          </p:val>
                                        </p:tav>
                                      </p:tavLst>
                                    </p:anim>
                                  </p:childTnLst>
                                </p:cTn>
                              </p:par>
                            </p:childTnLst>
                          </p:cTn>
                        </p:par>
                      </p:childTnLst>
                    </p:cTn>
                  </p:par>
                  <p:par>
                    <p:cTn id="320" fill="hold">
                      <p:stCondLst>
                        <p:cond delay="indefinite"/>
                      </p:stCondLst>
                      <p:childTnLst>
                        <p:par>
                          <p:cTn id="321" fill="hold">
                            <p:stCondLst>
                              <p:cond delay="0"/>
                            </p:stCondLst>
                            <p:childTnLst>
                              <p:par>
                                <p:cTn id="322" presetID="17" presetClass="entr" presetSubtype="8" fill="hold" grpId="0" nodeType="clickEffect">
                                  <p:stCondLst>
                                    <p:cond delay="0"/>
                                  </p:stCondLst>
                                  <p:childTnLst>
                                    <p:set>
                                      <p:cBhvr>
                                        <p:cTn id="323" dur="1" fill="hold">
                                          <p:stCondLst>
                                            <p:cond delay="0"/>
                                          </p:stCondLst>
                                        </p:cTn>
                                        <p:tgtEl>
                                          <p:spTgt spid="171"/>
                                        </p:tgtEl>
                                        <p:attrNameLst>
                                          <p:attrName>style.visibility</p:attrName>
                                        </p:attrNameLst>
                                      </p:cBhvr>
                                      <p:to>
                                        <p:strVal val="visible"/>
                                      </p:to>
                                    </p:set>
                                    <p:anim calcmode="lin" valueType="num">
                                      <p:cBhvr>
                                        <p:cTn id="324" dur="500" fill="hold"/>
                                        <p:tgtEl>
                                          <p:spTgt spid="171"/>
                                        </p:tgtEl>
                                        <p:attrNameLst>
                                          <p:attrName>ppt_x</p:attrName>
                                        </p:attrNameLst>
                                      </p:cBhvr>
                                      <p:tavLst>
                                        <p:tav tm="0">
                                          <p:val>
                                            <p:strVal val="#ppt_x-#ppt_w/2"/>
                                          </p:val>
                                        </p:tav>
                                        <p:tav tm="100000">
                                          <p:val>
                                            <p:strVal val="#ppt_x"/>
                                          </p:val>
                                        </p:tav>
                                      </p:tavLst>
                                    </p:anim>
                                    <p:anim calcmode="lin" valueType="num">
                                      <p:cBhvr>
                                        <p:cTn id="325" dur="500" fill="hold"/>
                                        <p:tgtEl>
                                          <p:spTgt spid="171"/>
                                        </p:tgtEl>
                                        <p:attrNameLst>
                                          <p:attrName>ppt_y</p:attrName>
                                        </p:attrNameLst>
                                      </p:cBhvr>
                                      <p:tavLst>
                                        <p:tav tm="0">
                                          <p:val>
                                            <p:strVal val="#ppt_y"/>
                                          </p:val>
                                        </p:tav>
                                        <p:tav tm="100000">
                                          <p:val>
                                            <p:strVal val="#ppt_y"/>
                                          </p:val>
                                        </p:tav>
                                      </p:tavLst>
                                    </p:anim>
                                    <p:anim calcmode="lin" valueType="num">
                                      <p:cBhvr>
                                        <p:cTn id="326" dur="500" fill="hold"/>
                                        <p:tgtEl>
                                          <p:spTgt spid="171"/>
                                        </p:tgtEl>
                                        <p:attrNameLst>
                                          <p:attrName>ppt_w</p:attrName>
                                        </p:attrNameLst>
                                      </p:cBhvr>
                                      <p:tavLst>
                                        <p:tav tm="0">
                                          <p:val>
                                            <p:fltVal val="0"/>
                                          </p:val>
                                        </p:tav>
                                        <p:tav tm="100000">
                                          <p:val>
                                            <p:strVal val="#ppt_w"/>
                                          </p:val>
                                        </p:tav>
                                      </p:tavLst>
                                    </p:anim>
                                    <p:anim calcmode="lin" valueType="num">
                                      <p:cBhvr>
                                        <p:cTn id="327" dur="500" fill="hold"/>
                                        <p:tgtEl>
                                          <p:spTgt spid="171"/>
                                        </p:tgtEl>
                                        <p:attrNameLst>
                                          <p:attrName>ppt_h</p:attrName>
                                        </p:attrNameLst>
                                      </p:cBhvr>
                                      <p:tavLst>
                                        <p:tav tm="0">
                                          <p:val>
                                            <p:strVal val="#ppt_h"/>
                                          </p:val>
                                        </p:tav>
                                        <p:tav tm="100000">
                                          <p:val>
                                            <p:strVal val="#ppt_h"/>
                                          </p:val>
                                        </p:tav>
                                      </p:tavLst>
                                    </p:anim>
                                  </p:childTnLst>
                                </p:cTn>
                              </p:par>
                            </p:childTnLst>
                          </p:cTn>
                        </p:par>
                      </p:childTnLst>
                    </p:cTn>
                  </p:par>
                  <p:par>
                    <p:cTn id="328" fill="hold">
                      <p:stCondLst>
                        <p:cond delay="indefinite"/>
                      </p:stCondLst>
                      <p:childTnLst>
                        <p:par>
                          <p:cTn id="329" fill="hold">
                            <p:stCondLst>
                              <p:cond delay="0"/>
                            </p:stCondLst>
                            <p:childTnLst>
                              <p:par>
                                <p:cTn id="330" presetID="17" presetClass="entr" presetSubtype="8" fill="hold" grpId="0" nodeType="clickEffect">
                                  <p:stCondLst>
                                    <p:cond delay="0"/>
                                  </p:stCondLst>
                                  <p:childTnLst>
                                    <p:set>
                                      <p:cBhvr>
                                        <p:cTn id="331" dur="1" fill="hold">
                                          <p:stCondLst>
                                            <p:cond delay="0"/>
                                          </p:stCondLst>
                                        </p:cTn>
                                        <p:tgtEl>
                                          <p:spTgt spid="58"/>
                                        </p:tgtEl>
                                        <p:attrNameLst>
                                          <p:attrName>style.visibility</p:attrName>
                                        </p:attrNameLst>
                                      </p:cBhvr>
                                      <p:to>
                                        <p:strVal val="visible"/>
                                      </p:to>
                                    </p:set>
                                    <p:anim calcmode="lin" valueType="num">
                                      <p:cBhvr>
                                        <p:cTn id="332" dur="500" fill="hold"/>
                                        <p:tgtEl>
                                          <p:spTgt spid="58"/>
                                        </p:tgtEl>
                                        <p:attrNameLst>
                                          <p:attrName>ppt_x</p:attrName>
                                        </p:attrNameLst>
                                      </p:cBhvr>
                                      <p:tavLst>
                                        <p:tav tm="0">
                                          <p:val>
                                            <p:strVal val="#ppt_x-#ppt_w/2"/>
                                          </p:val>
                                        </p:tav>
                                        <p:tav tm="100000">
                                          <p:val>
                                            <p:strVal val="#ppt_x"/>
                                          </p:val>
                                        </p:tav>
                                      </p:tavLst>
                                    </p:anim>
                                    <p:anim calcmode="lin" valueType="num">
                                      <p:cBhvr>
                                        <p:cTn id="333" dur="500" fill="hold"/>
                                        <p:tgtEl>
                                          <p:spTgt spid="58"/>
                                        </p:tgtEl>
                                        <p:attrNameLst>
                                          <p:attrName>ppt_y</p:attrName>
                                        </p:attrNameLst>
                                      </p:cBhvr>
                                      <p:tavLst>
                                        <p:tav tm="0">
                                          <p:val>
                                            <p:strVal val="#ppt_y"/>
                                          </p:val>
                                        </p:tav>
                                        <p:tav tm="100000">
                                          <p:val>
                                            <p:strVal val="#ppt_y"/>
                                          </p:val>
                                        </p:tav>
                                      </p:tavLst>
                                    </p:anim>
                                    <p:anim calcmode="lin" valueType="num">
                                      <p:cBhvr>
                                        <p:cTn id="334" dur="500" fill="hold"/>
                                        <p:tgtEl>
                                          <p:spTgt spid="58"/>
                                        </p:tgtEl>
                                        <p:attrNameLst>
                                          <p:attrName>ppt_w</p:attrName>
                                        </p:attrNameLst>
                                      </p:cBhvr>
                                      <p:tavLst>
                                        <p:tav tm="0">
                                          <p:val>
                                            <p:fltVal val="0"/>
                                          </p:val>
                                        </p:tav>
                                        <p:tav tm="100000">
                                          <p:val>
                                            <p:strVal val="#ppt_w"/>
                                          </p:val>
                                        </p:tav>
                                      </p:tavLst>
                                    </p:anim>
                                    <p:anim calcmode="lin" valueType="num">
                                      <p:cBhvr>
                                        <p:cTn id="335" dur="500" fill="hold"/>
                                        <p:tgtEl>
                                          <p:spTgt spid="58"/>
                                        </p:tgtEl>
                                        <p:attrNameLst>
                                          <p:attrName>ppt_h</p:attrName>
                                        </p:attrNameLst>
                                      </p:cBhvr>
                                      <p:tavLst>
                                        <p:tav tm="0">
                                          <p:val>
                                            <p:strVal val="#ppt_h"/>
                                          </p:val>
                                        </p:tav>
                                        <p:tav tm="100000">
                                          <p:val>
                                            <p:strVal val="#ppt_h"/>
                                          </p:val>
                                        </p:tav>
                                      </p:tavLst>
                                    </p:anim>
                                  </p:childTnLst>
                                </p:cTn>
                              </p:par>
                            </p:childTnLst>
                          </p:cTn>
                        </p:par>
                      </p:childTnLst>
                    </p:cTn>
                  </p:par>
                  <p:par>
                    <p:cTn id="336" fill="hold">
                      <p:stCondLst>
                        <p:cond delay="indefinite"/>
                      </p:stCondLst>
                      <p:childTnLst>
                        <p:par>
                          <p:cTn id="337" fill="hold">
                            <p:stCondLst>
                              <p:cond delay="0"/>
                            </p:stCondLst>
                            <p:childTnLst>
                              <p:par>
                                <p:cTn id="338" presetID="23" presetClass="entr" presetSubtype="16" fill="hold" grpId="0" nodeType="clickEffect">
                                  <p:stCondLst>
                                    <p:cond delay="0"/>
                                  </p:stCondLst>
                                  <p:childTnLst>
                                    <p:set>
                                      <p:cBhvr>
                                        <p:cTn id="339" dur="1" fill="hold">
                                          <p:stCondLst>
                                            <p:cond delay="0"/>
                                          </p:stCondLst>
                                        </p:cTn>
                                        <p:tgtEl>
                                          <p:spTgt spid="60"/>
                                        </p:tgtEl>
                                        <p:attrNameLst>
                                          <p:attrName>style.visibility</p:attrName>
                                        </p:attrNameLst>
                                      </p:cBhvr>
                                      <p:to>
                                        <p:strVal val="visible"/>
                                      </p:to>
                                    </p:set>
                                    <p:anim calcmode="lin" valueType="num">
                                      <p:cBhvr>
                                        <p:cTn id="340" dur="500" fill="hold"/>
                                        <p:tgtEl>
                                          <p:spTgt spid="60"/>
                                        </p:tgtEl>
                                        <p:attrNameLst>
                                          <p:attrName>ppt_w</p:attrName>
                                        </p:attrNameLst>
                                      </p:cBhvr>
                                      <p:tavLst>
                                        <p:tav tm="0">
                                          <p:val>
                                            <p:fltVal val="0"/>
                                          </p:val>
                                        </p:tav>
                                        <p:tav tm="100000">
                                          <p:val>
                                            <p:strVal val="#ppt_w"/>
                                          </p:val>
                                        </p:tav>
                                      </p:tavLst>
                                    </p:anim>
                                    <p:anim calcmode="lin" valueType="num">
                                      <p:cBhvr>
                                        <p:cTn id="341" dur="500" fill="hold"/>
                                        <p:tgtEl>
                                          <p:spTgt spid="60"/>
                                        </p:tgtEl>
                                        <p:attrNameLst>
                                          <p:attrName>ppt_h</p:attrName>
                                        </p:attrNameLst>
                                      </p:cBhvr>
                                      <p:tavLst>
                                        <p:tav tm="0">
                                          <p:val>
                                            <p:fltVal val="0"/>
                                          </p:val>
                                        </p:tav>
                                        <p:tav tm="100000">
                                          <p:val>
                                            <p:strVal val="#ppt_h"/>
                                          </p:val>
                                        </p:tav>
                                      </p:tavLst>
                                    </p:anim>
                                  </p:childTnLst>
                                </p:cTn>
                              </p:par>
                              <p:par>
                                <p:cTn id="342" presetID="1" presetClass="entr" presetSubtype="0" fill="hold" grpId="0" nodeType="withEffect">
                                  <p:stCondLst>
                                    <p:cond delay="0"/>
                                  </p:stCondLst>
                                  <p:childTnLst>
                                    <p:set>
                                      <p:cBhvr>
                                        <p:cTn id="343" dur="1" fill="hold">
                                          <p:stCondLst>
                                            <p:cond delay="499"/>
                                          </p:stCondLst>
                                        </p:cTn>
                                        <p:tgtEl>
                                          <p:spTgt spid="235"/>
                                        </p:tgtEl>
                                        <p:attrNameLst>
                                          <p:attrName>style.visibility</p:attrName>
                                        </p:attrNameLst>
                                      </p:cBhvr>
                                      <p:to>
                                        <p:strVal val="visible"/>
                                      </p:to>
                                    </p:set>
                                  </p:childTnLst>
                                </p:cTn>
                              </p:par>
                            </p:childTnLst>
                          </p:cTn>
                        </p:par>
                      </p:childTnLst>
                    </p:cTn>
                  </p:par>
                  <p:par>
                    <p:cTn id="344" fill="hold">
                      <p:stCondLst>
                        <p:cond delay="indefinite"/>
                      </p:stCondLst>
                      <p:childTnLst>
                        <p:par>
                          <p:cTn id="345" fill="hold">
                            <p:stCondLst>
                              <p:cond delay="0"/>
                            </p:stCondLst>
                            <p:childTnLst>
                              <p:par>
                                <p:cTn id="346" presetID="23" presetClass="entr" presetSubtype="16" fill="hold" grpId="0" nodeType="clickEffect">
                                  <p:stCondLst>
                                    <p:cond delay="0"/>
                                  </p:stCondLst>
                                  <p:childTnLst>
                                    <p:set>
                                      <p:cBhvr>
                                        <p:cTn id="347" dur="1" fill="hold">
                                          <p:stCondLst>
                                            <p:cond delay="0"/>
                                          </p:stCondLst>
                                        </p:cTn>
                                        <p:tgtEl>
                                          <p:spTgt spid="61"/>
                                        </p:tgtEl>
                                        <p:attrNameLst>
                                          <p:attrName>style.visibility</p:attrName>
                                        </p:attrNameLst>
                                      </p:cBhvr>
                                      <p:to>
                                        <p:strVal val="visible"/>
                                      </p:to>
                                    </p:set>
                                    <p:anim calcmode="lin" valueType="num">
                                      <p:cBhvr>
                                        <p:cTn id="348" dur="500" fill="hold"/>
                                        <p:tgtEl>
                                          <p:spTgt spid="61"/>
                                        </p:tgtEl>
                                        <p:attrNameLst>
                                          <p:attrName>ppt_w</p:attrName>
                                        </p:attrNameLst>
                                      </p:cBhvr>
                                      <p:tavLst>
                                        <p:tav tm="0">
                                          <p:val>
                                            <p:fltVal val="0"/>
                                          </p:val>
                                        </p:tav>
                                        <p:tav tm="100000">
                                          <p:val>
                                            <p:strVal val="#ppt_w"/>
                                          </p:val>
                                        </p:tav>
                                      </p:tavLst>
                                    </p:anim>
                                    <p:anim calcmode="lin" valueType="num">
                                      <p:cBhvr>
                                        <p:cTn id="349" dur="500" fill="hold"/>
                                        <p:tgtEl>
                                          <p:spTgt spid="61"/>
                                        </p:tgtEl>
                                        <p:attrNameLst>
                                          <p:attrName>ppt_h</p:attrName>
                                        </p:attrNameLst>
                                      </p:cBhvr>
                                      <p:tavLst>
                                        <p:tav tm="0">
                                          <p:val>
                                            <p:fltVal val="0"/>
                                          </p:val>
                                        </p:tav>
                                        <p:tav tm="100000">
                                          <p:val>
                                            <p:strVal val="#ppt_h"/>
                                          </p:val>
                                        </p:tav>
                                      </p:tavLst>
                                    </p:anim>
                                  </p:childTnLst>
                                </p:cTn>
                              </p:par>
                              <p:par>
                                <p:cTn id="350" presetID="1" presetClass="entr" presetSubtype="0" fill="hold" grpId="0" nodeType="withEffect">
                                  <p:stCondLst>
                                    <p:cond delay="0"/>
                                  </p:stCondLst>
                                  <p:childTnLst>
                                    <p:set>
                                      <p:cBhvr>
                                        <p:cTn id="351" dur="1" fill="hold">
                                          <p:stCondLst>
                                            <p:cond delay="499"/>
                                          </p:stCondLst>
                                        </p:cTn>
                                        <p:tgtEl>
                                          <p:spTgt spid="234"/>
                                        </p:tgtEl>
                                        <p:attrNameLst>
                                          <p:attrName>style.visibility</p:attrName>
                                        </p:attrNameLst>
                                      </p:cBhvr>
                                      <p:to>
                                        <p:strVal val="visible"/>
                                      </p:to>
                                    </p:set>
                                  </p:childTnLst>
                                </p:cTn>
                              </p:par>
                            </p:childTnLst>
                          </p:cTn>
                        </p:par>
                      </p:childTnLst>
                    </p:cTn>
                  </p:par>
                  <p:par>
                    <p:cTn id="352" fill="hold">
                      <p:stCondLst>
                        <p:cond delay="indefinite"/>
                      </p:stCondLst>
                      <p:childTnLst>
                        <p:par>
                          <p:cTn id="353" fill="hold">
                            <p:stCondLst>
                              <p:cond delay="0"/>
                            </p:stCondLst>
                            <p:childTnLst>
                              <p:par>
                                <p:cTn id="354" presetID="23" presetClass="entr" presetSubtype="16" fill="hold" grpId="0" nodeType="clickEffect">
                                  <p:stCondLst>
                                    <p:cond delay="0"/>
                                  </p:stCondLst>
                                  <p:childTnLst>
                                    <p:set>
                                      <p:cBhvr>
                                        <p:cTn id="355" dur="1" fill="hold">
                                          <p:stCondLst>
                                            <p:cond delay="0"/>
                                          </p:stCondLst>
                                        </p:cTn>
                                        <p:tgtEl>
                                          <p:spTgt spid="62"/>
                                        </p:tgtEl>
                                        <p:attrNameLst>
                                          <p:attrName>style.visibility</p:attrName>
                                        </p:attrNameLst>
                                      </p:cBhvr>
                                      <p:to>
                                        <p:strVal val="visible"/>
                                      </p:to>
                                    </p:set>
                                    <p:anim calcmode="lin" valueType="num">
                                      <p:cBhvr>
                                        <p:cTn id="356" dur="500" fill="hold"/>
                                        <p:tgtEl>
                                          <p:spTgt spid="62"/>
                                        </p:tgtEl>
                                        <p:attrNameLst>
                                          <p:attrName>ppt_w</p:attrName>
                                        </p:attrNameLst>
                                      </p:cBhvr>
                                      <p:tavLst>
                                        <p:tav tm="0">
                                          <p:val>
                                            <p:fltVal val="0"/>
                                          </p:val>
                                        </p:tav>
                                        <p:tav tm="100000">
                                          <p:val>
                                            <p:strVal val="#ppt_w"/>
                                          </p:val>
                                        </p:tav>
                                      </p:tavLst>
                                    </p:anim>
                                    <p:anim calcmode="lin" valueType="num">
                                      <p:cBhvr>
                                        <p:cTn id="357" dur="500" fill="hold"/>
                                        <p:tgtEl>
                                          <p:spTgt spid="62"/>
                                        </p:tgtEl>
                                        <p:attrNameLst>
                                          <p:attrName>ppt_h</p:attrName>
                                        </p:attrNameLst>
                                      </p:cBhvr>
                                      <p:tavLst>
                                        <p:tav tm="0">
                                          <p:val>
                                            <p:fltVal val="0"/>
                                          </p:val>
                                        </p:tav>
                                        <p:tav tm="100000">
                                          <p:val>
                                            <p:strVal val="#ppt_h"/>
                                          </p:val>
                                        </p:tav>
                                      </p:tavLst>
                                    </p:anim>
                                  </p:childTnLst>
                                </p:cTn>
                              </p:par>
                              <p:par>
                                <p:cTn id="358" presetID="1" presetClass="entr" presetSubtype="0" fill="hold" grpId="0" nodeType="withEffect">
                                  <p:stCondLst>
                                    <p:cond delay="0"/>
                                  </p:stCondLst>
                                  <p:childTnLst>
                                    <p:set>
                                      <p:cBhvr>
                                        <p:cTn id="359" dur="1" fill="hold">
                                          <p:stCondLst>
                                            <p:cond delay="499"/>
                                          </p:stCondLst>
                                        </p:cTn>
                                        <p:tgtEl>
                                          <p:spTgt spid="236"/>
                                        </p:tgtEl>
                                        <p:attrNameLst>
                                          <p:attrName>style.visibility</p:attrName>
                                        </p:attrNameLst>
                                      </p:cBhvr>
                                      <p:to>
                                        <p:strVal val="visible"/>
                                      </p:to>
                                    </p:set>
                                  </p:childTnLst>
                                </p:cTn>
                              </p:par>
                            </p:childTnLst>
                          </p:cTn>
                        </p:par>
                      </p:childTnLst>
                    </p:cTn>
                  </p:par>
                  <p:par>
                    <p:cTn id="360" fill="hold">
                      <p:stCondLst>
                        <p:cond delay="indefinite"/>
                      </p:stCondLst>
                      <p:childTnLst>
                        <p:par>
                          <p:cTn id="361" fill="hold">
                            <p:stCondLst>
                              <p:cond delay="0"/>
                            </p:stCondLst>
                            <p:childTnLst>
                              <p:par>
                                <p:cTn id="362" presetID="23" presetClass="entr" presetSubtype="16" fill="hold" grpId="0" nodeType="clickEffect">
                                  <p:stCondLst>
                                    <p:cond delay="0"/>
                                  </p:stCondLst>
                                  <p:childTnLst>
                                    <p:set>
                                      <p:cBhvr>
                                        <p:cTn id="363" dur="1" fill="hold">
                                          <p:stCondLst>
                                            <p:cond delay="0"/>
                                          </p:stCondLst>
                                        </p:cTn>
                                        <p:tgtEl>
                                          <p:spTgt spid="64"/>
                                        </p:tgtEl>
                                        <p:attrNameLst>
                                          <p:attrName>style.visibility</p:attrName>
                                        </p:attrNameLst>
                                      </p:cBhvr>
                                      <p:to>
                                        <p:strVal val="visible"/>
                                      </p:to>
                                    </p:set>
                                    <p:anim calcmode="lin" valueType="num">
                                      <p:cBhvr>
                                        <p:cTn id="364" dur="500" fill="hold"/>
                                        <p:tgtEl>
                                          <p:spTgt spid="64"/>
                                        </p:tgtEl>
                                        <p:attrNameLst>
                                          <p:attrName>ppt_w</p:attrName>
                                        </p:attrNameLst>
                                      </p:cBhvr>
                                      <p:tavLst>
                                        <p:tav tm="0">
                                          <p:val>
                                            <p:fltVal val="0"/>
                                          </p:val>
                                        </p:tav>
                                        <p:tav tm="100000">
                                          <p:val>
                                            <p:strVal val="#ppt_w"/>
                                          </p:val>
                                        </p:tav>
                                      </p:tavLst>
                                    </p:anim>
                                    <p:anim calcmode="lin" valueType="num">
                                      <p:cBhvr>
                                        <p:cTn id="365" dur="500" fill="hold"/>
                                        <p:tgtEl>
                                          <p:spTgt spid="64"/>
                                        </p:tgtEl>
                                        <p:attrNameLst>
                                          <p:attrName>ppt_h</p:attrName>
                                        </p:attrNameLst>
                                      </p:cBhvr>
                                      <p:tavLst>
                                        <p:tav tm="0">
                                          <p:val>
                                            <p:fltVal val="0"/>
                                          </p:val>
                                        </p:tav>
                                        <p:tav tm="100000">
                                          <p:val>
                                            <p:strVal val="#ppt_h"/>
                                          </p:val>
                                        </p:tav>
                                      </p:tavLst>
                                    </p:anim>
                                  </p:childTnLst>
                                </p:cTn>
                              </p:par>
                              <p:par>
                                <p:cTn id="366" presetID="1" presetClass="entr" presetSubtype="0" fill="hold" grpId="0" nodeType="withEffect">
                                  <p:stCondLst>
                                    <p:cond delay="0"/>
                                  </p:stCondLst>
                                  <p:childTnLst>
                                    <p:set>
                                      <p:cBhvr>
                                        <p:cTn id="367" dur="1" fill="hold">
                                          <p:stCondLst>
                                            <p:cond delay="499"/>
                                          </p:stCondLst>
                                        </p:cTn>
                                        <p:tgtEl>
                                          <p:spTgt spid="233"/>
                                        </p:tgtEl>
                                        <p:attrNameLst>
                                          <p:attrName>style.visibility</p:attrName>
                                        </p:attrNameLst>
                                      </p:cBhvr>
                                      <p:to>
                                        <p:strVal val="visible"/>
                                      </p:to>
                                    </p:set>
                                  </p:childTnLst>
                                </p:cTn>
                              </p:par>
                            </p:childTnLst>
                          </p:cTn>
                        </p:par>
                      </p:childTnLst>
                    </p:cTn>
                  </p:par>
                  <p:par>
                    <p:cTn id="368" fill="hold">
                      <p:stCondLst>
                        <p:cond delay="indefinite"/>
                      </p:stCondLst>
                      <p:childTnLst>
                        <p:par>
                          <p:cTn id="369" fill="hold">
                            <p:stCondLst>
                              <p:cond delay="0"/>
                            </p:stCondLst>
                            <p:childTnLst>
                              <p:par>
                                <p:cTn id="370" presetID="23" presetClass="entr" presetSubtype="16" fill="hold" grpId="0" nodeType="clickEffect">
                                  <p:stCondLst>
                                    <p:cond delay="0"/>
                                  </p:stCondLst>
                                  <p:childTnLst>
                                    <p:set>
                                      <p:cBhvr>
                                        <p:cTn id="371" dur="1" fill="hold">
                                          <p:stCondLst>
                                            <p:cond delay="0"/>
                                          </p:stCondLst>
                                        </p:cTn>
                                        <p:tgtEl>
                                          <p:spTgt spid="63"/>
                                        </p:tgtEl>
                                        <p:attrNameLst>
                                          <p:attrName>style.visibility</p:attrName>
                                        </p:attrNameLst>
                                      </p:cBhvr>
                                      <p:to>
                                        <p:strVal val="visible"/>
                                      </p:to>
                                    </p:set>
                                    <p:anim calcmode="lin" valueType="num">
                                      <p:cBhvr>
                                        <p:cTn id="372" dur="500" fill="hold"/>
                                        <p:tgtEl>
                                          <p:spTgt spid="63"/>
                                        </p:tgtEl>
                                        <p:attrNameLst>
                                          <p:attrName>ppt_w</p:attrName>
                                        </p:attrNameLst>
                                      </p:cBhvr>
                                      <p:tavLst>
                                        <p:tav tm="0">
                                          <p:val>
                                            <p:fltVal val="0"/>
                                          </p:val>
                                        </p:tav>
                                        <p:tav tm="100000">
                                          <p:val>
                                            <p:strVal val="#ppt_w"/>
                                          </p:val>
                                        </p:tav>
                                      </p:tavLst>
                                    </p:anim>
                                    <p:anim calcmode="lin" valueType="num">
                                      <p:cBhvr>
                                        <p:cTn id="373" dur="500" fill="hold"/>
                                        <p:tgtEl>
                                          <p:spTgt spid="63"/>
                                        </p:tgtEl>
                                        <p:attrNameLst>
                                          <p:attrName>ppt_h</p:attrName>
                                        </p:attrNameLst>
                                      </p:cBhvr>
                                      <p:tavLst>
                                        <p:tav tm="0">
                                          <p:val>
                                            <p:fltVal val="0"/>
                                          </p:val>
                                        </p:tav>
                                        <p:tav tm="100000">
                                          <p:val>
                                            <p:strVal val="#ppt_h"/>
                                          </p:val>
                                        </p:tav>
                                      </p:tavLst>
                                    </p:anim>
                                  </p:childTnLst>
                                </p:cTn>
                              </p:par>
                              <p:par>
                                <p:cTn id="374" presetID="1" presetClass="entr" presetSubtype="0" fill="hold" grpId="0" nodeType="withEffect">
                                  <p:stCondLst>
                                    <p:cond delay="0"/>
                                  </p:stCondLst>
                                  <p:childTnLst>
                                    <p:set>
                                      <p:cBhvr>
                                        <p:cTn id="375" dur="1" fill="hold">
                                          <p:stCondLst>
                                            <p:cond delay="499"/>
                                          </p:stCondLst>
                                        </p:cTn>
                                        <p:tgtEl>
                                          <p:spTgt spid="229"/>
                                        </p:tgtEl>
                                        <p:attrNameLst>
                                          <p:attrName>style.visibility</p:attrName>
                                        </p:attrNameLst>
                                      </p:cBhvr>
                                      <p:to>
                                        <p:strVal val="visible"/>
                                      </p:to>
                                    </p:set>
                                  </p:childTnLst>
                                </p:cTn>
                              </p:par>
                            </p:childTnLst>
                          </p:cTn>
                        </p:par>
                      </p:childTnLst>
                    </p:cTn>
                  </p:par>
                  <p:par>
                    <p:cTn id="376" fill="hold">
                      <p:stCondLst>
                        <p:cond delay="indefinite"/>
                      </p:stCondLst>
                      <p:childTnLst>
                        <p:par>
                          <p:cTn id="377" fill="hold">
                            <p:stCondLst>
                              <p:cond delay="0"/>
                            </p:stCondLst>
                            <p:childTnLst>
                              <p:par>
                                <p:cTn id="378" presetID="23" presetClass="entr" presetSubtype="16" fill="hold" grpId="0" nodeType="clickEffect">
                                  <p:stCondLst>
                                    <p:cond delay="0"/>
                                  </p:stCondLst>
                                  <p:childTnLst>
                                    <p:set>
                                      <p:cBhvr>
                                        <p:cTn id="379" dur="1" fill="hold">
                                          <p:stCondLst>
                                            <p:cond delay="0"/>
                                          </p:stCondLst>
                                        </p:cTn>
                                        <p:tgtEl>
                                          <p:spTgt spid="66"/>
                                        </p:tgtEl>
                                        <p:attrNameLst>
                                          <p:attrName>style.visibility</p:attrName>
                                        </p:attrNameLst>
                                      </p:cBhvr>
                                      <p:to>
                                        <p:strVal val="visible"/>
                                      </p:to>
                                    </p:set>
                                    <p:anim calcmode="lin" valueType="num">
                                      <p:cBhvr>
                                        <p:cTn id="380" dur="500" fill="hold"/>
                                        <p:tgtEl>
                                          <p:spTgt spid="66"/>
                                        </p:tgtEl>
                                        <p:attrNameLst>
                                          <p:attrName>ppt_w</p:attrName>
                                        </p:attrNameLst>
                                      </p:cBhvr>
                                      <p:tavLst>
                                        <p:tav tm="0">
                                          <p:val>
                                            <p:fltVal val="0"/>
                                          </p:val>
                                        </p:tav>
                                        <p:tav tm="100000">
                                          <p:val>
                                            <p:strVal val="#ppt_w"/>
                                          </p:val>
                                        </p:tav>
                                      </p:tavLst>
                                    </p:anim>
                                    <p:anim calcmode="lin" valueType="num">
                                      <p:cBhvr>
                                        <p:cTn id="381" dur="500" fill="hold"/>
                                        <p:tgtEl>
                                          <p:spTgt spid="66"/>
                                        </p:tgtEl>
                                        <p:attrNameLst>
                                          <p:attrName>ppt_h</p:attrName>
                                        </p:attrNameLst>
                                      </p:cBhvr>
                                      <p:tavLst>
                                        <p:tav tm="0">
                                          <p:val>
                                            <p:fltVal val="0"/>
                                          </p:val>
                                        </p:tav>
                                        <p:tav tm="100000">
                                          <p:val>
                                            <p:strVal val="#ppt_h"/>
                                          </p:val>
                                        </p:tav>
                                      </p:tavLst>
                                    </p:anim>
                                  </p:childTnLst>
                                </p:cTn>
                              </p:par>
                              <p:par>
                                <p:cTn id="382" presetID="1" presetClass="entr" presetSubtype="0" fill="hold" grpId="0" nodeType="withEffect">
                                  <p:stCondLst>
                                    <p:cond delay="0"/>
                                  </p:stCondLst>
                                  <p:childTnLst>
                                    <p:set>
                                      <p:cBhvr>
                                        <p:cTn id="383" dur="1" fill="hold">
                                          <p:stCondLst>
                                            <p:cond delay="499"/>
                                          </p:stCondLst>
                                        </p:cTn>
                                        <p:tgtEl>
                                          <p:spTgt spid="232"/>
                                        </p:tgtEl>
                                        <p:attrNameLst>
                                          <p:attrName>style.visibility</p:attrName>
                                        </p:attrNameLst>
                                      </p:cBhvr>
                                      <p:to>
                                        <p:strVal val="visible"/>
                                      </p:to>
                                    </p:set>
                                  </p:childTnLst>
                                </p:cTn>
                              </p:par>
                            </p:childTnLst>
                          </p:cTn>
                        </p:par>
                      </p:childTnLst>
                    </p:cTn>
                  </p:par>
                  <p:par>
                    <p:cTn id="384" fill="hold">
                      <p:stCondLst>
                        <p:cond delay="indefinite"/>
                      </p:stCondLst>
                      <p:childTnLst>
                        <p:par>
                          <p:cTn id="385" fill="hold">
                            <p:stCondLst>
                              <p:cond delay="0"/>
                            </p:stCondLst>
                            <p:childTnLst>
                              <p:par>
                                <p:cTn id="386" presetID="23" presetClass="entr" presetSubtype="16" fill="hold" grpId="0" nodeType="clickEffect">
                                  <p:stCondLst>
                                    <p:cond delay="0"/>
                                  </p:stCondLst>
                                  <p:childTnLst>
                                    <p:set>
                                      <p:cBhvr>
                                        <p:cTn id="387" dur="1" fill="hold">
                                          <p:stCondLst>
                                            <p:cond delay="0"/>
                                          </p:stCondLst>
                                        </p:cTn>
                                        <p:tgtEl>
                                          <p:spTgt spid="65"/>
                                        </p:tgtEl>
                                        <p:attrNameLst>
                                          <p:attrName>style.visibility</p:attrName>
                                        </p:attrNameLst>
                                      </p:cBhvr>
                                      <p:to>
                                        <p:strVal val="visible"/>
                                      </p:to>
                                    </p:set>
                                    <p:anim calcmode="lin" valueType="num">
                                      <p:cBhvr>
                                        <p:cTn id="388" dur="500" fill="hold"/>
                                        <p:tgtEl>
                                          <p:spTgt spid="65"/>
                                        </p:tgtEl>
                                        <p:attrNameLst>
                                          <p:attrName>ppt_w</p:attrName>
                                        </p:attrNameLst>
                                      </p:cBhvr>
                                      <p:tavLst>
                                        <p:tav tm="0">
                                          <p:val>
                                            <p:fltVal val="0"/>
                                          </p:val>
                                        </p:tav>
                                        <p:tav tm="100000">
                                          <p:val>
                                            <p:strVal val="#ppt_w"/>
                                          </p:val>
                                        </p:tav>
                                      </p:tavLst>
                                    </p:anim>
                                    <p:anim calcmode="lin" valueType="num">
                                      <p:cBhvr>
                                        <p:cTn id="389" dur="500" fill="hold"/>
                                        <p:tgtEl>
                                          <p:spTgt spid="65"/>
                                        </p:tgtEl>
                                        <p:attrNameLst>
                                          <p:attrName>ppt_h</p:attrName>
                                        </p:attrNameLst>
                                      </p:cBhvr>
                                      <p:tavLst>
                                        <p:tav tm="0">
                                          <p:val>
                                            <p:fltVal val="0"/>
                                          </p:val>
                                        </p:tav>
                                        <p:tav tm="100000">
                                          <p:val>
                                            <p:strVal val="#ppt_h"/>
                                          </p:val>
                                        </p:tav>
                                      </p:tavLst>
                                    </p:anim>
                                  </p:childTnLst>
                                </p:cTn>
                              </p:par>
                              <p:par>
                                <p:cTn id="390" presetID="1" presetClass="entr" presetSubtype="0" fill="hold" grpId="0" nodeType="withEffect">
                                  <p:stCondLst>
                                    <p:cond delay="0"/>
                                  </p:stCondLst>
                                  <p:childTnLst>
                                    <p:set>
                                      <p:cBhvr>
                                        <p:cTn id="391" dur="1" fill="hold">
                                          <p:stCondLst>
                                            <p:cond delay="499"/>
                                          </p:stCondLst>
                                        </p:cTn>
                                        <p:tgtEl>
                                          <p:spTgt spid="230"/>
                                        </p:tgtEl>
                                        <p:attrNameLst>
                                          <p:attrName>style.visibility</p:attrName>
                                        </p:attrNameLst>
                                      </p:cBhvr>
                                      <p:to>
                                        <p:strVal val="visible"/>
                                      </p:to>
                                    </p:set>
                                  </p:childTnLst>
                                </p:cTn>
                              </p:par>
                            </p:childTnLst>
                          </p:cTn>
                        </p:par>
                      </p:childTnLst>
                    </p:cTn>
                  </p:par>
                  <p:par>
                    <p:cTn id="392" fill="hold">
                      <p:stCondLst>
                        <p:cond delay="indefinite"/>
                      </p:stCondLst>
                      <p:childTnLst>
                        <p:par>
                          <p:cTn id="393" fill="hold">
                            <p:stCondLst>
                              <p:cond delay="0"/>
                            </p:stCondLst>
                            <p:childTnLst>
                              <p:par>
                                <p:cTn id="394" presetID="23" presetClass="entr" presetSubtype="16" fill="hold" grpId="0" nodeType="clickEffect">
                                  <p:stCondLst>
                                    <p:cond delay="0"/>
                                  </p:stCondLst>
                                  <p:childTnLst>
                                    <p:set>
                                      <p:cBhvr>
                                        <p:cTn id="395" dur="1" fill="hold">
                                          <p:stCondLst>
                                            <p:cond delay="0"/>
                                          </p:stCondLst>
                                        </p:cTn>
                                        <p:tgtEl>
                                          <p:spTgt spid="59"/>
                                        </p:tgtEl>
                                        <p:attrNameLst>
                                          <p:attrName>style.visibility</p:attrName>
                                        </p:attrNameLst>
                                      </p:cBhvr>
                                      <p:to>
                                        <p:strVal val="visible"/>
                                      </p:to>
                                    </p:set>
                                    <p:anim calcmode="lin" valueType="num">
                                      <p:cBhvr>
                                        <p:cTn id="396" dur="500" fill="hold"/>
                                        <p:tgtEl>
                                          <p:spTgt spid="59"/>
                                        </p:tgtEl>
                                        <p:attrNameLst>
                                          <p:attrName>ppt_w</p:attrName>
                                        </p:attrNameLst>
                                      </p:cBhvr>
                                      <p:tavLst>
                                        <p:tav tm="0">
                                          <p:val>
                                            <p:fltVal val="0"/>
                                          </p:val>
                                        </p:tav>
                                        <p:tav tm="100000">
                                          <p:val>
                                            <p:strVal val="#ppt_w"/>
                                          </p:val>
                                        </p:tav>
                                      </p:tavLst>
                                    </p:anim>
                                    <p:anim calcmode="lin" valueType="num">
                                      <p:cBhvr>
                                        <p:cTn id="397" dur="500" fill="hold"/>
                                        <p:tgtEl>
                                          <p:spTgt spid="59"/>
                                        </p:tgtEl>
                                        <p:attrNameLst>
                                          <p:attrName>ppt_h</p:attrName>
                                        </p:attrNameLst>
                                      </p:cBhvr>
                                      <p:tavLst>
                                        <p:tav tm="0">
                                          <p:val>
                                            <p:fltVal val="0"/>
                                          </p:val>
                                        </p:tav>
                                        <p:tav tm="100000">
                                          <p:val>
                                            <p:strVal val="#ppt_h"/>
                                          </p:val>
                                        </p:tav>
                                      </p:tavLst>
                                    </p:anim>
                                  </p:childTnLst>
                                </p:cTn>
                              </p:par>
                              <p:par>
                                <p:cTn id="398" presetID="1" presetClass="entr" presetSubtype="0" fill="hold" grpId="0" nodeType="withEffect">
                                  <p:stCondLst>
                                    <p:cond delay="0"/>
                                  </p:stCondLst>
                                  <p:childTnLst>
                                    <p:set>
                                      <p:cBhvr>
                                        <p:cTn id="399" dur="1" fill="hold">
                                          <p:stCondLst>
                                            <p:cond delay="499"/>
                                          </p:stCondLst>
                                        </p:cTn>
                                        <p:tgtEl>
                                          <p:spTgt spid="231"/>
                                        </p:tgtEl>
                                        <p:attrNameLst>
                                          <p:attrName>style.visibility</p:attrName>
                                        </p:attrNameLst>
                                      </p:cBhvr>
                                      <p:to>
                                        <p:strVal val="visible"/>
                                      </p:to>
                                    </p:set>
                                  </p:childTnLst>
                                </p:cTn>
                              </p:par>
                            </p:childTnLst>
                          </p:cTn>
                        </p:par>
                      </p:childTnLst>
                    </p:cTn>
                  </p:par>
                  <p:par>
                    <p:cTn id="400" fill="hold">
                      <p:stCondLst>
                        <p:cond delay="indefinite"/>
                      </p:stCondLst>
                      <p:childTnLst>
                        <p:par>
                          <p:cTn id="401" fill="hold">
                            <p:stCondLst>
                              <p:cond delay="0"/>
                            </p:stCondLst>
                            <p:childTnLst>
                              <p:par>
                                <p:cTn id="402" presetID="18" presetClass="entr" presetSubtype="12" fill="hold" grpId="0" nodeType="clickEffect">
                                  <p:stCondLst>
                                    <p:cond delay="0"/>
                                  </p:stCondLst>
                                  <p:childTnLst>
                                    <p:set>
                                      <p:cBhvr>
                                        <p:cTn id="403" dur="1" fill="hold">
                                          <p:stCondLst>
                                            <p:cond delay="0"/>
                                          </p:stCondLst>
                                        </p:cTn>
                                        <p:tgtEl>
                                          <p:spTgt spid="103"/>
                                        </p:tgtEl>
                                        <p:attrNameLst>
                                          <p:attrName>style.visibility</p:attrName>
                                        </p:attrNameLst>
                                      </p:cBhvr>
                                      <p:to>
                                        <p:strVal val="visible"/>
                                      </p:to>
                                    </p:set>
                                    <p:animEffect transition="in" filter="strips(downLeft)">
                                      <p:cBhvr>
                                        <p:cTn id="404" dur="500"/>
                                        <p:tgtEl>
                                          <p:spTgt spid="103"/>
                                        </p:tgtEl>
                                      </p:cBhvr>
                                    </p:animEffect>
                                  </p:childTnLst>
                                </p:cTn>
                              </p:par>
                            </p:childTnLst>
                          </p:cTn>
                        </p:par>
                      </p:childTnLst>
                    </p:cTn>
                  </p:par>
                  <p:par>
                    <p:cTn id="405" fill="hold">
                      <p:stCondLst>
                        <p:cond delay="indefinite"/>
                      </p:stCondLst>
                      <p:childTnLst>
                        <p:par>
                          <p:cTn id="406" fill="hold">
                            <p:stCondLst>
                              <p:cond delay="0"/>
                            </p:stCondLst>
                            <p:childTnLst>
                              <p:par>
                                <p:cTn id="407" presetID="18" presetClass="entr" presetSubtype="6" fill="hold" nodeType="clickEffect">
                                  <p:stCondLst>
                                    <p:cond delay="0"/>
                                  </p:stCondLst>
                                  <p:childTnLst>
                                    <p:set>
                                      <p:cBhvr>
                                        <p:cTn id="408" dur="1" fill="hold">
                                          <p:stCondLst>
                                            <p:cond delay="0"/>
                                          </p:stCondLst>
                                        </p:cTn>
                                        <p:tgtEl>
                                          <p:spTgt spid="81"/>
                                        </p:tgtEl>
                                        <p:attrNameLst>
                                          <p:attrName>style.visibility</p:attrName>
                                        </p:attrNameLst>
                                      </p:cBhvr>
                                      <p:to>
                                        <p:strVal val="visible"/>
                                      </p:to>
                                    </p:set>
                                    <p:animEffect transition="in" filter="strips(downRight)">
                                      <p:cBhvr>
                                        <p:cTn id="409" dur="500"/>
                                        <p:tgtEl>
                                          <p:spTgt spid="81"/>
                                        </p:tgtEl>
                                      </p:cBhvr>
                                    </p:animEffect>
                                  </p:childTnLst>
                                </p:cTn>
                              </p:par>
                            </p:childTnLst>
                          </p:cTn>
                        </p:par>
                      </p:childTnLst>
                    </p:cTn>
                  </p:par>
                  <p:par>
                    <p:cTn id="410" fill="hold">
                      <p:stCondLst>
                        <p:cond delay="indefinite"/>
                      </p:stCondLst>
                      <p:childTnLst>
                        <p:par>
                          <p:cTn id="411" fill="hold">
                            <p:stCondLst>
                              <p:cond delay="0"/>
                            </p:stCondLst>
                            <p:childTnLst>
                              <p:par>
                                <p:cTn id="412" presetID="1" presetClass="entr" presetSubtype="0" fill="hold" grpId="0" nodeType="clickEffect">
                                  <p:stCondLst>
                                    <p:cond delay="0"/>
                                  </p:stCondLst>
                                  <p:childTnLst>
                                    <p:set>
                                      <p:cBhvr>
                                        <p:cTn id="413" dur="1" fill="hold">
                                          <p:stCondLst>
                                            <p:cond delay="499"/>
                                          </p:stCondLst>
                                        </p:cTn>
                                        <p:tgtEl>
                                          <p:spTgt spid="162"/>
                                        </p:tgtEl>
                                        <p:attrNameLst>
                                          <p:attrName>style.visibility</p:attrName>
                                        </p:attrNameLst>
                                      </p:cBhvr>
                                      <p:to>
                                        <p:strVal val="visible"/>
                                      </p:to>
                                    </p:set>
                                  </p:childTnLst>
                                </p:cTn>
                              </p:par>
                            </p:childTnLst>
                          </p:cTn>
                        </p:par>
                      </p:childTnLst>
                    </p:cTn>
                  </p:par>
                  <p:par>
                    <p:cTn id="414" fill="hold">
                      <p:stCondLst>
                        <p:cond delay="indefinite"/>
                      </p:stCondLst>
                      <p:childTnLst>
                        <p:par>
                          <p:cTn id="415" fill="hold">
                            <p:stCondLst>
                              <p:cond delay="0"/>
                            </p:stCondLst>
                            <p:childTnLst>
                              <p:par>
                                <p:cTn id="416" presetID="1" presetClass="entr" presetSubtype="0" fill="hold" grpId="0" nodeType="clickEffect">
                                  <p:stCondLst>
                                    <p:cond delay="0"/>
                                  </p:stCondLst>
                                  <p:childTnLst>
                                    <p:set>
                                      <p:cBhvr>
                                        <p:cTn id="417" dur="1" fill="hold">
                                          <p:stCondLst>
                                            <p:cond delay="499"/>
                                          </p:stCondLst>
                                        </p:cTn>
                                        <p:tgtEl>
                                          <p:spTgt spid="164"/>
                                        </p:tgtEl>
                                        <p:attrNameLst>
                                          <p:attrName>style.visibility</p:attrName>
                                        </p:attrNameLst>
                                      </p:cBhvr>
                                      <p:to>
                                        <p:strVal val="visible"/>
                                      </p:to>
                                    </p:set>
                                  </p:childTnLst>
                                </p:cTn>
                              </p:par>
                            </p:childTnLst>
                          </p:cTn>
                        </p:par>
                      </p:childTnLst>
                    </p:cTn>
                  </p:par>
                  <p:par>
                    <p:cTn id="418" fill="hold">
                      <p:stCondLst>
                        <p:cond delay="indefinite"/>
                      </p:stCondLst>
                      <p:childTnLst>
                        <p:par>
                          <p:cTn id="419" fill="hold">
                            <p:stCondLst>
                              <p:cond delay="0"/>
                            </p:stCondLst>
                            <p:childTnLst>
                              <p:par>
                                <p:cTn id="420" presetID="1" presetClass="entr" presetSubtype="0" fill="hold" nodeType="clickEffect">
                                  <p:stCondLst>
                                    <p:cond delay="0"/>
                                  </p:stCondLst>
                                  <p:childTnLst>
                                    <p:set>
                                      <p:cBhvr>
                                        <p:cTn id="421" dur="1" fill="hold">
                                          <p:stCondLst>
                                            <p:cond delay="0"/>
                                          </p:stCondLst>
                                        </p:cTn>
                                        <p:tgtEl>
                                          <p:spTgt spid="105"/>
                                        </p:tgtEl>
                                        <p:attrNameLst>
                                          <p:attrName>style.visibility</p:attrName>
                                        </p:attrNameLst>
                                      </p:cBhvr>
                                      <p:to>
                                        <p:strVal val="visible"/>
                                      </p:to>
                                    </p:set>
                                  </p:childTnLst>
                                </p:cTn>
                              </p:par>
                            </p:childTnLst>
                          </p:cTn>
                        </p:par>
                      </p:childTnLst>
                    </p:cTn>
                  </p:par>
                  <p:par>
                    <p:cTn id="422" fill="hold">
                      <p:stCondLst>
                        <p:cond delay="indefinite"/>
                      </p:stCondLst>
                      <p:childTnLst>
                        <p:par>
                          <p:cTn id="423" fill="hold">
                            <p:stCondLst>
                              <p:cond delay="0"/>
                            </p:stCondLst>
                            <p:childTnLst>
                              <p:par>
                                <p:cTn id="424" presetID="18" presetClass="entr" presetSubtype="6" fill="hold" grpId="0" nodeType="clickEffect">
                                  <p:stCondLst>
                                    <p:cond delay="0"/>
                                  </p:stCondLst>
                                  <p:childTnLst>
                                    <p:set>
                                      <p:cBhvr>
                                        <p:cTn id="425" dur="1" fill="hold">
                                          <p:stCondLst>
                                            <p:cond delay="0"/>
                                          </p:stCondLst>
                                        </p:cTn>
                                        <p:tgtEl>
                                          <p:spTgt spid="132"/>
                                        </p:tgtEl>
                                        <p:attrNameLst>
                                          <p:attrName>style.visibility</p:attrName>
                                        </p:attrNameLst>
                                      </p:cBhvr>
                                      <p:to>
                                        <p:strVal val="visible"/>
                                      </p:to>
                                    </p:set>
                                    <p:animEffect transition="in" filter="strips(downRight)">
                                      <p:cBhvr>
                                        <p:cTn id="426" dur="500"/>
                                        <p:tgtEl>
                                          <p:spTgt spid="132"/>
                                        </p:tgtEl>
                                      </p:cBhvr>
                                    </p:animEffect>
                                  </p:childTnLst>
                                </p:cTn>
                              </p:par>
                              <p:par>
                                <p:cTn id="427" presetID="1" presetClass="entr" presetSubtype="0" fill="hold" nodeType="withEffect">
                                  <p:stCondLst>
                                    <p:cond delay="0"/>
                                  </p:stCondLst>
                                  <p:childTnLst>
                                    <p:set>
                                      <p:cBhvr>
                                        <p:cTn id="428" dur="1" fill="hold">
                                          <p:stCondLst>
                                            <p:cond delay="0"/>
                                          </p:stCondLst>
                                        </p:cTn>
                                        <p:tgtEl>
                                          <p:spTgt spid="104"/>
                                        </p:tgtEl>
                                        <p:attrNameLst>
                                          <p:attrName>style.visibility</p:attrName>
                                        </p:attrNameLst>
                                      </p:cBhvr>
                                      <p:to>
                                        <p:strVal val="visible"/>
                                      </p:to>
                                    </p:set>
                                  </p:childTnLst>
                                </p:cTn>
                              </p:par>
                            </p:childTnLst>
                          </p:cTn>
                        </p:par>
                      </p:childTnLst>
                    </p:cTn>
                  </p:par>
                  <p:par>
                    <p:cTn id="429" fill="hold">
                      <p:stCondLst>
                        <p:cond delay="indefinite"/>
                      </p:stCondLst>
                      <p:childTnLst>
                        <p:par>
                          <p:cTn id="430" fill="hold">
                            <p:stCondLst>
                              <p:cond delay="0"/>
                            </p:stCondLst>
                            <p:childTnLst>
                              <p:par>
                                <p:cTn id="431" presetID="17" presetClass="entr" presetSubtype="8" fill="hold" nodeType="clickEffect">
                                  <p:stCondLst>
                                    <p:cond delay="0"/>
                                  </p:stCondLst>
                                  <p:childTnLst>
                                    <p:set>
                                      <p:cBhvr>
                                        <p:cTn id="432" dur="1" fill="hold">
                                          <p:stCondLst>
                                            <p:cond delay="0"/>
                                          </p:stCondLst>
                                        </p:cTn>
                                        <p:tgtEl>
                                          <p:spTgt spid="204"/>
                                        </p:tgtEl>
                                        <p:attrNameLst>
                                          <p:attrName>style.visibility</p:attrName>
                                        </p:attrNameLst>
                                      </p:cBhvr>
                                      <p:to>
                                        <p:strVal val="visible"/>
                                      </p:to>
                                    </p:set>
                                    <p:anim calcmode="lin" valueType="num">
                                      <p:cBhvr>
                                        <p:cTn id="433" dur="500" fill="hold"/>
                                        <p:tgtEl>
                                          <p:spTgt spid="204"/>
                                        </p:tgtEl>
                                        <p:attrNameLst>
                                          <p:attrName>ppt_x</p:attrName>
                                        </p:attrNameLst>
                                      </p:cBhvr>
                                      <p:tavLst>
                                        <p:tav tm="0">
                                          <p:val>
                                            <p:strVal val="#ppt_x-#ppt_w/2"/>
                                          </p:val>
                                        </p:tav>
                                        <p:tav tm="100000">
                                          <p:val>
                                            <p:strVal val="#ppt_x"/>
                                          </p:val>
                                        </p:tav>
                                      </p:tavLst>
                                    </p:anim>
                                    <p:anim calcmode="lin" valueType="num">
                                      <p:cBhvr>
                                        <p:cTn id="434" dur="500" fill="hold"/>
                                        <p:tgtEl>
                                          <p:spTgt spid="204"/>
                                        </p:tgtEl>
                                        <p:attrNameLst>
                                          <p:attrName>ppt_y</p:attrName>
                                        </p:attrNameLst>
                                      </p:cBhvr>
                                      <p:tavLst>
                                        <p:tav tm="0">
                                          <p:val>
                                            <p:strVal val="#ppt_y"/>
                                          </p:val>
                                        </p:tav>
                                        <p:tav tm="100000">
                                          <p:val>
                                            <p:strVal val="#ppt_y"/>
                                          </p:val>
                                        </p:tav>
                                      </p:tavLst>
                                    </p:anim>
                                    <p:anim calcmode="lin" valueType="num">
                                      <p:cBhvr>
                                        <p:cTn id="435" dur="500" fill="hold"/>
                                        <p:tgtEl>
                                          <p:spTgt spid="204"/>
                                        </p:tgtEl>
                                        <p:attrNameLst>
                                          <p:attrName>ppt_w</p:attrName>
                                        </p:attrNameLst>
                                      </p:cBhvr>
                                      <p:tavLst>
                                        <p:tav tm="0">
                                          <p:val>
                                            <p:fltVal val="0"/>
                                          </p:val>
                                        </p:tav>
                                        <p:tav tm="100000">
                                          <p:val>
                                            <p:strVal val="#ppt_w"/>
                                          </p:val>
                                        </p:tav>
                                      </p:tavLst>
                                    </p:anim>
                                    <p:anim calcmode="lin" valueType="num">
                                      <p:cBhvr>
                                        <p:cTn id="436" dur="500" fill="hold"/>
                                        <p:tgtEl>
                                          <p:spTgt spid="204"/>
                                        </p:tgtEl>
                                        <p:attrNameLst>
                                          <p:attrName>ppt_h</p:attrName>
                                        </p:attrNameLst>
                                      </p:cBhvr>
                                      <p:tavLst>
                                        <p:tav tm="0">
                                          <p:val>
                                            <p:strVal val="#ppt_h"/>
                                          </p:val>
                                        </p:tav>
                                        <p:tav tm="100000">
                                          <p:val>
                                            <p:strVal val="#ppt_h"/>
                                          </p:val>
                                        </p:tav>
                                      </p:tavLst>
                                    </p:anim>
                                  </p:childTnLst>
                                </p:cTn>
                              </p:par>
                              <p:par>
                                <p:cTn id="437" presetID="18" presetClass="entr" presetSubtype="3" fill="hold" grpId="0" nodeType="withEffect">
                                  <p:stCondLst>
                                    <p:cond delay="0"/>
                                  </p:stCondLst>
                                  <p:childTnLst>
                                    <p:set>
                                      <p:cBhvr>
                                        <p:cTn id="438" dur="1" fill="hold">
                                          <p:stCondLst>
                                            <p:cond delay="0"/>
                                          </p:stCondLst>
                                        </p:cTn>
                                        <p:tgtEl>
                                          <p:spTgt spid="131"/>
                                        </p:tgtEl>
                                        <p:attrNameLst>
                                          <p:attrName>style.visibility</p:attrName>
                                        </p:attrNameLst>
                                      </p:cBhvr>
                                      <p:to>
                                        <p:strVal val="visible"/>
                                      </p:to>
                                    </p:set>
                                    <p:animEffect transition="in" filter="strips(upRight)">
                                      <p:cBhvr>
                                        <p:cTn id="439" dur="500"/>
                                        <p:tgtEl>
                                          <p:spTgt spid="131"/>
                                        </p:tgtEl>
                                      </p:cBhvr>
                                    </p:animEffect>
                                  </p:childTnLst>
                                </p:cTn>
                              </p:par>
                              <p:par>
                                <p:cTn id="440" presetID="18" presetClass="entr" presetSubtype="12" fill="hold" grpId="0" nodeType="withEffect">
                                  <p:stCondLst>
                                    <p:cond delay="0"/>
                                  </p:stCondLst>
                                  <p:childTnLst>
                                    <p:set>
                                      <p:cBhvr>
                                        <p:cTn id="441" dur="1" fill="hold">
                                          <p:stCondLst>
                                            <p:cond delay="0"/>
                                          </p:stCondLst>
                                        </p:cTn>
                                        <p:tgtEl>
                                          <p:spTgt spid="133"/>
                                        </p:tgtEl>
                                        <p:attrNameLst>
                                          <p:attrName>style.visibility</p:attrName>
                                        </p:attrNameLst>
                                      </p:cBhvr>
                                      <p:to>
                                        <p:strVal val="visible"/>
                                      </p:to>
                                    </p:set>
                                    <p:animEffect transition="in" filter="strips(downLeft)">
                                      <p:cBhvr>
                                        <p:cTn id="442" dur="500"/>
                                        <p:tgtEl>
                                          <p:spTgt spid="133"/>
                                        </p:tgtEl>
                                      </p:cBhvr>
                                    </p:animEffect>
                                  </p:childTnLst>
                                </p:cTn>
                              </p:par>
                            </p:childTnLst>
                          </p:cTn>
                        </p:par>
                      </p:childTnLst>
                    </p:cTn>
                  </p:par>
                  <p:par>
                    <p:cTn id="443" fill="hold">
                      <p:stCondLst>
                        <p:cond delay="indefinite"/>
                      </p:stCondLst>
                      <p:childTnLst>
                        <p:par>
                          <p:cTn id="444" fill="hold">
                            <p:stCondLst>
                              <p:cond delay="0"/>
                            </p:stCondLst>
                            <p:childTnLst>
                              <p:par>
                                <p:cTn id="445" presetID="17" presetClass="entr" presetSubtype="8" fill="hold" nodeType="clickEffect">
                                  <p:stCondLst>
                                    <p:cond delay="0"/>
                                  </p:stCondLst>
                                  <p:childTnLst>
                                    <p:set>
                                      <p:cBhvr>
                                        <p:cTn id="446" dur="1" fill="hold">
                                          <p:stCondLst>
                                            <p:cond delay="0"/>
                                          </p:stCondLst>
                                        </p:cTn>
                                        <p:tgtEl>
                                          <p:spTgt spid="134"/>
                                        </p:tgtEl>
                                        <p:attrNameLst>
                                          <p:attrName>style.visibility</p:attrName>
                                        </p:attrNameLst>
                                      </p:cBhvr>
                                      <p:to>
                                        <p:strVal val="visible"/>
                                      </p:to>
                                    </p:set>
                                    <p:anim calcmode="lin" valueType="num">
                                      <p:cBhvr>
                                        <p:cTn id="447" dur="500" fill="hold"/>
                                        <p:tgtEl>
                                          <p:spTgt spid="134"/>
                                        </p:tgtEl>
                                        <p:attrNameLst>
                                          <p:attrName>ppt_x</p:attrName>
                                        </p:attrNameLst>
                                      </p:cBhvr>
                                      <p:tavLst>
                                        <p:tav tm="0">
                                          <p:val>
                                            <p:strVal val="#ppt_x-#ppt_w/2"/>
                                          </p:val>
                                        </p:tav>
                                        <p:tav tm="100000">
                                          <p:val>
                                            <p:strVal val="#ppt_x"/>
                                          </p:val>
                                        </p:tav>
                                      </p:tavLst>
                                    </p:anim>
                                    <p:anim calcmode="lin" valueType="num">
                                      <p:cBhvr>
                                        <p:cTn id="448" dur="500" fill="hold"/>
                                        <p:tgtEl>
                                          <p:spTgt spid="134"/>
                                        </p:tgtEl>
                                        <p:attrNameLst>
                                          <p:attrName>ppt_y</p:attrName>
                                        </p:attrNameLst>
                                      </p:cBhvr>
                                      <p:tavLst>
                                        <p:tav tm="0">
                                          <p:val>
                                            <p:strVal val="#ppt_y"/>
                                          </p:val>
                                        </p:tav>
                                        <p:tav tm="100000">
                                          <p:val>
                                            <p:strVal val="#ppt_y"/>
                                          </p:val>
                                        </p:tav>
                                      </p:tavLst>
                                    </p:anim>
                                    <p:anim calcmode="lin" valueType="num">
                                      <p:cBhvr>
                                        <p:cTn id="449" dur="500" fill="hold"/>
                                        <p:tgtEl>
                                          <p:spTgt spid="134"/>
                                        </p:tgtEl>
                                        <p:attrNameLst>
                                          <p:attrName>ppt_w</p:attrName>
                                        </p:attrNameLst>
                                      </p:cBhvr>
                                      <p:tavLst>
                                        <p:tav tm="0">
                                          <p:val>
                                            <p:fltVal val="0"/>
                                          </p:val>
                                        </p:tav>
                                        <p:tav tm="100000">
                                          <p:val>
                                            <p:strVal val="#ppt_w"/>
                                          </p:val>
                                        </p:tav>
                                      </p:tavLst>
                                    </p:anim>
                                    <p:anim calcmode="lin" valueType="num">
                                      <p:cBhvr>
                                        <p:cTn id="450" dur="500" fill="hold"/>
                                        <p:tgtEl>
                                          <p:spTgt spid="134"/>
                                        </p:tgtEl>
                                        <p:attrNameLst>
                                          <p:attrName>ppt_h</p:attrName>
                                        </p:attrNameLst>
                                      </p:cBhvr>
                                      <p:tavLst>
                                        <p:tav tm="0">
                                          <p:val>
                                            <p:strVal val="#ppt_h"/>
                                          </p:val>
                                        </p:tav>
                                        <p:tav tm="100000">
                                          <p:val>
                                            <p:strVal val="#ppt_h"/>
                                          </p:val>
                                        </p:tav>
                                      </p:tavLst>
                                    </p:anim>
                                  </p:childTnLst>
                                </p:cTn>
                              </p:par>
                            </p:childTnLst>
                          </p:cTn>
                        </p:par>
                      </p:childTnLst>
                    </p:cTn>
                  </p:par>
                  <p:par>
                    <p:cTn id="451" fill="hold">
                      <p:stCondLst>
                        <p:cond delay="indefinite"/>
                      </p:stCondLst>
                      <p:childTnLst>
                        <p:par>
                          <p:cTn id="452" fill="hold">
                            <p:stCondLst>
                              <p:cond delay="0"/>
                            </p:stCondLst>
                            <p:childTnLst>
                              <p:par>
                                <p:cTn id="453" presetID="1" presetClass="entr" presetSubtype="0" fill="hold" grpId="0" nodeType="clickEffect">
                                  <p:stCondLst>
                                    <p:cond delay="0"/>
                                  </p:stCondLst>
                                  <p:childTnLst>
                                    <p:set>
                                      <p:cBhvr>
                                        <p:cTn id="454" dur="1" fill="hold">
                                          <p:stCondLst>
                                            <p:cond delay="499"/>
                                          </p:stCondLst>
                                        </p:cTn>
                                        <p:tgtEl>
                                          <p:spTgt spid="142"/>
                                        </p:tgtEl>
                                        <p:attrNameLst>
                                          <p:attrName>style.visibility</p:attrName>
                                        </p:attrNameLst>
                                      </p:cBhvr>
                                      <p:to>
                                        <p:strVal val="visible"/>
                                      </p:to>
                                    </p:set>
                                  </p:childTnLst>
                                </p:cTn>
                              </p:par>
                              <p:par>
                                <p:cTn id="455" presetID="1" presetClass="entr" presetSubtype="0" fill="hold" grpId="0" nodeType="withEffect">
                                  <p:stCondLst>
                                    <p:cond delay="0"/>
                                  </p:stCondLst>
                                  <p:childTnLst>
                                    <p:set>
                                      <p:cBhvr>
                                        <p:cTn id="456" dur="1" fill="hold">
                                          <p:stCondLst>
                                            <p:cond delay="499"/>
                                          </p:stCondLst>
                                        </p:cTn>
                                        <p:tgtEl>
                                          <p:spTgt spid="143"/>
                                        </p:tgtEl>
                                        <p:attrNameLst>
                                          <p:attrName>style.visibility</p:attrName>
                                        </p:attrNameLst>
                                      </p:cBhvr>
                                      <p:to>
                                        <p:strVal val="visible"/>
                                      </p:to>
                                    </p:set>
                                  </p:childTnLst>
                                </p:cTn>
                              </p:par>
                              <p:par>
                                <p:cTn id="457" presetID="1" presetClass="entr" presetSubtype="0" fill="hold" grpId="0" nodeType="withEffect">
                                  <p:stCondLst>
                                    <p:cond delay="0"/>
                                  </p:stCondLst>
                                  <p:childTnLst>
                                    <p:set>
                                      <p:cBhvr>
                                        <p:cTn id="458" dur="1" fill="hold">
                                          <p:stCondLst>
                                            <p:cond delay="499"/>
                                          </p:stCondLst>
                                        </p:cTn>
                                        <p:tgtEl>
                                          <p:spTgt spid="144"/>
                                        </p:tgtEl>
                                        <p:attrNameLst>
                                          <p:attrName>style.visibility</p:attrName>
                                        </p:attrNameLst>
                                      </p:cBhvr>
                                      <p:to>
                                        <p:strVal val="visible"/>
                                      </p:to>
                                    </p:set>
                                  </p:childTnLst>
                                </p:cTn>
                              </p:par>
                              <p:par>
                                <p:cTn id="459" presetID="1" presetClass="entr" presetSubtype="0" fill="hold" grpId="0" nodeType="withEffect">
                                  <p:stCondLst>
                                    <p:cond delay="0"/>
                                  </p:stCondLst>
                                  <p:childTnLst>
                                    <p:set>
                                      <p:cBhvr>
                                        <p:cTn id="460" dur="1" fill="hold">
                                          <p:stCondLst>
                                            <p:cond delay="499"/>
                                          </p:stCondLst>
                                        </p:cTn>
                                        <p:tgtEl>
                                          <p:spTgt spid="145"/>
                                        </p:tgtEl>
                                        <p:attrNameLst>
                                          <p:attrName>style.visibility</p:attrName>
                                        </p:attrNameLst>
                                      </p:cBhvr>
                                      <p:to>
                                        <p:strVal val="visible"/>
                                      </p:to>
                                    </p:set>
                                  </p:childTnLst>
                                </p:cTn>
                              </p:par>
                              <p:par>
                                <p:cTn id="461" presetID="1" presetClass="entr" presetSubtype="0" fill="hold" grpId="0" nodeType="withEffect">
                                  <p:stCondLst>
                                    <p:cond delay="0"/>
                                  </p:stCondLst>
                                  <p:childTnLst>
                                    <p:set>
                                      <p:cBhvr>
                                        <p:cTn id="462" dur="1" fill="hold">
                                          <p:stCondLst>
                                            <p:cond delay="499"/>
                                          </p:stCondLst>
                                        </p:cTn>
                                        <p:tgtEl>
                                          <p:spTgt spid="146"/>
                                        </p:tgtEl>
                                        <p:attrNameLst>
                                          <p:attrName>style.visibility</p:attrName>
                                        </p:attrNameLst>
                                      </p:cBhvr>
                                      <p:to>
                                        <p:strVal val="visible"/>
                                      </p:to>
                                    </p:set>
                                  </p:childTnLst>
                                </p:cTn>
                              </p:par>
                              <p:par>
                                <p:cTn id="463" presetID="1" presetClass="entr" presetSubtype="0" fill="hold" grpId="0" nodeType="withEffect">
                                  <p:stCondLst>
                                    <p:cond delay="0"/>
                                  </p:stCondLst>
                                  <p:childTnLst>
                                    <p:set>
                                      <p:cBhvr>
                                        <p:cTn id="464" dur="1" fill="hold">
                                          <p:stCondLst>
                                            <p:cond delay="499"/>
                                          </p:stCondLst>
                                        </p:cTn>
                                        <p:tgtEl>
                                          <p:spTgt spid="147"/>
                                        </p:tgtEl>
                                        <p:attrNameLst>
                                          <p:attrName>style.visibility</p:attrName>
                                        </p:attrNameLst>
                                      </p:cBhvr>
                                      <p:to>
                                        <p:strVal val="visible"/>
                                      </p:to>
                                    </p:set>
                                  </p:childTnLst>
                                </p:cTn>
                              </p:par>
                              <p:par>
                                <p:cTn id="465" presetID="1" presetClass="entr" presetSubtype="0" fill="hold" grpId="0" nodeType="withEffect">
                                  <p:stCondLst>
                                    <p:cond delay="0"/>
                                  </p:stCondLst>
                                  <p:childTnLst>
                                    <p:set>
                                      <p:cBhvr>
                                        <p:cTn id="466" dur="1" fill="hold">
                                          <p:stCondLst>
                                            <p:cond delay="499"/>
                                          </p:stCondLst>
                                        </p:cTn>
                                        <p:tgtEl>
                                          <p:spTgt spid="149"/>
                                        </p:tgtEl>
                                        <p:attrNameLst>
                                          <p:attrName>style.visibility</p:attrName>
                                        </p:attrNameLst>
                                      </p:cBhvr>
                                      <p:to>
                                        <p:strVal val="visible"/>
                                      </p:to>
                                    </p:set>
                                  </p:childTnLst>
                                </p:cTn>
                              </p:par>
                              <p:par>
                                <p:cTn id="467" presetID="1" presetClass="entr" presetSubtype="0" fill="hold" grpId="0" nodeType="withEffect">
                                  <p:stCondLst>
                                    <p:cond delay="0"/>
                                  </p:stCondLst>
                                  <p:childTnLst>
                                    <p:set>
                                      <p:cBhvr>
                                        <p:cTn id="468" dur="1" fill="hold">
                                          <p:stCondLst>
                                            <p:cond delay="499"/>
                                          </p:stCondLst>
                                        </p:cTn>
                                        <p:tgtEl>
                                          <p:spTgt spid="150"/>
                                        </p:tgtEl>
                                        <p:attrNameLst>
                                          <p:attrName>style.visibility</p:attrName>
                                        </p:attrNameLst>
                                      </p:cBhvr>
                                      <p:to>
                                        <p:strVal val="visible"/>
                                      </p:to>
                                    </p:set>
                                  </p:childTnLst>
                                </p:cTn>
                              </p:par>
                              <p:par>
                                <p:cTn id="469" presetID="1" presetClass="entr" presetSubtype="0" fill="hold" grpId="0" nodeType="withEffect">
                                  <p:stCondLst>
                                    <p:cond delay="0"/>
                                  </p:stCondLst>
                                  <p:childTnLst>
                                    <p:set>
                                      <p:cBhvr>
                                        <p:cTn id="470" dur="1" fill="hold">
                                          <p:stCondLst>
                                            <p:cond delay="499"/>
                                          </p:stCondLst>
                                        </p:cTn>
                                        <p:tgtEl>
                                          <p:spTgt spid="148"/>
                                        </p:tgtEl>
                                        <p:attrNameLst>
                                          <p:attrName>style.visibility</p:attrName>
                                        </p:attrNameLst>
                                      </p:cBhvr>
                                      <p:to>
                                        <p:strVal val="visible"/>
                                      </p:to>
                                    </p:set>
                                  </p:childTnLst>
                                </p:cTn>
                              </p:par>
                            </p:childTnLst>
                          </p:cTn>
                        </p:par>
                      </p:childTnLst>
                    </p:cTn>
                  </p:par>
                  <p:par>
                    <p:cTn id="471" fill="hold">
                      <p:stCondLst>
                        <p:cond delay="indefinite"/>
                      </p:stCondLst>
                      <p:childTnLst>
                        <p:par>
                          <p:cTn id="472" fill="hold">
                            <p:stCondLst>
                              <p:cond delay="0"/>
                            </p:stCondLst>
                            <p:childTnLst>
                              <p:par>
                                <p:cTn id="473" presetID="1" presetClass="entr" presetSubtype="0" fill="hold" grpId="0" nodeType="clickEffect">
                                  <p:stCondLst>
                                    <p:cond delay="0"/>
                                  </p:stCondLst>
                                  <p:childTnLst>
                                    <p:set>
                                      <p:cBhvr>
                                        <p:cTn id="474" dur="1" fill="hold">
                                          <p:stCondLst>
                                            <p:cond delay="499"/>
                                          </p:stCondLst>
                                        </p:cTn>
                                        <p:tgtEl>
                                          <p:spTgt spid="202"/>
                                        </p:tgtEl>
                                        <p:attrNameLst>
                                          <p:attrName>style.visibility</p:attrName>
                                        </p:attrNameLst>
                                      </p:cBhvr>
                                      <p:to>
                                        <p:strVal val="visible"/>
                                      </p:to>
                                    </p:set>
                                  </p:childTnLst>
                                </p:cTn>
                              </p:par>
                              <p:par>
                                <p:cTn id="475" presetID="1" presetClass="entr" presetSubtype="0" fill="hold" grpId="0" nodeType="withEffect">
                                  <p:stCondLst>
                                    <p:cond delay="0"/>
                                  </p:stCondLst>
                                  <p:childTnLst>
                                    <p:set>
                                      <p:cBhvr>
                                        <p:cTn id="476" dur="1" fill="hold">
                                          <p:stCondLst>
                                            <p:cond delay="499"/>
                                          </p:stCondLst>
                                        </p:cTn>
                                        <p:tgtEl>
                                          <p:spTgt spid="215"/>
                                        </p:tgtEl>
                                        <p:attrNameLst>
                                          <p:attrName>style.visibility</p:attrName>
                                        </p:attrNameLst>
                                      </p:cBhvr>
                                      <p:to>
                                        <p:strVal val="visible"/>
                                      </p:to>
                                    </p:set>
                                  </p:childTnLst>
                                </p:cTn>
                              </p:par>
                            </p:childTnLst>
                          </p:cTn>
                        </p:par>
                      </p:childTnLst>
                    </p:cTn>
                  </p:par>
                  <p:par>
                    <p:cTn id="477" fill="hold">
                      <p:stCondLst>
                        <p:cond delay="indefinite"/>
                      </p:stCondLst>
                      <p:childTnLst>
                        <p:par>
                          <p:cTn id="478" fill="hold">
                            <p:stCondLst>
                              <p:cond delay="0"/>
                            </p:stCondLst>
                            <p:childTnLst>
                              <p:par>
                                <p:cTn id="479" presetID="1" presetClass="entr" presetSubtype="0" fill="hold" grpId="0" nodeType="clickEffect">
                                  <p:stCondLst>
                                    <p:cond delay="0"/>
                                  </p:stCondLst>
                                  <p:childTnLst>
                                    <p:set>
                                      <p:cBhvr>
                                        <p:cTn id="480" dur="1" fill="hold">
                                          <p:stCondLst>
                                            <p:cond delay="499"/>
                                          </p:stCondLst>
                                        </p:cTn>
                                        <p:tgtEl>
                                          <p:spTgt spid="201"/>
                                        </p:tgtEl>
                                        <p:attrNameLst>
                                          <p:attrName>style.visibility</p:attrName>
                                        </p:attrNameLst>
                                      </p:cBhvr>
                                      <p:to>
                                        <p:strVal val="visible"/>
                                      </p:to>
                                    </p:set>
                                  </p:childTnLst>
                                </p:cTn>
                              </p:par>
                              <p:par>
                                <p:cTn id="481" presetID="1" presetClass="entr" presetSubtype="0" fill="hold" grpId="0" nodeType="withEffect">
                                  <p:stCondLst>
                                    <p:cond delay="0"/>
                                  </p:stCondLst>
                                  <p:childTnLst>
                                    <p:set>
                                      <p:cBhvr>
                                        <p:cTn id="482" dur="1" fill="hold">
                                          <p:stCondLst>
                                            <p:cond delay="499"/>
                                          </p:stCondLst>
                                        </p:cTn>
                                        <p:tgtEl>
                                          <p:spTgt spid="227"/>
                                        </p:tgtEl>
                                        <p:attrNameLst>
                                          <p:attrName>style.visibility</p:attrName>
                                        </p:attrNameLst>
                                      </p:cBhvr>
                                      <p:to>
                                        <p:strVal val="visible"/>
                                      </p:to>
                                    </p:set>
                                  </p:childTnLst>
                                </p:cTn>
                              </p:par>
                            </p:childTnLst>
                          </p:cTn>
                        </p:par>
                      </p:childTnLst>
                    </p:cTn>
                  </p:par>
                  <p:par>
                    <p:cTn id="483" fill="hold">
                      <p:stCondLst>
                        <p:cond delay="indefinite"/>
                      </p:stCondLst>
                      <p:childTnLst>
                        <p:par>
                          <p:cTn id="484" fill="hold">
                            <p:stCondLst>
                              <p:cond delay="0"/>
                            </p:stCondLst>
                            <p:childTnLst>
                              <p:par>
                                <p:cTn id="485" presetID="1" presetClass="entr" presetSubtype="0" fill="hold" grpId="0" nodeType="clickEffect">
                                  <p:stCondLst>
                                    <p:cond delay="0"/>
                                  </p:stCondLst>
                                  <p:childTnLst>
                                    <p:set>
                                      <p:cBhvr>
                                        <p:cTn id="486" dur="1" fill="hold">
                                          <p:stCondLst>
                                            <p:cond delay="499"/>
                                          </p:stCondLst>
                                        </p:cTn>
                                        <p:tgtEl>
                                          <p:spTgt spid="153"/>
                                        </p:tgtEl>
                                        <p:attrNameLst>
                                          <p:attrName>style.visibility</p:attrName>
                                        </p:attrNameLst>
                                      </p:cBhvr>
                                      <p:to>
                                        <p:strVal val="visible"/>
                                      </p:to>
                                    </p:set>
                                  </p:childTnLst>
                                </p:cTn>
                              </p:par>
                              <p:par>
                                <p:cTn id="487" presetID="1" presetClass="entr" presetSubtype="0" fill="hold" grpId="0" nodeType="withEffect">
                                  <p:stCondLst>
                                    <p:cond delay="0"/>
                                  </p:stCondLst>
                                  <p:childTnLst>
                                    <p:set>
                                      <p:cBhvr>
                                        <p:cTn id="488" dur="1" fill="hold">
                                          <p:stCondLst>
                                            <p:cond delay="499"/>
                                          </p:stCondLst>
                                        </p:cTn>
                                        <p:tgtEl>
                                          <p:spTgt spid="220"/>
                                        </p:tgtEl>
                                        <p:attrNameLst>
                                          <p:attrName>style.visibility</p:attrName>
                                        </p:attrNameLst>
                                      </p:cBhvr>
                                      <p:to>
                                        <p:strVal val="visible"/>
                                      </p:to>
                                    </p:set>
                                  </p:childTnLst>
                                </p:cTn>
                              </p:par>
                            </p:childTnLst>
                          </p:cTn>
                        </p:par>
                      </p:childTnLst>
                    </p:cTn>
                  </p:par>
                  <p:par>
                    <p:cTn id="489" fill="hold">
                      <p:stCondLst>
                        <p:cond delay="indefinite"/>
                      </p:stCondLst>
                      <p:childTnLst>
                        <p:par>
                          <p:cTn id="490" fill="hold">
                            <p:stCondLst>
                              <p:cond delay="0"/>
                            </p:stCondLst>
                            <p:childTnLst>
                              <p:par>
                                <p:cTn id="491" presetID="1" presetClass="entr" presetSubtype="0" fill="hold" grpId="0" nodeType="clickEffect">
                                  <p:stCondLst>
                                    <p:cond delay="0"/>
                                  </p:stCondLst>
                                  <p:childTnLst>
                                    <p:set>
                                      <p:cBhvr>
                                        <p:cTn id="492" dur="1" fill="hold">
                                          <p:stCondLst>
                                            <p:cond delay="499"/>
                                          </p:stCondLst>
                                        </p:cTn>
                                        <p:tgtEl>
                                          <p:spTgt spid="152"/>
                                        </p:tgtEl>
                                        <p:attrNameLst>
                                          <p:attrName>style.visibility</p:attrName>
                                        </p:attrNameLst>
                                      </p:cBhvr>
                                      <p:to>
                                        <p:strVal val="visible"/>
                                      </p:to>
                                    </p:set>
                                  </p:childTnLst>
                                </p:cTn>
                              </p:par>
                              <p:par>
                                <p:cTn id="493" presetID="1" presetClass="entr" presetSubtype="0" fill="hold" grpId="0" nodeType="withEffect">
                                  <p:stCondLst>
                                    <p:cond delay="0"/>
                                  </p:stCondLst>
                                  <p:childTnLst>
                                    <p:set>
                                      <p:cBhvr>
                                        <p:cTn id="494" dur="1" fill="hold">
                                          <p:stCondLst>
                                            <p:cond delay="499"/>
                                          </p:stCondLst>
                                        </p:cTn>
                                        <p:tgtEl>
                                          <p:spTgt spid="226"/>
                                        </p:tgtEl>
                                        <p:attrNameLst>
                                          <p:attrName>style.visibility</p:attrName>
                                        </p:attrNameLst>
                                      </p:cBhvr>
                                      <p:to>
                                        <p:strVal val="visible"/>
                                      </p:to>
                                    </p:set>
                                  </p:childTnLst>
                                </p:cTn>
                              </p:par>
                            </p:childTnLst>
                          </p:cTn>
                        </p:par>
                      </p:childTnLst>
                    </p:cTn>
                  </p:par>
                  <p:par>
                    <p:cTn id="495" fill="hold">
                      <p:stCondLst>
                        <p:cond delay="indefinite"/>
                      </p:stCondLst>
                      <p:childTnLst>
                        <p:par>
                          <p:cTn id="496" fill="hold">
                            <p:stCondLst>
                              <p:cond delay="0"/>
                            </p:stCondLst>
                            <p:childTnLst>
                              <p:par>
                                <p:cTn id="497" presetID="1" presetClass="entr" presetSubtype="0" fill="hold" grpId="0" nodeType="clickEffect">
                                  <p:stCondLst>
                                    <p:cond delay="0"/>
                                  </p:stCondLst>
                                  <p:childTnLst>
                                    <p:set>
                                      <p:cBhvr>
                                        <p:cTn id="498" dur="1" fill="hold">
                                          <p:stCondLst>
                                            <p:cond delay="499"/>
                                          </p:stCondLst>
                                        </p:cTn>
                                        <p:tgtEl>
                                          <p:spTgt spid="154"/>
                                        </p:tgtEl>
                                        <p:attrNameLst>
                                          <p:attrName>style.visibility</p:attrName>
                                        </p:attrNameLst>
                                      </p:cBhvr>
                                      <p:to>
                                        <p:strVal val="visible"/>
                                      </p:to>
                                    </p:set>
                                  </p:childTnLst>
                                </p:cTn>
                              </p:par>
                              <p:par>
                                <p:cTn id="499" presetID="1" presetClass="entr" presetSubtype="0" fill="hold" grpId="0" nodeType="withEffect">
                                  <p:stCondLst>
                                    <p:cond delay="0"/>
                                  </p:stCondLst>
                                  <p:childTnLst>
                                    <p:set>
                                      <p:cBhvr>
                                        <p:cTn id="500" dur="1" fill="hold">
                                          <p:stCondLst>
                                            <p:cond delay="499"/>
                                          </p:stCondLst>
                                        </p:cTn>
                                        <p:tgtEl>
                                          <p:spTgt spid="221"/>
                                        </p:tgtEl>
                                        <p:attrNameLst>
                                          <p:attrName>style.visibility</p:attrName>
                                        </p:attrNameLst>
                                      </p:cBhvr>
                                      <p:to>
                                        <p:strVal val="visible"/>
                                      </p:to>
                                    </p:set>
                                  </p:childTnLst>
                                </p:cTn>
                              </p:par>
                            </p:childTnLst>
                          </p:cTn>
                        </p:par>
                      </p:childTnLst>
                    </p:cTn>
                  </p:par>
                  <p:par>
                    <p:cTn id="501" fill="hold">
                      <p:stCondLst>
                        <p:cond delay="indefinite"/>
                      </p:stCondLst>
                      <p:childTnLst>
                        <p:par>
                          <p:cTn id="502" fill="hold">
                            <p:stCondLst>
                              <p:cond delay="0"/>
                            </p:stCondLst>
                            <p:childTnLst>
                              <p:par>
                                <p:cTn id="503" presetID="1" presetClass="entr" presetSubtype="0" fill="hold" grpId="0" nodeType="clickEffect">
                                  <p:stCondLst>
                                    <p:cond delay="0"/>
                                  </p:stCondLst>
                                  <p:childTnLst>
                                    <p:set>
                                      <p:cBhvr>
                                        <p:cTn id="504" dur="1" fill="hold">
                                          <p:stCondLst>
                                            <p:cond delay="499"/>
                                          </p:stCondLst>
                                        </p:cTn>
                                        <p:tgtEl>
                                          <p:spTgt spid="155"/>
                                        </p:tgtEl>
                                        <p:attrNameLst>
                                          <p:attrName>style.visibility</p:attrName>
                                        </p:attrNameLst>
                                      </p:cBhvr>
                                      <p:to>
                                        <p:strVal val="visible"/>
                                      </p:to>
                                    </p:set>
                                  </p:childTnLst>
                                </p:cTn>
                              </p:par>
                              <p:par>
                                <p:cTn id="505" presetID="1" presetClass="entr" presetSubtype="0" fill="hold" grpId="0" nodeType="withEffect">
                                  <p:stCondLst>
                                    <p:cond delay="0"/>
                                  </p:stCondLst>
                                  <p:childTnLst>
                                    <p:set>
                                      <p:cBhvr>
                                        <p:cTn id="506" dur="1" fill="hold">
                                          <p:stCondLst>
                                            <p:cond delay="499"/>
                                          </p:stCondLst>
                                        </p:cTn>
                                        <p:tgtEl>
                                          <p:spTgt spid="225"/>
                                        </p:tgtEl>
                                        <p:attrNameLst>
                                          <p:attrName>style.visibility</p:attrName>
                                        </p:attrNameLst>
                                      </p:cBhvr>
                                      <p:to>
                                        <p:strVal val="visible"/>
                                      </p:to>
                                    </p:set>
                                  </p:childTnLst>
                                </p:cTn>
                              </p:par>
                            </p:childTnLst>
                          </p:cTn>
                        </p:par>
                      </p:childTnLst>
                    </p:cTn>
                  </p:par>
                  <p:par>
                    <p:cTn id="507" fill="hold">
                      <p:stCondLst>
                        <p:cond delay="indefinite"/>
                      </p:stCondLst>
                      <p:childTnLst>
                        <p:par>
                          <p:cTn id="508" fill="hold">
                            <p:stCondLst>
                              <p:cond delay="0"/>
                            </p:stCondLst>
                            <p:childTnLst>
                              <p:par>
                                <p:cTn id="509" presetID="1" presetClass="entr" presetSubtype="0" fill="hold" grpId="0" nodeType="clickEffect">
                                  <p:stCondLst>
                                    <p:cond delay="0"/>
                                  </p:stCondLst>
                                  <p:childTnLst>
                                    <p:set>
                                      <p:cBhvr>
                                        <p:cTn id="510" dur="1" fill="hold">
                                          <p:stCondLst>
                                            <p:cond delay="499"/>
                                          </p:stCondLst>
                                        </p:cTn>
                                        <p:tgtEl>
                                          <p:spTgt spid="156"/>
                                        </p:tgtEl>
                                        <p:attrNameLst>
                                          <p:attrName>style.visibility</p:attrName>
                                        </p:attrNameLst>
                                      </p:cBhvr>
                                      <p:to>
                                        <p:strVal val="visible"/>
                                      </p:to>
                                    </p:set>
                                  </p:childTnLst>
                                </p:cTn>
                              </p:par>
                              <p:par>
                                <p:cTn id="511" presetID="1" presetClass="entr" presetSubtype="0" fill="hold" grpId="0" nodeType="withEffect">
                                  <p:stCondLst>
                                    <p:cond delay="0"/>
                                  </p:stCondLst>
                                  <p:childTnLst>
                                    <p:set>
                                      <p:cBhvr>
                                        <p:cTn id="512" dur="1" fill="hold">
                                          <p:stCondLst>
                                            <p:cond delay="499"/>
                                          </p:stCondLst>
                                        </p:cTn>
                                        <p:tgtEl>
                                          <p:spTgt spid="222"/>
                                        </p:tgtEl>
                                        <p:attrNameLst>
                                          <p:attrName>style.visibility</p:attrName>
                                        </p:attrNameLst>
                                      </p:cBhvr>
                                      <p:to>
                                        <p:strVal val="visible"/>
                                      </p:to>
                                    </p:set>
                                  </p:childTnLst>
                                </p:cTn>
                              </p:par>
                            </p:childTnLst>
                          </p:cTn>
                        </p:par>
                      </p:childTnLst>
                    </p:cTn>
                  </p:par>
                  <p:par>
                    <p:cTn id="513" fill="hold">
                      <p:stCondLst>
                        <p:cond delay="indefinite"/>
                      </p:stCondLst>
                      <p:childTnLst>
                        <p:par>
                          <p:cTn id="514" fill="hold">
                            <p:stCondLst>
                              <p:cond delay="0"/>
                            </p:stCondLst>
                            <p:childTnLst>
                              <p:par>
                                <p:cTn id="515" presetID="1" presetClass="entr" presetSubtype="0" fill="hold" grpId="0" nodeType="clickEffect">
                                  <p:stCondLst>
                                    <p:cond delay="0"/>
                                  </p:stCondLst>
                                  <p:childTnLst>
                                    <p:set>
                                      <p:cBhvr>
                                        <p:cTn id="516" dur="1" fill="hold">
                                          <p:stCondLst>
                                            <p:cond delay="499"/>
                                          </p:stCondLst>
                                        </p:cTn>
                                        <p:tgtEl>
                                          <p:spTgt spid="157"/>
                                        </p:tgtEl>
                                        <p:attrNameLst>
                                          <p:attrName>style.visibility</p:attrName>
                                        </p:attrNameLst>
                                      </p:cBhvr>
                                      <p:to>
                                        <p:strVal val="visible"/>
                                      </p:to>
                                    </p:set>
                                  </p:childTnLst>
                                </p:cTn>
                              </p:par>
                              <p:par>
                                <p:cTn id="517" presetID="1" presetClass="entr" presetSubtype="0" fill="hold" grpId="0" nodeType="withEffect">
                                  <p:stCondLst>
                                    <p:cond delay="0"/>
                                  </p:stCondLst>
                                  <p:childTnLst>
                                    <p:set>
                                      <p:cBhvr>
                                        <p:cTn id="518" dur="1" fill="hold">
                                          <p:stCondLst>
                                            <p:cond delay="499"/>
                                          </p:stCondLst>
                                        </p:cTn>
                                        <p:tgtEl>
                                          <p:spTgt spid="224"/>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presetID="1" presetClass="entr" presetSubtype="0" fill="hold" grpId="0" nodeType="clickEffect">
                                  <p:stCondLst>
                                    <p:cond delay="0"/>
                                  </p:stCondLst>
                                  <p:childTnLst>
                                    <p:set>
                                      <p:cBhvr>
                                        <p:cTn id="522" dur="1" fill="hold">
                                          <p:stCondLst>
                                            <p:cond delay="499"/>
                                          </p:stCondLst>
                                        </p:cTn>
                                        <p:tgtEl>
                                          <p:spTgt spid="158"/>
                                        </p:tgtEl>
                                        <p:attrNameLst>
                                          <p:attrName>style.visibility</p:attrName>
                                        </p:attrNameLst>
                                      </p:cBhvr>
                                      <p:to>
                                        <p:strVal val="visible"/>
                                      </p:to>
                                    </p:set>
                                  </p:childTnLst>
                                </p:cTn>
                              </p:par>
                              <p:par>
                                <p:cTn id="523" presetID="1" presetClass="entr" presetSubtype="0" fill="hold" grpId="0" nodeType="withEffect">
                                  <p:stCondLst>
                                    <p:cond delay="0"/>
                                  </p:stCondLst>
                                  <p:childTnLst>
                                    <p:set>
                                      <p:cBhvr>
                                        <p:cTn id="524" dur="1" fill="hold">
                                          <p:stCondLst>
                                            <p:cond delay="499"/>
                                          </p:stCondLst>
                                        </p:cTn>
                                        <p:tgtEl>
                                          <p:spTgt spid="223"/>
                                        </p:tgtEl>
                                        <p:attrNameLst>
                                          <p:attrName>style.visibility</p:attrName>
                                        </p:attrNameLst>
                                      </p:cBhvr>
                                      <p:to>
                                        <p:strVal val="visible"/>
                                      </p:to>
                                    </p:set>
                                  </p:childTnLst>
                                </p:cTn>
                              </p:par>
                            </p:childTnLst>
                          </p:cTn>
                        </p:par>
                      </p:childTnLst>
                    </p:cTn>
                  </p:par>
                  <p:par>
                    <p:cTn id="525" fill="hold">
                      <p:stCondLst>
                        <p:cond delay="indefinite"/>
                      </p:stCondLst>
                      <p:childTnLst>
                        <p:par>
                          <p:cTn id="526" fill="hold">
                            <p:stCondLst>
                              <p:cond delay="0"/>
                            </p:stCondLst>
                            <p:childTnLst>
                              <p:par>
                                <p:cTn id="527" presetID="18" presetClass="entr" presetSubtype="12" fill="hold" nodeType="clickEffect">
                                  <p:stCondLst>
                                    <p:cond delay="0"/>
                                  </p:stCondLst>
                                  <p:childTnLst>
                                    <p:set>
                                      <p:cBhvr>
                                        <p:cTn id="528" dur="1" fill="hold">
                                          <p:stCondLst>
                                            <p:cond delay="0"/>
                                          </p:stCondLst>
                                        </p:cTn>
                                        <p:tgtEl>
                                          <p:spTgt spid="174"/>
                                        </p:tgtEl>
                                        <p:attrNameLst>
                                          <p:attrName>style.visibility</p:attrName>
                                        </p:attrNameLst>
                                      </p:cBhvr>
                                      <p:to>
                                        <p:strVal val="visible"/>
                                      </p:to>
                                    </p:set>
                                    <p:animEffect transition="in" filter="strips(downLeft)">
                                      <p:cBhvr>
                                        <p:cTn id="529"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utoUpdateAnimBg="0"/>
      <p:bldP spid="8" grpId="0" animBg="1"/>
      <p:bldP spid="26" grpId="0" animBg="1"/>
      <p:bldP spid="27" grpId="0" animBg="1"/>
      <p:bldP spid="28" grpId="0" autoUpdateAnimBg="0"/>
      <p:bldP spid="38" grpId="0" autoUpdateAnimBg="0"/>
      <p:bldP spid="45"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4" grpId="0" animBg="1"/>
      <p:bldP spid="130" grpId="0" autoUpdateAnimBg="0"/>
      <p:bldP spid="131" grpId="0" animBg="1"/>
      <p:bldP spid="132" grpId="0" animBg="1"/>
      <p:bldP spid="133" grpId="0" animBg="1"/>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utoUpdateAnimBg="0"/>
      <p:bldP spid="150" grpId="0" autoUpdateAnimBg="0"/>
      <p:bldP spid="161" grpId="0" autoUpdateAnimBg="0"/>
      <p:bldP spid="162" grpId="0" autoUpdateAnimBg="0"/>
      <p:bldP spid="164" grpId="0" autoUpdateAnimBg="0"/>
      <p:bldP spid="165" grpId="0" autoUpdateAnimBg="0"/>
      <p:bldP spid="166" grpId="0" animBg="1"/>
      <p:bldP spid="167" grpId="0" animBg="1"/>
      <p:bldP spid="168" grpId="0"/>
      <p:bldP spid="171" grpId="0" animBg="1"/>
      <p:bldP spid="196" grpId="0" animBg="1"/>
      <p:bldP spid="197" grpId="0" animBg="1"/>
      <p:bldP spid="198" grpId="0" animBg="1"/>
      <p:bldP spid="199" grpId="0" animBg="1"/>
      <p:bldP spid="200" grpId="0" animBg="1"/>
      <p:bldP spid="201" grpId="0" animBg="1"/>
      <p:bldP spid="202" grpId="0" animBg="1"/>
      <p:bldP spid="153" grpId="0" animBg="1"/>
      <p:bldP spid="154" grpId="0" animBg="1"/>
      <p:bldP spid="156" grpId="0" animBg="1"/>
      <p:bldP spid="158" grpId="0" animBg="1"/>
      <p:bldP spid="157" grpId="0" animBg="1"/>
      <p:bldP spid="155" grpId="0" animBg="1"/>
      <p:bldP spid="152" grpId="0" animBg="1"/>
      <p:bldP spid="215" grpId="0" autoUpdateAnimBg="0"/>
      <p:bldP spid="220" grpId="0" autoUpdateAnimBg="0"/>
      <p:bldP spid="221" grpId="0" autoUpdateAnimBg="0"/>
      <p:bldP spid="222" grpId="0" autoUpdateAnimBg="0"/>
      <p:bldP spid="223" grpId="0" autoUpdateAnimBg="0"/>
      <p:bldP spid="224" grpId="0" autoUpdateAnimBg="0"/>
      <p:bldP spid="225" grpId="0" autoUpdateAnimBg="0"/>
      <p:bldP spid="226" grpId="0" autoUpdateAnimBg="0"/>
      <p:bldP spid="227" grpId="0" autoUpdateAnimBg="0"/>
      <p:bldP spid="229" grpId="0" autoUpdateAnimBg="0"/>
      <p:bldP spid="230" grpId="0" autoUpdateAnimBg="0"/>
      <p:bldP spid="231" grpId="0" autoUpdateAnimBg="0"/>
      <p:bldP spid="232" grpId="0" autoUpdateAnimBg="0"/>
      <p:bldP spid="233" grpId="0" autoUpdateAnimBg="0"/>
      <p:bldP spid="234" grpId="0" autoUpdateAnimBg="0"/>
      <p:bldP spid="235" grpId="0" autoUpdateAnimBg="0"/>
      <p:bldP spid="236" grpId="0" autoUpdateAnimBg="0"/>
      <p:bldP spid="238" grpId="0" autoUpdateAnimBg="0"/>
      <p:bldP spid="239" grpId="0" autoUpdateAnimBg="0"/>
      <p:bldP spid="240" grpId="0" autoUpdateAnimBg="0"/>
      <p:bldP spid="241" grpId="0" autoUpdateAnimBg="0"/>
      <p:bldP spid="242" grpId="0" autoUpdateAnimBg="0"/>
      <p:bldP spid="243" grpId="0" autoUpdateAnimBg="0"/>
      <p:bldP spid="244" grpId="0" autoUpdateAnimBg="0"/>
      <p:bldP spid="246" grpId="0" autoUpdateAnimBg="0"/>
      <p:bldP spid="247" grpId="0" autoUpdateAnimBg="0"/>
      <p:bldP spid="248" grpId="0" autoUpdateAnimBg="0"/>
      <p:bldP spid="250" grpId="0" autoUpdateAnimBg="0"/>
      <p:bldP spid="251" grpId="0" autoUpdateAnimBg="0"/>
      <p:bldP spid="252" grpId="0" autoUpdateAnimBg="0"/>
      <p:bldP spid="218" grpId="0" animBg="1"/>
      <p:bldP spid="213" grpId="0" animBg="1"/>
      <p:bldP spid="216" grpId="0" animBg="1"/>
      <p:bldP spid="10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840CD77-2120-7146-BE65-E46DDFB7B7EB}"/>
              </a:ext>
            </a:extLst>
          </p:cNvPr>
          <p:cNvSpPr>
            <a:spLocks noGrp="1"/>
          </p:cNvSpPr>
          <p:nvPr>
            <p:ph type="title"/>
          </p:nvPr>
        </p:nvSpPr>
        <p:spPr/>
        <p:txBody>
          <a:bodyPr/>
          <a:lstStyle/>
          <a:p>
            <a:r>
              <a:rPr lang="en-GB" dirty="0"/>
              <a:t>Frustums – Development of Surfaces</a:t>
            </a:r>
          </a:p>
        </p:txBody>
      </p:sp>
      <p:sp>
        <p:nvSpPr>
          <p:cNvPr id="5" name="Date Placeholder 4"/>
          <p:cNvSpPr>
            <a:spLocks noGrp="1"/>
          </p:cNvSpPr>
          <p:nvPr>
            <p:ph type="dt" sz="half" idx="10"/>
          </p:nvPr>
        </p:nvSpPr>
        <p:spPr/>
        <p:txBody>
          <a:bodyPr/>
          <a:lstStyle/>
          <a:p>
            <a:fld id="{49034CBF-F653-6244-B212-687360CC876E}" type="datetime1">
              <a:rPr lang="en-IN" smtClean="0"/>
              <a:t>06-10-2023</a:t>
            </a:fld>
            <a:endParaRPr lang="en-IN" dirty="0"/>
          </a:p>
        </p:txBody>
      </p:sp>
      <p:sp>
        <p:nvSpPr>
          <p:cNvPr id="11" name="Footer Placeholder 10"/>
          <p:cNvSpPr>
            <a:spLocks noGrp="1"/>
          </p:cNvSpPr>
          <p:nvPr>
            <p:ph type="ftr" sz="quarter" idx="11"/>
          </p:nvPr>
        </p:nvSpPr>
        <p:spPr/>
        <p:txBody>
          <a:bodyPr/>
          <a:lstStyle/>
          <a:p>
            <a:r>
              <a:rPr lang="en-IN" dirty="0">
                <a:solidFill>
                  <a:prstClr val="black">
                    <a:tint val="75000"/>
                  </a:prstClr>
                </a:solidFill>
              </a:rPr>
              <a:t>Development of Surfaces</a:t>
            </a:r>
          </a:p>
        </p:txBody>
      </p:sp>
      <p:sp>
        <p:nvSpPr>
          <p:cNvPr id="7170" name="Slide Number Placeholder 3"/>
          <p:cNvSpPr>
            <a:spLocks noGrp="1"/>
          </p:cNvSpPr>
          <p:nvPr>
            <p:ph type="sldNum" sz="quarter" idx="12"/>
          </p:nvPr>
        </p:nvSpPr>
        <p:spPr/>
        <p:txBody>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fld id="{538F49CF-CEBA-6E46-818A-1806C531D789}" type="slidenum">
              <a:rPr lang="en-US" altLang="en-US">
                <a:solidFill>
                  <a:srgbClr val="898989"/>
                </a:solidFill>
              </a:rPr>
              <a:pPr/>
              <a:t>18</a:t>
            </a:fld>
            <a:endParaRPr lang="en-US" altLang="en-US">
              <a:solidFill>
                <a:srgbClr val="898989"/>
              </a:solidFill>
            </a:endParaRPr>
          </a:p>
        </p:txBody>
      </p:sp>
      <p:sp>
        <p:nvSpPr>
          <p:cNvPr id="23554" name="Line 2"/>
          <p:cNvSpPr>
            <a:spLocks noChangeShapeType="1"/>
          </p:cNvSpPr>
          <p:nvPr/>
        </p:nvSpPr>
        <p:spPr bwMode="auto">
          <a:xfrm flipH="1">
            <a:off x="2057400" y="2501201"/>
            <a:ext cx="685800" cy="1447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5" name="Arc 3"/>
          <p:cNvSpPr>
            <a:spLocks/>
          </p:cNvSpPr>
          <p:nvPr/>
        </p:nvSpPr>
        <p:spPr bwMode="auto">
          <a:xfrm>
            <a:off x="2133600" y="2482151"/>
            <a:ext cx="1447800" cy="2573337"/>
          </a:xfrm>
          <a:custGeom>
            <a:avLst/>
            <a:gdLst>
              <a:gd name="T0" fmla="*/ 2147483647 w 21600"/>
              <a:gd name="T1" fmla="*/ 0 h 38395"/>
              <a:gd name="T2" fmla="*/ 2147483647 w 21600"/>
              <a:gd name="T3" fmla="*/ 2147483647 h 38395"/>
              <a:gd name="T4" fmla="*/ 0 w 21600"/>
              <a:gd name="T5" fmla="*/ 2147483647 h 38395"/>
              <a:gd name="T6" fmla="*/ 0 60000 65536"/>
              <a:gd name="T7" fmla="*/ 0 60000 65536"/>
              <a:gd name="T8" fmla="*/ 0 60000 65536"/>
              <a:gd name="T9" fmla="*/ 0 w 21600"/>
              <a:gd name="T10" fmla="*/ 0 h 38395"/>
              <a:gd name="T11" fmla="*/ 21600 w 21600"/>
              <a:gd name="T12" fmla="*/ 38395 h 38395"/>
            </a:gdLst>
            <a:ahLst/>
            <a:cxnLst>
              <a:cxn ang="T6">
                <a:pos x="T0" y="T1"/>
              </a:cxn>
              <a:cxn ang="T7">
                <a:pos x="T2" y="T3"/>
              </a:cxn>
              <a:cxn ang="T8">
                <a:pos x="T4" y="T5"/>
              </a:cxn>
            </a:cxnLst>
            <a:rect l="T9" t="T10" r="T11" b="T12"/>
            <a:pathLst>
              <a:path w="21600" h="38395" fill="none" extrusionOk="0">
                <a:moveTo>
                  <a:pt x="8953" y="-1"/>
                </a:moveTo>
                <a:cubicBezTo>
                  <a:pt x="16656" y="3508"/>
                  <a:pt x="21600" y="11192"/>
                  <a:pt x="21600" y="19657"/>
                </a:cubicBezTo>
                <a:cubicBezTo>
                  <a:pt x="21600" y="27396"/>
                  <a:pt x="17459" y="34544"/>
                  <a:pt x="10744" y="38394"/>
                </a:cubicBezTo>
              </a:path>
              <a:path w="21600" h="38395" stroke="0" extrusionOk="0">
                <a:moveTo>
                  <a:pt x="8953" y="-1"/>
                </a:moveTo>
                <a:cubicBezTo>
                  <a:pt x="16656" y="3508"/>
                  <a:pt x="21600" y="11192"/>
                  <a:pt x="21600" y="19657"/>
                </a:cubicBezTo>
                <a:cubicBezTo>
                  <a:pt x="21600" y="27396"/>
                  <a:pt x="17459" y="34544"/>
                  <a:pt x="10744" y="38394"/>
                </a:cubicBezTo>
                <a:lnTo>
                  <a:pt x="0" y="19657"/>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23556" name="Line 4"/>
          <p:cNvSpPr>
            <a:spLocks noChangeShapeType="1"/>
          </p:cNvSpPr>
          <p:nvPr/>
        </p:nvSpPr>
        <p:spPr bwMode="auto">
          <a:xfrm>
            <a:off x="2057400" y="3872801"/>
            <a:ext cx="838200" cy="11430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7" name="Arc 5"/>
          <p:cNvSpPr>
            <a:spLocks/>
          </p:cNvSpPr>
          <p:nvPr/>
        </p:nvSpPr>
        <p:spPr bwMode="auto">
          <a:xfrm>
            <a:off x="2051050" y="3161601"/>
            <a:ext cx="768350" cy="1325562"/>
          </a:xfrm>
          <a:custGeom>
            <a:avLst/>
            <a:gdLst>
              <a:gd name="T0" fmla="*/ 2147483647 w 21600"/>
              <a:gd name="T1" fmla="*/ 0 h 37293"/>
              <a:gd name="T2" fmla="*/ 2147483647 w 21600"/>
              <a:gd name="T3" fmla="*/ 2147483647 h 37293"/>
              <a:gd name="T4" fmla="*/ 0 w 21600"/>
              <a:gd name="T5" fmla="*/ 2147483647 h 37293"/>
              <a:gd name="T6" fmla="*/ 0 60000 65536"/>
              <a:gd name="T7" fmla="*/ 0 60000 65536"/>
              <a:gd name="T8" fmla="*/ 0 60000 65536"/>
              <a:gd name="T9" fmla="*/ 0 w 21600"/>
              <a:gd name="T10" fmla="*/ 0 h 37293"/>
              <a:gd name="T11" fmla="*/ 21600 w 21600"/>
              <a:gd name="T12" fmla="*/ 37293 h 37293"/>
            </a:gdLst>
            <a:ahLst/>
            <a:cxnLst>
              <a:cxn ang="T6">
                <a:pos x="T0" y="T1"/>
              </a:cxn>
              <a:cxn ang="T7">
                <a:pos x="T2" y="T3"/>
              </a:cxn>
              <a:cxn ang="T8">
                <a:pos x="T4" y="T5"/>
              </a:cxn>
            </a:cxnLst>
            <a:rect l="T9" t="T10" r="T11" b="T12"/>
            <a:pathLst>
              <a:path w="21600" h="37293" fill="none" extrusionOk="0">
                <a:moveTo>
                  <a:pt x="10475" y="-1"/>
                </a:moveTo>
                <a:cubicBezTo>
                  <a:pt x="17340" y="3807"/>
                  <a:pt x="21600" y="11039"/>
                  <a:pt x="21600" y="18890"/>
                </a:cubicBezTo>
                <a:cubicBezTo>
                  <a:pt x="21600" y="26395"/>
                  <a:pt x="17703" y="33363"/>
                  <a:pt x="11308" y="37292"/>
                </a:cubicBezTo>
              </a:path>
              <a:path w="21600" h="37293" stroke="0" extrusionOk="0">
                <a:moveTo>
                  <a:pt x="10475" y="-1"/>
                </a:moveTo>
                <a:cubicBezTo>
                  <a:pt x="17340" y="3807"/>
                  <a:pt x="21600" y="11039"/>
                  <a:pt x="21600" y="18890"/>
                </a:cubicBezTo>
                <a:cubicBezTo>
                  <a:pt x="21600" y="26395"/>
                  <a:pt x="17703" y="33363"/>
                  <a:pt x="11308" y="37292"/>
                </a:cubicBezTo>
                <a:lnTo>
                  <a:pt x="0" y="1889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23558" name="Line 6"/>
          <p:cNvSpPr>
            <a:spLocks noChangeShapeType="1"/>
          </p:cNvSpPr>
          <p:nvPr/>
        </p:nvSpPr>
        <p:spPr bwMode="auto">
          <a:xfrm flipH="1">
            <a:off x="2438400" y="2501201"/>
            <a:ext cx="304800" cy="685800"/>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59" name="Line 7"/>
          <p:cNvSpPr>
            <a:spLocks noChangeShapeType="1"/>
          </p:cNvSpPr>
          <p:nvPr/>
        </p:nvSpPr>
        <p:spPr bwMode="auto">
          <a:xfrm>
            <a:off x="2463800" y="4444301"/>
            <a:ext cx="457200" cy="609600"/>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0" name="Line 8"/>
          <p:cNvSpPr>
            <a:spLocks noChangeShapeType="1"/>
          </p:cNvSpPr>
          <p:nvPr/>
        </p:nvSpPr>
        <p:spPr bwMode="auto">
          <a:xfrm rot="91789" flipH="1">
            <a:off x="5695950" y="2382138"/>
            <a:ext cx="457200" cy="17526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1" name="Arc 9"/>
          <p:cNvSpPr>
            <a:spLocks/>
          </p:cNvSpPr>
          <p:nvPr/>
        </p:nvSpPr>
        <p:spPr bwMode="auto">
          <a:xfrm rot="91789">
            <a:off x="5676900" y="2386901"/>
            <a:ext cx="1752600" cy="3086100"/>
          </a:xfrm>
          <a:custGeom>
            <a:avLst/>
            <a:gdLst>
              <a:gd name="T0" fmla="*/ 2147483647 w 21600"/>
              <a:gd name="T1" fmla="*/ 0 h 38045"/>
              <a:gd name="T2" fmla="*/ 2147483647 w 21600"/>
              <a:gd name="T3" fmla="*/ 2147483647 h 38045"/>
              <a:gd name="T4" fmla="*/ 0 w 21600"/>
              <a:gd name="T5" fmla="*/ 2147483647 h 38045"/>
              <a:gd name="T6" fmla="*/ 0 60000 65536"/>
              <a:gd name="T7" fmla="*/ 0 60000 65536"/>
              <a:gd name="T8" fmla="*/ 0 60000 65536"/>
              <a:gd name="T9" fmla="*/ 0 w 21600"/>
              <a:gd name="T10" fmla="*/ 0 h 38045"/>
              <a:gd name="T11" fmla="*/ 21600 w 21600"/>
              <a:gd name="T12" fmla="*/ 38045 h 38045"/>
            </a:gdLst>
            <a:ahLst/>
            <a:cxnLst>
              <a:cxn ang="T6">
                <a:pos x="T0" y="T1"/>
              </a:cxn>
              <a:cxn ang="T7">
                <a:pos x="T2" y="T3"/>
              </a:cxn>
              <a:cxn ang="T8">
                <a:pos x="T4" y="T5"/>
              </a:cxn>
            </a:cxnLst>
            <a:rect l="T9" t="T10" r="T11" b="T12"/>
            <a:pathLst>
              <a:path w="21600" h="38045" fill="none" extrusionOk="0">
                <a:moveTo>
                  <a:pt x="5656" y="-1"/>
                </a:moveTo>
                <a:cubicBezTo>
                  <a:pt x="15066" y="2553"/>
                  <a:pt x="21600" y="11094"/>
                  <a:pt x="21600" y="20846"/>
                </a:cubicBezTo>
                <a:cubicBezTo>
                  <a:pt x="21600" y="27597"/>
                  <a:pt x="18443" y="33960"/>
                  <a:pt x="13067" y="38044"/>
                </a:cubicBezTo>
              </a:path>
              <a:path w="21600" h="38045" stroke="0" extrusionOk="0">
                <a:moveTo>
                  <a:pt x="5656" y="-1"/>
                </a:moveTo>
                <a:cubicBezTo>
                  <a:pt x="15066" y="2553"/>
                  <a:pt x="21600" y="11094"/>
                  <a:pt x="21600" y="20846"/>
                </a:cubicBezTo>
                <a:cubicBezTo>
                  <a:pt x="21600" y="27597"/>
                  <a:pt x="18443" y="33960"/>
                  <a:pt x="13067" y="38044"/>
                </a:cubicBezTo>
                <a:lnTo>
                  <a:pt x="0" y="20846"/>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23562" name="Line 10"/>
          <p:cNvSpPr>
            <a:spLocks noChangeShapeType="1"/>
          </p:cNvSpPr>
          <p:nvPr/>
        </p:nvSpPr>
        <p:spPr bwMode="auto">
          <a:xfrm rot="91789">
            <a:off x="6169025" y="2398013"/>
            <a:ext cx="7620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3" name="Line 11"/>
          <p:cNvSpPr>
            <a:spLocks noChangeShapeType="1"/>
          </p:cNvSpPr>
          <p:nvPr/>
        </p:nvSpPr>
        <p:spPr bwMode="auto">
          <a:xfrm rot="91789">
            <a:off x="6915150" y="2872676"/>
            <a:ext cx="4572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4" name="Line 12"/>
          <p:cNvSpPr>
            <a:spLocks noChangeShapeType="1"/>
          </p:cNvSpPr>
          <p:nvPr/>
        </p:nvSpPr>
        <p:spPr bwMode="auto">
          <a:xfrm rot="91789">
            <a:off x="7350125" y="3639438"/>
            <a:ext cx="0" cy="914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5" name="Line 13"/>
          <p:cNvSpPr>
            <a:spLocks noChangeShapeType="1"/>
          </p:cNvSpPr>
          <p:nvPr/>
        </p:nvSpPr>
        <p:spPr bwMode="auto">
          <a:xfrm rot="91789" flipH="1">
            <a:off x="6870700" y="4547488"/>
            <a:ext cx="457200" cy="762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6" name="Line 14"/>
          <p:cNvSpPr>
            <a:spLocks noChangeShapeType="1"/>
          </p:cNvSpPr>
          <p:nvPr/>
        </p:nvSpPr>
        <p:spPr bwMode="auto">
          <a:xfrm rot="91789" flipV="1">
            <a:off x="5689600" y="2848863"/>
            <a:ext cx="1219200" cy="12192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7" name="Line 15"/>
          <p:cNvSpPr>
            <a:spLocks noChangeShapeType="1"/>
          </p:cNvSpPr>
          <p:nvPr/>
        </p:nvSpPr>
        <p:spPr bwMode="auto">
          <a:xfrm rot="91789" flipV="1">
            <a:off x="5680075" y="3617213"/>
            <a:ext cx="1676400" cy="4572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8" name="Line 16"/>
          <p:cNvSpPr>
            <a:spLocks noChangeShapeType="1"/>
          </p:cNvSpPr>
          <p:nvPr/>
        </p:nvSpPr>
        <p:spPr bwMode="auto">
          <a:xfrm rot="91789">
            <a:off x="5667375" y="4074413"/>
            <a:ext cx="1676400" cy="4572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69" name="Line 17"/>
          <p:cNvSpPr>
            <a:spLocks noChangeShapeType="1"/>
          </p:cNvSpPr>
          <p:nvPr/>
        </p:nvSpPr>
        <p:spPr bwMode="auto">
          <a:xfrm rot="91789">
            <a:off x="5657850" y="4068063"/>
            <a:ext cx="1219200" cy="12192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0" name="Arc 18"/>
          <p:cNvSpPr>
            <a:spLocks/>
          </p:cNvSpPr>
          <p:nvPr/>
        </p:nvSpPr>
        <p:spPr bwMode="auto">
          <a:xfrm rot="91789">
            <a:off x="5638800" y="3131438"/>
            <a:ext cx="1028700" cy="1670050"/>
          </a:xfrm>
          <a:custGeom>
            <a:avLst/>
            <a:gdLst>
              <a:gd name="T0" fmla="*/ 2147483647 w 21600"/>
              <a:gd name="T1" fmla="*/ 0 h 35061"/>
              <a:gd name="T2" fmla="*/ 2147483647 w 21600"/>
              <a:gd name="T3" fmla="*/ 2147483647 h 35061"/>
              <a:gd name="T4" fmla="*/ 0 w 21600"/>
              <a:gd name="T5" fmla="*/ 2147483647 h 35061"/>
              <a:gd name="T6" fmla="*/ 0 60000 65536"/>
              <a:gd name="T7" fmla="*/ 0 60000 65536"/>
              <a:gd name="T8" fmla="*/ 0 60000 65536"/>
              <a:gd name="T9" fmla="*/ 0 w 21600"/>
              <a:gd name="T10" fmla="*/ 0 h 35061"/>
              <a:gd name="T11" fmla="*/ 21600 w 21600"/>
              <a:gd name="T12" fmla="*/ 35061 h 35061"/>
            </a:gdLst>
            <a:ahLst/>
            <a:cxnLst>
              <a:cxn ang="T6">
                <a:pos x="T0" y="T1"/>
              </a:cxn>
              <a:cxn ang="T7">
                <a:pos x="T2" y="T3"/>
              </a:cxn>
              <a:cxn ang="T8">
                <a:pos x="T4" y="T5"/>
              </a:cxn>
            </a:cxnLst>
            <a:rect l="T9" t="T10" r="T11" b="T12"/>
            <a:pathLst>
              <a:path w="21600" h="35061" fill="none" extrusionOk="0">
                <a:moveTo>
                  <a:pt x="7073" y="0"/>
                </a:moveTo>
                <a:cubicBezTo>
                  <a:pt x="15769" y="3014"/>
                  <a:pt x="21600" y="11206"/>
                  <a:pt x="21600" y="20409"/>
                </a:cubicBezTo>
                <a:cubicBezTo>
                  <a:pt x="21600" y="25839"/>
                  <a:pt x="19554" y="31070"/>
                  <a:pt x="15870" y="35060"/>
                </a:cubicBezTo>
              </a:path>
              <a:path w="21600" h="35061" stroke="0" extrusionOk="0">
                <a:moveTo>
                  <a:pt x="7073" y="0"/>
                </a:moveTo>
                <a:cubicBezTo>
                  <a:pt x="15769" y="3014"/>
                  <a:pt x="21600" y="11206"/>
                  <a:pt x="21600" y="20409"/>
                </a:cubicBezTo>
                <a:cubicBezTo>
                  <a:pt x="21600" y="25839"/>
                  <a:pt x="19554" y="31070"/>
                  <a:pt x="15870" y="35060"/>
                </a:cubicBezTo>
                <a:lnTo>
                  <a:pt x="0" y="20409"/>
                </a:lnTo>
                <a:close/>
              </a:path>
            </a:pathLst>
          </a:cu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23571" name="Line 19"/>
          <p:cNvSpPr>
            <a:spLocks noChangeShapeType="1"/>
          </p:cNvSpPr>
          <p:nvPr/>
        </p:nvSpPr>
        <p:spPr bwMode="auto">
          <a:xfrm rot="91789">
            <a:off x="5924550" y="3150488"/>
            <a:ext cx="457200"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2" name="Line 20"/>
          <p:cNvSpPr>
            <a:spLocks noChangeShapeType="1"/>
          </p:cNvSpPr>
          <p:nvPr/>
        </p:nvSpPr>
        <p:spPr bwMode="auto">
          <a:xfrm rot="91789">
            <a:off x="6372225" y="3388613"/>
            <a:ext cx="2286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3" name="Line 21"/>
          <p:cNvSpPr>
            <a:spLocks noChangeShapeType="1"/>
          </p:cNvSpPr>
          <p:nvPr/>
        </p:nvSpPr>
        <p:spPr bwMode="auto">
          <a:xfrm rot="91789">
            <a:off x="6613525" y="3848988"/>
            <a:ext cx="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4" name="Line 22"/>
          <p:cNvSpPr>
            <a:spLocks noChangeShapeType="1"/>
          </p:cNvSpPr>
          <p:nvPr/>
        </p:nvSpPr>
        <p:spPr bwMode="auto">
          <a:xfrm rot="91789" flipH="1">
            <a:off x="6372225" y="4303013"/>
            <a:ext cx="22860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5" name="Line 23"/>
          <p:cNvSpPr>
            <a:spLocks noChangeShapeType="1"/>
          </p:cNvSpPr>
          <p:nvPr/>
        </p:nvSpPr>
        <p:spPr bwMode="auto">
          <a:xfrm rot="91789" flipH="1">
            <a:off x="5935663" y="2385313"/>
            <a:ext cx="228600" cy="838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6" name="Line 24"/>
          <p:cNvSpPr>
            <a:spLocks noChangeShapeType="1"/>
          </p:cNvSpPr>
          <p:nvPr/>
        </p:nvSpPr>
        <p:spPr bwMode="auto">
          <a:xfrm rot="91789" flipH="1">
            <a:off x="6384925" y="2858388"/>
            <a:ext cx="533400" cy="5334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7" name="Line 25"/>
          <p:cNvSpPr>
            <a:spLocks noChangeShapeType="1"/>
          </p:cNvSpPr>
          <p:nvPr/>
        </p:nvSpPr>
        <p:spPr bwMode="auto">
          <a:xfrm rot="91789" flipV="1">
            <a:off x="6597650" y="3629913"/>
            <a:ext cx="762000"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8" name="Line 26"/>
          <p:cNvSpPr>
            <a:spLocks noChangeShapeType="1"/>
          </p:cNvSpPr>
          <p:nvPr/>
        </p:nvSpPr>
        <p:spPr bwMode="auto">
          <a:xfrm rot="91789">
            <a:off x="6578600" y="4315713"/>
            <a:ext cx="762000" cy="228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79" name="Line 27"/>
          <p:cNvSpPr>
            <a:spLocks noChangeShapeType="1"/>
          </p:cNvSpPr>
          <p:nvPr/>
        </p:nvSpPr>
        <p:spPr bwMode="auto">
          <a:xfrm rot="91789">
            <a:off x="6397625" y="4814188"/>
            <a:ext cx="457200" cy="457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0" name="Line 28"/>
          <p:cNvSpPr>
            <a:spLocks noChangeShapeType="1"/>
          </p:cNvSpPr>
          <p:nvPr/>
        </p:nvSpPr>
        <p:spPr bwMode="auto">
          <a:xfrm rot="-181433">
            <a:off x="4851400" y="2806001"/>
            <a:ext cx="304800" cy="12192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1" name="Line 29"/>
          <p:cNvSpPr>
            <a:spLocks noChangeShapeType="1"/>
          </p:cNvSpPr>
          <p:nvPr/>
        </p:nvSpPr>
        <p:spPr bwMode="auto">
          <a:xfrm rot="21508317" flipH="1">
            <a:off x="5154613" y="2728213"/>
            <a:ext cx="368300" cy="12954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2" name="Line 30"/>
          <p:cNvSpPr>
            <a:spLocks noChangeShapeType="1"/>
          </p:cNvSpPr>
          <p:nvPr/>
        </p:nvSpPr>
        <p:spPr bwMode="auto">
          <a:xfrm>
            <a:off x="1238250" y="2501201"/>
            <a:ext cx="533400" cy="12954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583" name="Line 31"/>
          <p:cNvSpPr>
            <a:spLocks noChangeShapeType="1"/>
          </p:cNvSpPr>
          <p:nvPr/>
        </p:nvSpPr>
        <p:spPr bwMode="auto">
          <a:xfrm flipH="1">
            <a:off x="1733550" y="2577401"/>
            <a:ext cx="533400" cy="12954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 name="Group 32"/>
          <p:cNvGrpSpPr>
            <a:grpSpLocks/>
          </p:cNvGrpSpPr>
          <p:nvPr/>
        </p:nvGrpSpPr>
        <p:grpSpPr bwMode="auto">
          <a:xfrm>
            <a:off x="838200" y="2425001"/>
            <a:ext cx="914400" cy="1524000"/>
            <a:chOff x="528" y="1440"/>
            <a:chExt cx="576" cy="960"/>
          </a:xfrm>
        </p:grpSpPr>
        <p:sp>
          <p:nvSpPr>
            <p:cNvPr id="7254" name="Line 33"/>
            <p:cNvSpPr>
              <a:spLocks noChangeShapeType="1"/>
            </p:cNvSpPr>
            <p:nvPr/>
          </p:nvSpPr>
          <p:spPr bwMode="auto">
            <a:xfrm flipH="1">
              <a:off x="528" y="1440"/>
              <a:ext cx="24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5" name="Line 34"/>
            <p:cNvSpPr>
              <a:spLocks noChangeShapeType="1"/>
            </p:cNvSpPr>
            <p:nvPr/>
          </p:nvSpPr>
          <p:spPr bwMode="auto">
            <a:xfrm flipH="1">
              <a:off x="864" y="2304"/>
              <a:ext cx="24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6" name="Line 35"/>
            <p:cNvSpPr>
              <a:spLocks noChangeShapeType="1"/>
            </p:cNvSpPr>
            <p:nvPr/>
          </p:nvSpPr>
          <p:spPr bwMode="auto">
            <a:xfrm rot="-197739" flipH="1" flipV="1">
              <a:off x="600" y="1488"/>
              <a:ext cx="144"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57" name="Line 36"/>
            <p:cNvSpPr>
              <a:spLocks noChangeShapeType="1"/>
            </p:cNvSpPr>
            <p:nvPr/>
          </p:nvSpPr>
          <p:spPr bwMode="auto">
            <a:xfrm>
              <a:off x="822" y="2022"/>
              <a:ext cx="144"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58" name="Text Box 37"/>
            <p:cNvSpPr txBox="1">
              <a:spLocks noChangeArrowheads="1"/>
            </p:cNvSpPr>
            <p:nvPr/>
          </p:nvSpPr>
          <p:spPr bwMode="auto">
            <a:xfrm rot="-1314451">
              <a:off x="690" y="1818"/>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600" b="1">
                  <a:latin typeface="Times New Roman" charset="0"/>
                </a:rPr>
                <a:t>L</a:t>
              </a:r>
            </a:p>
          </p:txBody>
        </p:sp>
      </p:grpSp>
      <p:grpSp>
        <p:nvGrpSpPr>
          <p:cNvPr id="3" name="Group 38"/>
          <p:cNvGrpSpPr>
            <a:grpSpLocks/>
          </p:cNvGrpSpPr>
          <p:nvPr/>
        </p:nvGrpSpPr>
        <p:grpSpPr bwMode="auto">
          <a:xfrm>
            <a:off x="4267200" y="2196401"/>
            <a:ext cx="914400" cy="1905000"/>
            <a:chOff x="2688" y="1296"/>
            <a:chExt cx="576" cy="1200"/>
          </a:xfrm>
        </p:grpSpPr>
        <p:sp>
          <p:nvSpPr>
            <p:cNvPr id="7249" name="Line 39"/>
            <p:cNvSpPr>
              <a:spLocks noChangeShapeType="1"/>
            </p:cNvSpPr>
            <p:nvPr/>
          </p:nvSpPr>
          <p:spPr bwMode="auto">
            <a:xfrm flipH="1">
              <a:off x="3072" y="2448"/>
              <a:ext cx="192"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0" name="Line 40"/>
            <p:cNvSpPr>
              <a:spLocks noChangeShapeType="1"/>
            </p:cNvSpPr>
            <p:nvPr/>
          </p:nvSpPr>
          <p:spPr bwMode="auto">
            <a:xfrm>
              <a:off x="2976" y="2064"/>
              <a:ext cx="144"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51" name="Line 41"/>
            <p:cNvSpPr>
              <a:spLocks noChangeShapeType="1"/>
            </p:cNvSpPr>
            <p:nvPr/>
          </p:nvSpPr>
          <p:spPr bwMode="auto">
            <a:xfrm rot="-50335" flipH="1" flipV="1">
              <a:off x="2760" y="1314"/>
              <a:ext cx="144" cy="5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52" name="Line 42"/>
            <p:cNvSpPr>
              <a:spLocks noChangeShapeType="1"/>
            </p:cNvSpPr>
            <p:nvPr/>
          </p:nvSpPr>
          <p:spPr bwMode="auto">
            <a:xfrm flipH="1">
              <a:off x="2688" y="1296"/>
              <a:ext cx="192"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53" name="Text Box 43"/>
            <p:cNvSpPr txBox="1">
              <a:spLocks noChangeArrowheads="1"/>
            </p:cNvSpPr>
            <p:nvPr/>
          </p:nvSpPr>
          <p:spPr bwMode="auto">
            <a:xfrm rot="-1073871">
              <a:off x="2838" y="1830"/>
              <a:ext cx="2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600" b="1">
                  <a:latin typeface="Times New Roman" charset="0"/>
                </a:rPr>
                <a:t>L</a:t>
              </a:r>
            </a:p>
          </p:txBody>
        </p:sp>
      </p:grpSp>
      <p:sp>
        <p:nvSpPr>
          <p:cNvPr id="23596" name="Rectangle 44"/>
          <p:cNvSpPr>
            <a:spLocks noChangeArrowheads="1"/>
          </p:cNvSpPr>
          <p:nvPr/>
        </p:nvSpPr>
        <p:spPr bwMode="auto">
          <a:xfrm>
            <a:off x="2057400" y="3674363"/>
            <a:ext cx="3032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a:latin typeface="Times New Roman" charset="0"/>
                <a:ea typeface="Times New Roman" charset="0"/>
                <a:cs typeface="Times New Roman" charset="0"/>
                <a:sym typeface="Symbol" charset="2"/>
              </a:rPr>
              <a:t></a:t>
            </a:r>
          </a:p>
        </p:txBody>
      </p:sp>
      <p:grpSp>
        <p:nvGrpSpPr>
          <p:cNvPr id="4" name="Group 45"/>
          <p:cNvGrpSpPr>
            <a:grpSpLocks/>
          </p:cNvGrpSpPr>
          <p:nvPr/>
        </p:nvGrpSpPr>
        <p:grpSpPr bwMode="auto">
          <a:xfrm>
            <a:off x="947738" y="4606226"/>
            <a:ext cx="1293812" cy="485775"/>
            <a:chOff x="768" y="738"/>
            <a:chExt cx="815" cy="306"/>
          </a:xfrm>
        </p:grpSpPr>
        <p:sp>
          <p:nvSpPr>
            <p:cNvPr id="7241" name="Rectangle 46"/>
            <p:cNvSpPr>
              <a:spLocks noChangeArrowheads="1"/>
            </p:cNvSpPr>
            <p:nvPr/>
          </p:nvSpPr>
          <p:spPr bwMode="auto">
            <a:xfrm>
              <a:off x="768" y="768"/>
              <a:ext cx="1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a:latin typeface="Times New Roman" charset="0"/>
                  <a:ea typeface="Times New Roman" charset="0"/>
                  <a:cs typeface="Times New Roman" charset="0"/>
                  <a:sym typeface="Symbol" charset="2"/>
                </a:rPr>
                <a:t></a:t>
              </a:r>
            </a:p>
          </p:txBody>
        </p:sp>
        <p:sp>
          <p:nvSpPr>
            <p:cNvPr id="7242" name="Text Box 47"/>
            <p:cNvSpPr txBox="1">
              <a:spLocks noChangeArrowheads="1"/>
            </p:cNvSpPr>
            <p:nvPr/>
          </p:nvSpPr>
          <p:spPr bwMode="auto">
            <a:xfrm>
              <a:off x="902" y="746"/>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2400">
                  <a:latin typeface="Times New Roman" charset="0"/>
                </a:rPr>
                <a:t>=</a:t>
              </a:r>
              <a:endParaRPr lang="en-US" altLang="en-US" sz="1400">
                <a:latin typeface="Times New Roman" charset="0"/>
              </a:endParaRPr>
            </a:p>
          </p:txBody>
        </p:sp>
        <p:grpSp>
          <p:nvGrpSpPr>
            <p:cNvPr id="7243" name="Group 48"/>
            <p:cNvGrpSpPr>
              <a:grpSpLocks/>
            </p:cNvGrpSpPr>
            <p:nvPr/>
          </p:nvGrpSpPr>
          <p:grpSpPr bwMode="auto">
            <a:xfrm>
              <a:off x="1071" y="738"/>
              <a:ext cx="512" cy="306"/>
              <a:chOff x="2016" y="1248"/>
              <a:chExt cx="512" cy="306"/>
            </a:xfrm>
          </p:grpSpPr>
          <p:sp>
            <p:nvSpPr>
              <p:cNvPr id="7244" name="Rectangle 49"/>
              <p:cNvSpPr>
                <a:spLocks noChangeArrowheads="1"/>
              </p:cNvSpPr>
              <p:nvPr/>
            </p:nvSpPr>
            <p:spPr bwMode="auto">
              <a:xfrm>
                <a:off x="2016" y="1248"/>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R</a:t>
                </a:r>
              </a:p>
            </p:txBody>
          </p:sp>
          <p:sp>
            <p:nvSpPr>
              <p:cNvPr id="7245" name="Text Box 50"/>
              <p:cNvSpPr txBox="1">
                <a:spLocks noChangeArrowheads="1"/>
              </p:cNvSpPr>
              <p:nvPr/>
            </p:nvSpPr>
            <p:spPr bwMode="auto">
              <a:xfrm>
                <a:off x="2028" y="1362"/>
                <a:ext cx="18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L</a:t>
                </a:r>
              </a:p>
            </p:txBody>
          </p:sp>
          <p:sp>
            <p:nvSpPr>
              <p:cNvPr id="7246" name="Line 51"/>
              <p:cNvSpPr>
                <a:spLocks noChangeShapeType="1"/>
              </p:cNvSpPr>
              <p:nvPr/>
            </p:nvSpPr>
            <p:spPr bwMode="auto">
              <a:xfrm>
                <a:off x="2064" y="1401"/>
                <a:ext cx="9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47" name="Text Box 52"/>
              <p:cNvSpPr txBox="1">
                <a:spLocks noChangeArrowheads="1"/>
              </p:cNvSpPr>
              <p:nvPr/>
            </p:nvSpPr>
            <p:spPr bwMode="auto">
              <a:xfrm rot="2750489">
                <a:off x="2123" y="1279"/>
                <a:ext cx="1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b="1">
                    <a:latin typeface="Times New Roman" charset="0"/>
                  </a:rPr>
                  <a:t>+</a:t>
                </a:r>
              </a:p>
            </p:txBody>
          </p:sp>
          <p:sp>
            <p:nvSpPr>
              <p:cNvPr id="7248" name="Text Box 53"/>
              <p:cNvSpPr txBox="1">
                <a:spLocks noChangeArrowheads="1"/>
              </p:cNvSpPr>
              <p:nvPr/>
            </p:nvSpPr>
            <p:spPr bwMode="auto">
              <a:xfrm>
                <a:off x="2208" y="1296"/>
                <a:ext cx="3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360</a:t>
                </a:r>
                <a:r>
                  <a:rPr lang="en-US" altLang="en-US" sz="1400" baseline="30000">
                    <a:latin typeface="Times New Roman" charset="0"/>
                  </a:rPr>
                  <a:t>0</a:t>
                </a:r>
              </a:p>
            </p:txBody>
          </p:sp>
        </p:grpSp>
      </p:grpSp>
      <p:sp>
        <p:nvSpPr>
          <p:cNvPr id="23606" name="Text Box 54"/>
          <p:cNvSpPr txBox="1">
            <a:spLocks noChangeArrowheads="1"/>
          </p:cNvSpPr>
          <p:nvPr/>
        </p:nvSpPr>
        <p:spPr bwMode="auto">
          <a:xfrm>
            <a:off x="914400" y="5320601"/>
            <a:ext cx="25892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600">
                <a:latin typeface="Times New Roman" charset="0"/>
              </a:rPr>
              <a:t>R= Base circle radius of cone</a:t>
            </a:r>
          </a:p>
          <a:p>
            <a:r>
              <a:rPr lang="en-US" altLang="en-US" sz="1600">
                <a:latin typeface="Times New Roman" charset="0"/>
              </a:rPr>
              <a:t>L= Slant height of cone</a:t>
            </a:r>
          </a:p>
          <a:p>
            <a:r>
              <a:rPr lang="en-US" altLang="en-US" sz="1600">
                <a:latin typeface="Times New Roman" charset="0"/>
              </a:rPr>
              <a:t>L</a:t>
            </a:r>
            <a:r>
              <a:rPr lang="en-US" altLang="en-US" sz="1600" baseline="-25000">
                <a:latin typeface="Times New Roman" charset="0"/>
              </a:rPr>
              <a:t>1</a:t>
            </a:r>
            <a:r>
              <a:rPr lang="en-US" altLang="en-US" sz="1600">
                <a:latin typeface="Times New Roman" charset="0"/>
              </a:rPr>
              <a:t> = Slant height of cut part.</a:t>
            </a:r>
          </a:p>
        </p:txBody>
      </p:sp>
      <p:sp>
        <p:nvSpPr>
          <p:cNvPr id="23607" name="Line 55"/>
          <p:cNvSpPr>
            <a:spLocks noChangeShapeType="1"/>
          </p:cNvSpPr>
          <p:nvPr/>
        </p:nvSpPr>
        <p:spPr bwMode="auto">
          <a:xfrm flipH="1">
            <a:off x="6326188" y="2120201"/>
            <a:ext cx="4572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608" name="Text Box 56"/>
          <p:cNvSpPr txBox="1">
            <a:spLocks noChangeArrowheads="1"/>
          </p:cNvSpPr>
          <p:nvPr/>
        </p:nvSpPr>
        <p:spPr bwMode="auto">
          <a:xfrm>
            <a:off x="6743700" y="1891601"/>
            <a:ext cx="908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Base side </a:t>
            </a:r>
          </a:p>
        </p:txBody>
      </p:sp>
      <p:sp>
        <p:nvSpPr>
          <p:cNvPr id="23609" name="Line 57"/>
          <p:cNvSpPr>
            <a:spLocks noChangeShapeType="1"/>
          </p:cNvSpPr>
          <p:nvPr/>
        </p:nvSpPr>
        <p:spPr bwMode="auto">
          <a:xfrm flipV="1">
            <a:off x="6173788" y="2490088"/>
            <a:ext cx="914400" cy="773113"/>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3610" name="Text Box 58"/>
          <p:cNvSpPr txBox="1">
            <a:spLocks noChangeArrowheads="1"/>
          </p:cNvSpPr>
          <p:nvPr/>
        </p:nvSpPr>
        <p:spPr bwMode="auto">
          <a:xfrm>
            <a:off x="6997700" y="2305938"/>
            <a:ext cx="801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Top side</a:t>
            </a:r>
          </a:p>
        </p:txBody>
      </p:sp>
      <p:grpSp>
        <p:nvGrpSpPr>
          <p:cNvPr id="6" name="Group 59"/>
          <p:cNvGrpSpPr>
            <a:grpSpLocks/>
          </p:cNvGrpSpPr>
          <p:nvPr/>
        </p:nvGrpSpPr>
        <p:grpSpPr bwMode="auto">
          <a:xfrm>
            <a:off x="1752600" y="3034601"/>
            <a:ext cx="577850" cy="876300"/>
            <a:chOff x="1104" y="1824"/>
            <a:chExt cx="364" cy="552"/>
          </a:xfrm>
        </p:grpSpPr>
        <p:sp>
          <p:nvSpPr>
            <p:cNvPr id="7236" name="Line 60"/>
            <p:cNvSpPr>
              <a:spLocks noChangeShapeType="1"/>
            </p:cNvSpPr>
            <p:nvPr/>
          </p:nvSpPr>
          <p:spPr bwMode="auto">
            <a:xfrm>
              <a:off x="1324" y="1824"/>
              <a:ext cx="144"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7" name="Line 61"/>
            <p:cNvSpPr>
              <a:spLocks noChangeShapeType="1"/>
            </p:cNvSpPr>
            <p:nvPr/>
          </p:nvSpPr>
          <p:spPr bwMode="auto">
            <a:xfrm flipV="1">
              <a:off x="1304" y="1852"/>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38" name="Line 62"/>
            <p:cNvSpPr>
              <a:spLocks noChangeShapeType="1"/>
            </p:cNvSpPr>
            <p:nvPr/>
          </p:nvSpPr>
          <p:spPr bwMode="auto">
            <a:xfrm>
              <a:off x="1104" y="2304"/>
              <a:ext cx="144"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9" name="Line 63"/>
            <p:cNvSpPr>
              <a:spLocks noChangeShapeType="1"/>
            </p:cNvSpPr>
            <p:nvPr/>
          </p:nvSpPr>
          <p:spPr bwMode="auto">
            <a:xfrm flipV="1">
              <a:off x="1176" y="2144"/>
              <a:ext cx="96" cy="192"/>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240" name="Text Box 64"/>
            <p:cNvSpPr txBox="1">
              <a:spLocks noChangeArrowheads="1"/>
            </p:cNvSpPr>
            <p:nvPr/>
          </p:nvSpPr>
          <p:spPr bwMode="auto">
            <a:xfrm rot="1412824">
              <a:off x="1200" y="2008"/>
              <a:ext cx="2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L</a:t>
              </a:r>
              <a:r>
                <a:rPr lang="en-US" altLang="en-US" sz="1400" baseline="-25000">
                  <a:latin typeface="Times New Roman" charset="0"/>
                </a:rPr>
                <a:t>1</a:t>
              </a:r>
            </a:p>
          </p:txBody>
        </p:sp>
      </p:grpSp>
      <p:grpSp>
        <p:nvGrpSpPr>
          <p:cNvPr id="7" name="Group 65"/>
          <p:cNvGrpSpPr>
            <a:grpSpLocks/>
          </p:cNvGrpSpPr>
          <p:nvPr/>
        </p:nvGrpSpPr>
        <p:grpSpPr bwMode="auto">
          <a:xfrm rot="-684364">
            <a:off x="5113338" y="3012376"/>
            <a:ext cx="754062" cy="1063625"/>
            <a:chOff x="1101" y="1818"/>
            <a:chExt cx="364" cy="552"/>
          </a:xfrm>
        </p:grpSpPr>
        <p:sp>
          <p:nvSpPr>
            <p:cNvPr id="7231" name="Line 66"/>
            <p:cNvSpPr>
              <a:spLocks noChangeShapeType="1"/>
            </p:cNvSpPr>
            <p:nvPr/>
          </p:nvSpPr>
          <p:spPr bwMode="auto">
            <a:xfrm>
              <a:off x="1321" y="1818"/>
              <a:ext cx="144"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2" name="Line 67"/>
            <p:cNvSpPr>
              <a:spLocks noChangeShapeType="1"/>
            </p:cNvSpPr>
            <p:nvPr/>
          </p:nvSpPr>
          <p:spPr bwMode="auto">
            <a:xfrm flipV="1">
              <a:off x="1301" y="1846"/>
              <a:ext cx="96"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33" name="Line 68"/>
            <p:cNvSpPr>
              <a:spLocks noChangeShapeType="1"/>
            </p:cNvSpPr>
            <p:nvPr/>
          </p:nvSpPr>
          <p:spPr bwMode="auto">
            <a:xfrm>
              <a:off x="1101" y="2298"/>
              <a:ext cx="144" cy="7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4" name="Line 69"/>
            <p:cNvSpPr>
              <a:spLocks noChangeShapeType="1"/>
            </p:cNvSpPr>
            <p:nvPr/>
          </p:nvSpPr>
          <p:spPr bwMode="auto">
            <a:xfrm flipV="1">
              <a:off x="1173" y="2138"/>
              <a:ext cx="96" cy="192"/>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7235" name="Text Box 70"/>
            <p:cNvSpPr txBox="1">
              <a:spLocks noChangeArrowheads="1"/>
            </p:cNvSpPr>
            <p:nvPr/>
          </p:nvSpPr>
          <p:spPr bwMode="auto">
            <a:xfrm rot="1412824">
              <a:off x="1207" y="1999"/>
              <a:ext cx="168" cy="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400">
                  <a:latin typeface="Times New Roman" charset="0"/>
                </a:rPr>
                <a:t>L</a:t>
              </a:r>
              <a:r>
                <a:rPr lang="en-US" altLang="en-US" sz="1400" baseline="-25000">
                  <a:latin typeface="Times New Roman" charset="0"/>
                </a:rPr>
                <a:t>1</a:t>
              </a:r>
            </a:p>
          </p:txBody>
        </p:sp>
      </p:grpSp>
      <p:sp>
        <p:nvSpPr>
          <p:cNvPr id="23623" name="Text Box 71"/>
          <p:cNvSpPr txBox="1">
            <a:spLocks noChangeArrowheads="1"/>
          </p:cNvSpPr>
          <p:nvPr/>
        </p:nvSpPr>
        <p:spPr bwMode="auto">
          <a:xfrm>
            <a:off x="4876800" y="5473001"/>
            <a:ext cx="23717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600">
                <a:latin typeface="Times New Roman" charset="0"/>
              </a:rPr>
              <a:t>L= Slant edge of pyramid</a:t>
            </a:r>
          </a:p>
          <a:p>
            <a:r>
              <a:rPr lang="en-US" altLang="en-US" sz="1600">
                <a:latin typeface="Times New Roman" charset="0"/>
              </a:rPr>
              <a:t>L</a:t>
            </a:r>
            <a:r>
              <a:rPr lang="en-US" altLang="en-US" sz="1600" baseline="-25000">
                <a:latin typeface="Times New Roman" charset="0"/>
              </a:rPr>
              <a:t>1 </a:t>
            </a:r>
            <a:r>
              <a:rPr lang="en-US" altLang="en-US" sz="1600">
                <a:latin typeface="Times New Roman" charset="0"/>
              </a:rPr>
              <a:t>= Slant edge of cut part.</a:t>
            </a:r>
          </a:p>
        </p:txBody>
      </p:sp>
      <p:sp>
        <p:nvSpPr>
          <p:cNvPr id="23624" name="Text Box 72"/>
          <p:cNvSpPr txBox="1">
            <a:spLocks noChangeArrowheads="1"/>
          </p:cNvSpPr>
          <p:nvPr/>
        </p:nvSpPr>
        <p:spPr bwMode="auto">
          <a:xfrm>
            <a:off x="914400" y="1372488"/>
            <a:ext cx="20526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r>
              <a:rPr lang="en-US" altLang="en-US" sz="1600">
                <a:latin typeface="Times New Roman" charset="0"/>
              </a:rPr>
              <a:t>DEVELOPMENT OF </a:t>
            </a:r>
          </a:p>
          <a:p>
            <a:r>
              <a:rPr lang="en-US" altLang="en-US" sz="1600">
                <a:latin typeface="Times New Roman" charset="0"/>
              </a:rPr>
              <a:t>FRUSTUM OF CONE</a:t>
            </a:r>
          </a:p>
        </p:txBody>
      </p:sp>
      <p:sp>
        <p:nvSpPr>
          <p:cNvPr id="23625" name="Text Box 73"/>
          <p:cNvSpPr txBox="1">
            <a:spLocks noChangeArrowheads="1"/>
          </p:cNvSpPr>
          <p:nvPr/>
        </p:nvSpPr>
        <p:spPr bwMode="auto">
          <a:xfrm>
            <a:off x="4572000" y="1372488"/>
            <a:ext cx="329723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algn="ctr"/>
            <a:r>
              <a:rPr lang="en-US" altLang="en-US" sz="1600">
                <a:latin typeface="Times New Roman" charset="0"/>
              </a:rPr>
              <a:t>DEVELOPMENT OF </a:t>
            </a:r>
          </a:p>
          <a:p>
            <a:pPr algn="ctr"/>
            <a:r>
              <a:rPr lang="en-US" altLang="en-US" sz="1600">
                <a:latin typeface="Times New Roman" charset="0"/>
              </a:rPr>
              <a:t>FRUSTUM OF SQUARE PYRAMID</a:t>
            </a:r>
          </a:p>
        </p:txBody>
      </p:sp>
      <p:grpSp>
        <p:nvGrpSpPr>
          <p:cNvPr id="8" name="Group 74"/>
          <p:cNvGrpSpPr>
            <a:grpSpLocks/>
          </p:cNvGrpSpPr>
          <p:nvPr/>
        </p:nvGrpSpPr>
        <p:grpSpPr bwMode="auto">
          <a:xfrm>
            <a:off x="1238250" y="2196401"/>
            <a:ext cx="1066800" cy="952500"/>
            <a:chOff x="780" y="1296"/>
            <a:chExt cx="672" cy="600"/>
          </a:xfrm>
        </p:grpSpPr>
        <p:sp>
          <p:nvSpPr>
            <p:cNvPr id="7226" name="Oval 75"/>
            <p:cNvSpPr>
              <a:spLocks noChangeArrowheads="1"/>
            </p:cNvSpPr>
            <p:nvPr/>
          </p:nvSpPr>
          <p:spPr bwMode="auto">
            <a:xfrm flipV="1">
              <a:off x="780" y="1296"/>
              <a:ext cx="672" cy="336"/>
            </a:xfrm>
            <a:prstGeom prst="ellipse">
              <a:avLst/>
            </a:prstGeom>
            <a:solidFill>
              <a:schemeClr val="accent1"/>
            </a:solidFill>
            <a:ln w="19050">
              <a:solidFill>
                <a:schemeClr val="tx1"/>
              </a:solidFill>
              <a:round/>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7227" name="Oval 76"/>
            <p:cNvSpPr>
              <a:spLocks noChangeArrowheads="1"/>
            </p:cNvSpPr>
            <p:nvPr/>
          </p:nvSpPr>
          <p:spPr bwMode="auto">
            <a:xfrm flipV="1">
              <a:off x="924" y="1742"/>
              <a:ext cx="384" cy="154"/>
            </a:xfrm>
            <a:prstGeom prst="ellipse">
              <a:avLst/>
            </a:prstGeom>
            <a:solidFill>
              <a:schemeClr val="bg1"/>
            </a:solidFill>
            <a:ln w="19050">
              <a:solidFill>
                <a:schemeClr val="tx1"/>
              </a:solidFill>
              <a:round/>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7228" name="Line 77"/>
            <p:cNvSpPr>
              <a:spLocks noChangeShapeType="1"/>
            </p:cNvSpPr>
            <p:nvPr/>
          </p:nvSpPr>
          <p:spPr bwMode="auto">
            <a:xfrm flipH="1" flipV="1">
              <a:off x="780" y="1488"/>
              <a:ext cx="144"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29" name="Line 78"/>
            <p:cNvSpPr>
              <a:spLocks noChangeShapeType="1"/>
            </p:cNvSpPr>
            <p:nvPr/>
          </p:nvSpPr>
          <p:spPr bwMode="auto">
            <a:xfrm flipV="1">
              <a:off x="1308" y="1488"/>
              <a:ext cx="144" cy="3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30" name="Rectangle 79"/>
            <p:cNvSpPr>
              <a:spLocks noChangeArrowheads="1"/>
            </p:cNvSpPr>
            <p:nvPr/>
          </p:nvSpPr>
          <p:spPr bwMode="auto">
            <a:xfrm>
              <a:off x="921" y="1722"/>
              <a:ext cx="384" cy="96"/>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grpSp>
      <p:grpSp>
        <p:nvGrpSpPr>
          <p:cNvPr id="9" name="Group 80"/>
          <p:cNvGrpSpPr>
            <a:grpSpLocks/>
          </p:cNvGrpSpPr>
          <p:nvPr/>
        </p:nvGrpSpPr>
        <p:grpSpPr bwMode="auto">
          <a:xfrm>
            <a:off x="4648200" y="1977326"/>
            <a:ext cx="1019175" cy="1123950"/>
            <a:chOff x="2928" y="1158"/>
            <a:chExt cx="642" cy="708"/>
          </a:xfrm>
        </p:grpSpPr>
        <p:sp>
          <p:nvSpPr>
            <p:cNvPr id="7220" name="AutoShape 81"/>
            <p:cNvSpPr>
              <a:spLocks noChangeArrowheads="1"/>
            </p:cNvSpPr>
            <p:nvPr/>
          </p:nvSpPr>
          <p:spPr bwMode="auto">
            <a:xfrm flipV="1">
              <a:off x="2928" y="1158"/>
              <a:ext cx="624" cy="288"/>
            </a:xfrm>
            <a:prstGeom prst="diamond">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7221" name="AutoShape 82"/>
            <p:cNvSpPr>
              <a:spLocks noChangeArrowheads="1"/>
            </p:cNvSpPr>
            <p:nvPr/>
          </p:nvSpPr>
          <p:spPr bwMode="auto">
            <a:xfrm flipV="1">
              <a:off x="3048" y="1716"/>
              <a:ext cx="384" cy="144"/>
            </a:xfrm>
            <a:prstGeom prst="diamond">
              <a:avLst/>
            </a:prstGeom>
            <a:solidFill>
              <a:schemeClr val="bg1"/>
            </a:solidFill>
            <a:ln w="9525">
              <a:solidFill>
                <a:schemeClr val="tx1"/>
              </a:solidFill>
              <a:miter lim="800000"/>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7222" name="Line 83"/>
            <p:cNvSpPr>
              <a:spLocks noChangeShapeType="1"/>
            </p:cNvSpPr>
            <p:nvPr/>
          </p:nvSpPr>
          <p:spPr bwMode="auto">
            <a:xfrm flipH="1" flipV="1">
              <a:off x="2940" y="1302"/>
              <a:ext cx="114" cy="4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23" name="Line 84"/>
            <p:cNvSpPr>
              <a:spLocks noChangeShapeType="1"/>
            </p:cNvSpPr>
            <p:nvPr/>
          </p:nvSpPr>
          <p:spPr bwMode="auto">
            <a:xfrm rot="21460245" flipV="1">
              <a:off x="3426" y="1305"/>
              <a:ext cx="144"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24" name="Rectangle 85"/>
            <p:cNvSpPr>
              <a:spLocks noChangeArrowheads="1"/>
            </p:cNvSpPr>
            <p:nvPr/>
          </p:nvSpPr>
          <p:spPr bwMode="auto">
            <a:xfrm>
              <a:off x="3066" y="1689"/>
              <a:ext cx="354" cy="96"/>
            </a:xfrm>
            <a:prstGeom prst="rect">
              <a:avLst/>
            </a:prstGeom>
            <a:solidFill>
              <a:schemeClr val="bg1"/>
            </a:solidFill>
            <a:ln w="9525">
              <a:solidFill>
                <a:schemeClr val="bg1"/>
              </a:solidFill>
              <a:miter lim="800000"/>
              <a:headEnd/>
              <a:tailEnd/>
            </a:ln>
          </p:spPr>
          <p:txBody>
            <a:bodyPr wrap="none" anchor="ct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endParaRPr lang="en-US" altLang="en-US"/>
            </a:p>
          </p:txBody>
        </p:sp>
        <p:sp>
          <p:nvSpPr>
            <p:cNvPr id="7225" name="Line 86"/>
            <p:cNvSpPr>
              <a:spLocks noChangeShapeType="1"/>
            </p:cNvSpPr>
            <p:nvPr/>
          </p:nvSpPr>
          <p:spPr bwMode="auto">
            <a:xfrm flipV="1">
              <a:off x="3240" y="1440"/>
              <a:ext cx="0" cy="42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498119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iterate type="wd">
                                    <p:tmPct val="100000"/>
                                  </p:iterate>
                                  <p:childTnLst>
                                    <p:set>
                                      <p:cBhvr>
                                        <p:cTn id="6" dur="1" fill="hold">
                                          <p:stCondLst>
                                            <p:cond delay="0"/>
                                          </p:stCondLst>
                                        </p:cTn>
                                        <p:tgtEl>
                                          <p:spTgt spid="23624"/>
                                        </p:tgtEl>
                                        <p:attrNameLst>
                                          <p:attrName>style.visibility</p:attrName>
                                        </p:attrNameLst>
                                      </p:cBhvr>
                                      <p:to>
                                        <p:strVal val="visible"/>
                                      </p:to>
                                    </p:set>
                                    <p:anim calcmode="lin" valueType="num">
                                      <p:cBhvr>
                                        <p:cTn id="7" dur="300" fill="hold"/>
                                        <p:tgtEl>
                                          <p:spTgt spid="23624"/>
                                        </p:tgtEl>
                                        <p:attrNameLst>
                                          <p:attrName>ppt_x</p:attrName>
                                        </p:attrNameLst>
                                      </p:cBhvr>
                                      <p:tavLst>
                                        <p:tav tm="0">
                                          <p:val>
                                            <p:strVal val="#ppt_x-#ppt_w/2"/>
                                          </p:val>
                                        </p:tav>
                                        <p:tav tm="100000">
                                          <p:val>
                                            <p:strVal val="#ppt_x"/>
                                          </p:val>
                                        </p:tav>
                                      </p:tavLst>
                                    </p:anim>
                                    <p:anim calcmode="lin" valueType="num">
                                      <p:cBhvr>
                                        <p:cTn id="8" dur="300" fill="hold"/>
                                        <p:tgtEl>
                                          <p:spTgt spid="23624"/>
                                        </p:tgtEl>
                                        <p:attrNameLst>
                                          <p:attrName>ppt_y</p:attrName>
                                        </p:attrNameLst>
                                      </p:cBhvr>
                                      <p:tavLst>
                                        <p:tav tm="0">
                                          <p:val>
                                            <p:strVal val="#ppt_y"/>
                                          </p:val>
                                        </p:tav>
                                        <p:tav tm="100000">
                                          <p:val>
                                            <p:strVal val="#ppt_y"/>
                                          </p:val>
                                        </p:tav>
                                      </p:tavLst>
                                    </p:anim>
                                    <p:anim calcmode="lin" valueType="num">
                                      <p:cBhvr>
                                        <p:cTn id="9" dur="300" fill="hold"/>
                                        <p:tgtEl>
                                          <p:spTgt spid="23624"/>
                                        </p:tgtEl>
                                        <p:attrNameLst>
                                          <p:attrName>ppt_w</p:attrName>
                                        </p:attrNameLst>
                                      </p:cBhvr>
                                      <p:tavLst>
                                        <p:tav tm="0">
                                          <p:val>
                                            <p:fltVal val="0"/>
                                          </p:val>
                                        </p:tav>
                                        <p:tav tm="100000">
                                          <p:val>
                                            <p:strVal val="#ppt_w"/>
                                          </p:val>
                                        </p:tav>
                                      </p:tavLst>
                                    </p:anim>
                                    <p:anim calcmode="lin" valueType="num">
                                      <p:cBhvr>
                                        <p:cTn id="10" dur="300" fill="hold"/>
                                        <p:tgtEl>
                                          <p:spTgt spid="23624"/>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ppt_x</p:attrName>
                                        </p:attrNameLst>
                                      </p:cBhvr>
                                      <p:tavLst>
                                        <p:tav tm="0">
                                          <p:val>
                                            <p:strVal val="#ppt_x"/>
                                          </p:val>
                                        </p:tav>
                                        <p:tav tm="100000">
                                          <p:val>
                                            <p:strVal val="#ppt_x"/>
                                          </p:val>
                                        </p:tav>
                                      </p:tavLst>
                                    </p:anim>
                                    <p:anim calcmode="lin" valueType="num">
                                      <p:cBhvr>
                                        <p:cTn id="16" dur="500" fill="hold"/>
                                        <p:tgtEl>
                                          <p:spTgt spid="8"/>
                                        </p:tgtEl>
                                        <p:attrNameLst>
                                          <p:attrName>ppt_y</p:attrName>
                                        </p:attrNameLst>
                                      </p:cBhvr>
                                      <p:tavLst>
                                        <p:tav tm="0">
                                          <p:val>
                                            <p:strVal val="#ppt_y-#ppt_h/2"/>
                                          </p:val>
                                        </p:tav>
                                        <p:tav tm="100000">
                                          <p:val>
                                            <p:strVal val="#ppt_y"/>
                                          </p:val>
                                        </p:tav>
                                      </p:tavLst>
                                    </p:anim>
                                    <p:anim calcmode="lin" valueType="num">
                                      <p:cBhvr>
                                        <p:cTn id="17" dur="500" fill="hold"/>
                                        <p:tgtEl>
                                          <p:spTgt spid="8"/>
                                        </p:tgtEl>
                                        <p:attrNameLst>
                                          <p:attrName>ppt_w</p:attrName>
                                        </p:attrNameLst>
                                      </p:cBhvr>
                                      <p:tavLst>
                                        <p:tav tm="0">
                                          <p:val>
                                            <p:strVal val="#ppt_w"/>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grpId="0" nodeType="clickEffect">
                                  <p:stCondLst>
                                    <p:cond delay="0"/>
                                  </p:stCondLst>
                                  <p:childTnLst>
                                    <p:set>
                                      <p:cBhvr>
                                        <p:cTn id="22" dur="1" fill="hold">
                                          <p:stCondLst>
                                            <p:cond delay="0"/>
                                          </p:stCondLst>
                                        </p:cTn>
                                        <p:tgtEl>
                                          <p:spTgt spid="23582"/>
                                        </p:tgtEl>
                                        <p:attrNameLst>
                                          <p:attrName>style.visibility</p:attrName>
                                        </p:attrNameLst>
                                      </p:cBhvr>
                                      <p:to>
                                        <p:strVal val="visible"/>
                                      </p:to>
                                    </p:set>
                                    <p:animEffect transition="in" filter="strips(downRight)">
                                      <p:cBhvr>
                                        <p:cTn id="23" dur="500"/>
                                        <p:tgtEl>
                                          <p:spTgt spid="2358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12" fill="hold" grpId="0" nodeType="clickEffect">
                                  <p:stCondLst>
                                    <p:cond delay="0"/>
                                  </p:stCondLst>
                                  <p:childTnLst>
                                    <p:set>
                                      <p:cBhvr>
                                        <p:cTn id="27" dur="1" fill="hold">
                                          <p:stCondLst>
                                            <p:cond delay="0"/>
                                          </p:stCondLst>
                                        </p:cTn>
                                        <p:tgtEl>
                                          <p:spTgt spid="23583"/>
                                        </p:tgtEl>
                                        <p:attrNameLst>
                                          <p:attrName>style.visibility</p:attrName>
                                        </p:attrNameLst>
                                      </p:cBhvr>
                                      <p:to>
                                        <p:strVal val="visible"/>
                                      </p:to>
                                    </p:set>
                                    <p:animEffect transition="in" filter="strips(downLeft)">
                                      <p:cBhvr>
                                        <p:cTn id="28" dur="500"/>
                                        <p:tgtEl>
                                          <p:spTgt spid="2358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8" presetClass="entr" presetSubtype="6"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strips(downRight)">
                                      <p:cBhvr>
                                        <p:cTn id="33" dur="500"/>
                                        <p:tgtEl>
                                          <p:spTgt spid="2"/>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12"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strips(downLeft)">
                                      <p:cBhvr>
                                        <p:cTn id="38" dur="500"/>
                                        <p:tgtEl>
                                          <p:spTgt spid="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8" presetClass="entr" presetSubtype="3" fill="hold" grpId="0" nodeType="clickEffect">
                                  <p:stCondLst>
                                    <p:cond delay="0"/>
                                  </p:stCondLst>
                                  <p:childTnLst>
                                    <p:set>
                                      <p:cBhvr>
                                        <p:cTn id="42" dur="1" fill="hold">
                                          <p:stCondLst>
                                            <p:cond delay="0"/>
                                          </p:stCondLst>
                                        </p:cTn>
                                        <p:tgtEl>
                                          <p:spTgt spid="23554"/>
                                        </p:tgtEl>
                                        <p:attrNameLst>
                                          <p:attrName>style.visibility</p:attrName>
                                        </p:attrNameLst>
                                      </p:cBhvr>
                                      <p:to>
                                        <p:strVal val="visible"/>
                                      </p:to>
                                    </p:set>
                                    <p:animEffect transition="in" filter="strips(upRight)">
                                      <p:cBhvr>
                                        <p:cTn id="43" dur="500"/>
                                        <p:tgtEl>
                                          <p:spTgt spid="2355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8" presetClass="entr" presetSubtype="6" fill="hold" grpId="0" nodeType="clickEffect">
                                  <p:stCondLst>
                                    <p:cond delay="0"/>
                                  </p:stCondLst>
                                  <p:childTnLst>
                                    <p:set>
                                      <p:cBhvr>
                                        <p:cTn id="47" dur="1" fill="hold">
                                          <p:stCondLst>
                                            <p:cond delay="0"/>
                                          </p:stCondLst>
                                        </p:cTn>
                                        <p:tgtEl>
                                          <p:spTgt spid="23556"/>
                                        </p:tgtEl>
                                        <p:attrNameLst>
                                          <p:attrName>style.visibility</p:attrName>
                                        </p:attrNameLst>
                                      </p:cBhvr>
                                      <p:to>
                                        <p:strVal val="visible"/>
                                      </p:to>
                                    </p:set>
                                    <p:animEffect transition="in" filter="strips(downRight)">
                                      <p:cBhvr>
                                        <p:cTn id="48" dur="500"/>
                                        <p:tgtEl>
                                          <p:spTgt spid="2355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499"/>
                                          </p:stCondLst>
                                        </p:cTn>
                                        <p:tgtEl>
                                          <p:spTgt spid="23596"/>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8"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anim calcmode="lin" valueType="num">
                                      <p:cBhvr>
                                        <p:cTn id="57" dur="500" fill="hold"/>
                                        <p:tgtEl>
                                          <p:spTgt spid="4"/>
                                        </p:tgtEl>
                                        <p:attrNameLst>
                                          <p:attrName>ppt_x</p:attrName>
                                        </p:attrNameLst>
                                      </p:cBhvr>
                                      <p:tavLst>
                                        <p:tav tm="0">
                                          <p:val>
                                            <p:strVal val="#ppt_x-#ppt_w/2"/>
                                          </p:val>
                                        </p:tav>
                                        <p:tav tm="100000">
                                          <p:val>
                                            <p:strVal val="#ppt_x"/>
                                          </p:val>
                                        </p:tav>
                                      </p:tavLst>
                                    </p:anim>
                                    <p:anim calcmode="lin" valueType="num">
                                      <p:cBhvr>
                                        <p:cTn id="58" dur="500" fill="hold"/>
                                        <p:tgtEl>
                                          <p:spTgt spid="4"/>
                                        </p:tgtEl>
                                        <p:attrNameLst>
                                          <p:attrName>ppt_y</p:attrName>
                                        </p:attrNameLst>
                                      </p:cBhvr>
                                      <p:tavLst>
                                        <p:tav tm="0">
                                          <p:val>
                                            <p:strVal val="#ppt_y"/>
                                          </p:val>
                                        </p:tav>
                                        <p:tav tm="100000">
                                          <p:val>
                                            <p:strVal val="#ppt_y"/>
                                          </p:val>
                                        </p:tav>
                                      </p:tavLst>
                                    </p:anim>
                                    <p:anim calcmode="lin" valueType="num">
                                      <p:cBhvr>
                                        <p:cTn id="59" dur="500" fill="hold"/>
                                        <p:tgtEl>
                                          <p:spTgt spid="4"/>
                                        </p:tgtEl>
                                        <p:attrNameLst>
                                          <p:attrName>ppt_w</p:attrName>
                                        </p:attrNameLst>
                                      </p:cBhvr>
                                      <p:tavLst>
                                        <p:tav tm="0">
                                          <p:val>
                                            <p:fltVal val="0"/>
                                          </p:val>
                                        </p:tav>
                                        <p:tav tm="100000">
                                          <p:val>
                                            <p:strVal val="#ppt_w"/>
                                          </p:val>
                                        </p:tav>
                                      </p:tavLst>
                                    </p:anim>
                                    <p:anim calcmode="lin" valueType="num">
                                      <p:cBhvr>
                                        <p:cTn id="60"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8" fill="hold" grpId="0" nodeType="clickEffect">
                                  <p:stCondLst>
                                    <p:cond delay="0"/>
                                  </p:stCondLst>
                                  <p:iterate type="wd">
                                    <p:tmPct val="100000"/>
                                  </p:iterate>
                                  <p:childTnLst>
                                    <p:set>
                                      <p:cBhvr>
                                        <p:cTn id="64" dur="1" fill="hold">
                                          <p:stCondLst>
                                            <p:cond delay="0"/>
                                          </p:stCondLst>
                                        </p:cTn>
                                        <p:tgtEl>
                                          <p:spTgt spid="23606"/>
                                        </p:tgtEl>
                                        <p:attrNameLst>
                                          <p:attrName>style.visibility</p:attrName>
                                        </p:attrNameLst>
                                      </p:cBhvr>
                                      <p:to>
                                        <p:strVal val="visible"/>
                                      </p:to>
                                    </p:set>
                                    <p:anim calcmode="lin" valueType="num">
                                      <p:cBhvr>
                                        <p:cTn id="65" dur="300" fill="hold"/>
                                        <p:tgtEl>
                                          <p:spTgt spid="23606"/>
                                        </p:tgtEl>
                                        <p:attrNameLst>
                                          <p:attrName>ppt_x</p:attrName>
                                        </p:attrNameLst>
                                      </p:cBhvr>
                                      <p:tavLst>
                                        <p:tav tm="0">
                                          <p:val>
                                            <p:strVal val="#ppt_x-#ppt_w/2"/>
                                          </p:val>
                                        </p:tav>
                                        <p:tav tm="100000">
                                          <p:val>
                                            <p:strVal val="#ppt_x"/>
                                          </p:val>
                                        </p:tav>
                                      </p:tavLst>
                                    </p:anim>
                                    <p:anim calcmode="lin" valueType="num">
                                      <p:cBhvr>
                                        <p:cTn id="66" dur="300" fill="hold"/>
                                        <p:tgtEl>
                                          <p:spTgt spid="23606"/>
                                        </p:tgtEl>
                                        <p:attrNameLst>
                                          <p:attrName>ppt_y</p:attrName>
                                        </p:attrNameLst>
                                      </p:cBhvr>
                                      <p:tavLst>
                                        <p:tav tm="0">
                                          <p:val>
                                            <p:strVal val="#ppt_y"/>
                                          </p:val>
                                        </p:tav>
                                        <p:tav tm="100000">
                                          <p:val>
                                            <p:strVal val="#ppt_y"/>
                                          </p:val>
                                        </p:tav>
                                      </p:tavLst>
                                    </p:anim>
                                    <p:anim calcmode="lin" valueType="num">
                                      <p:cBhvr>
                                        <p:cTn id="67" dur="300" fill="hold"/>
                                        <p:tgtEl>
                                          <p:spTgt spid="23606"/>
                                        </p:tgtEl>
                                        <p:attrNameLst>
                                          <p:attrName>ppt_w</p:attrName>
                                        </p:attrNameLst>
                                      </p:cBhvr>
                                      <p:tavLst>
                                        <p:tav tm="0">
                                          <p:val>
                                            <p:fltVal val="0"/>
                                          </p:val>
                                        </p:tav>
                                        <p:tav tm="100000">
                                          <p:val>
                                            <p:strVal val="#ppt_w"/>
                                          </p:val>
                                        </p:tav>
                                      </p:tavLst>
                                    </p:anim>
                                    <p:anim calcmode="lin" valueType="num">
                                      <p:cBhvr>
                                        <p:cTn id="68" dur="300" fill="hold"/>
                                        <p:tgtEl>
                                          <p:spTgt spid="23606"/>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23555"/>
                                        </p:tgtEl>
                                        <p:attrNameLst>
                                          <p:attrName>style.visibility</p:attrName>
                                        </p:attrNameLst>
                                      </p:cBhvr>
                                      <p:to>
                                        <p:strVal val="visible"/>
                                      </p:to>
                                    </p:set>
                                    <p:animEffect transition="in" filter="strips(downRight)">
                                      <p:cBhvr>
                                        <p:cTn id="73" dur="500"/>
                                        <p:tgtEl>
                                          <p:spTgt spid="2355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8" presetClass="entr" presetSubtype="6" fill="hold" grpId="0" nodeType="clickEffect">
                                  <p:stCondLst>
                                    <p:cond delay="0"/>
                                  </p:stCondLst>
                                  <p:childTnLst>
                                    <p:set>
                                      <p:cBhvr>
                                        <p:cTn id="77" dur="1" fill="hold">
                                          <p:stCondLst>
                                            <p:cond delay="0"/>
                                          </p:stCondLst>
                                        </p:cTn>
                                        <p:tgtEl>
                                          <p:spTgt spid="23557"/>
                                        </p:tgtEl>
                                        <p:attrNameLst>
                                          <p:attrName>style.visibility</p:attrName>
                                        </p:attrNameLst>
                                      </p:cBhvr>
                                      <p:to>
                                        <p:strVal val="visible"/>
                                      </p:to>
                                    </p:set>
                                    <p:animEffect transition="in" filter="strips(downRight)">
                                      <p:cBhvr>
                                        <p:cTn id="78" dur="500"/>
                                        <p:tgtEl>
                                          <p:spTgt spid="2355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8" presetClass="entr" presetSubtype="6" fill="hold" grpId="0" nodeType="clickEffect">
                                  <p:stCondLst>
                                    <p:cond delay="0"/>
                                  </p:stCondLst>
                                  <p:childTnLst>
                                    <p:set>
                                      <p:cBhvr>
                                        <p:cTn id="82" dur="1" fill="hold">
                                          <p:stCondLst>
                                            <p:cond delay="0"/>
                                          </p:stCondLst>
                                        </p:cTn>
                                        <p:tgtEl>
                                          <p:spTgt spid="23559"/>
                                        </p:tgtEl>
                                        <p:attrNameLst>
                                          <p:attrName>style.visibility</p:attrName>
                                        </p:attrNameLst>
                                      </p:cBhvr>
                                      <p:to>
                                        <p:strVal val="visible"/>
                                      </p:to>
                                    </p:set>
                                    <p:animEffect transition="in" filter="strips(downRight)">
                                      <p:cBhvr>
                                        <p:cTn id="83" dur="500"/>
                                        <p:tgtEl>
                                          <p:spTgt spid="23559"/>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8" presetClass="entr" presetSubtype="3" fill="hold" grpId="0" nodeType="clickEffect">
                                  <p:stCondLst>
                                    <p:cond delay="0"/>
                                  </p:stCondLst>
                                  <p:childTnLst>
                                    <p:set>
                                      <p:cBhvr>
                                        <p:cTn id="87" dur="1" fill="hold">
                                          <p:stCondLst>
                                            <p:cond delay="0"/>
                                          </p:stCondLst>
                                        </p:cTn>
                                        <p:tgtEl>
                                          <p:spTgt spid="23558"/>
                                        </p:tgtEl>
                                        <p:attrNameLst>
                                          <p:attrName>style.visibility</p:attrName>
                                        </p:attrNameLst>
                                      </p:cBhvr>
                                      <p:to>
                                        <p:strVal val="visible"/>
                                      </p:to>
                                    </p:set>
                                    <p:animEffect transition="in" filter="strips(upRight)">
                                      <p:cBhvr>
                                        <p:cTn id="88" dur="500"/>
                                        <p:tgtEl>
                                          <p:spTgt spid="23558"/>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7" presetClass="entr" presetSubtype="8" fill="hold" grpId="0" nodeType="clickEffect">
                                  <p:stCondLst>
                                    <p:cond delay="0"/>
                                  </p:stCondLst>
                                  <p:iterate type="wd">
                                    <p:tmPct val="100000"/>
                                  </p:iterate>
                                  <p:childTnLst>
                                    <p:set>
                                      <p:cBhvr>
                                        <p:cTn id="92" dur="1" fill="hold">
                                          <p:stCondLst>
                                            <p:cond delay="0"/>
                                          </p:stCondLst>
                                        </p:cTn>
                                        <p:tgtEl>
                                          <p:spTgt spid="23625"/>
                                        </p:tgtEl>
                                        <p:attrNameLst>
                                          <p:attrName>style.visibility</p:attrName>
                                        </p:attrNameLst>
                                      </p:cBhvr>
                                      <p:to>
                                        <p:strVal val="visible"/>
                                      </p:to>
                                    </p:set>
                                    <p:anim calcmode="lin" valueType="num">
                                      <p:cBhvr>
                                        <p:cTn id="93" dur="300" fill="hold"/>
                                        <p:tgtEl>
                                          <p:spTgt spid="23625"/>
                                        </p:tgtEl>
                                        <p:attrNameLst>
                                          <p:attrName>ppt_x</p:attrName>
                                        </p:attrNameLst>
                                      </p:cBhvr>
                                      <p:tavLst>
                                        <p:tav tm="0">
                                          <p:val>
                                            <p:strVal val="#ppt_x-#ppt_w/2"/>
                                          </p:val>
                                        </p:tav>
                                        <p:tav tm="100000">
                                          <p:val>
                                            <p:strVal val="#ppt_x"/>
                                          </p:val>
                                        </p:tav>
                                      </p:tavLst>
                                    </p:anim>
                                    <p:anim calcmode="lin" valueType="num">
                                      <p:cBhvr>
                                        <p:cTn id="94" dur="300" fill="hold"/>
                                        <p:tgtEl>
                                          <p:spTgt spid="23625"/>
                                        </p:tgtEl>
                                        <p:attrNameLst>
                                          <p:attrName>ppt_y</p:attrName>
                                        </p:attrNameLst>
                                      </p:cBhvr>
                                      <p:tavLst>
                                        <p:tav tm="0">
                                          <p:val>
                                            <p:strVal val="#ppt_y"/>
                                          </p:val>
                                        </p:tav>
                                        <p:tav tm="100000">
                                          <p:val>
                                            <p:strVal val="#ppt_y"/>
                                          </p:val>
                                        </p:tav>
                                      </p:tavLst>
                                    </p:anim>
                                    <p:anim calcmode="lin" valueType="num">
                                      <p:cBhvr>
                                        <p:cTn id="95" dur="300" fill="hold"/>
                                        <p:tgtEl>
                                          <p:spTgt spid="23625"/>
                                        </p:tgtEl>
                                        <p:attrNameLst>
                                          <p:attrName>ppt_w</p:attrName>
                                        </p:attrNameLst>
                                      </p:cBhvr>
                                      <p:tavLst>
                                        <p:tav tm="0">
                                          <p:val>
                                            <p:fltVal val="0"/>
                                          </p:val>
                                        </p:tav>
                                        <p:tav tm="100000">
                                          <p:val>
                                            <p:strVal val="#ppt_w"/>
                                          </p:val>
                                        </p:tav>
                                      </p:tavLst>
                                    </p:anim>
                                    <p:anim calcmode="lin" valueType="num">
                                      <p:cBhvr>
                                        <p:cTn id="96" dur="300" fill="hold"/>
                                        <p:tgtEl>
                                          <p:spTgt spid="23625"/>
                                        </p:tgtEl>
                                        <p:attrNameLst>
                                          <p:attrName>ppt_h</p:attrName>
                                        </p:attrNameLst>
                                      </p:cBhvr>
                                      <p:tavLst>
                                        <p:tav tm="0">
                                          <p:val>
                                            <p:strVal val="#ppt_h"/>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17" presetClass="entr" presetSubtype="1" fill="hold" nodeType="clickEffect">
                                  <p:stCondLst>
                                    <p:cond delay="0"/>
                                  </p:stCondLst>
                                  <p:childTnLst>
                                    <p:set>
                                      <p:cBhvr>
                                        <p:cTn id="100" dur="1" fill="hold">
                                          <p:stCondLst>
                                            <p:cond delay="0"/>
                                          </p:stCondLst>
                                        </p:cTn>
                                        <p:tgtEl>
                                          <p:spTgt spid="9"/>
                                        </p:tgtEl>
                                        <p:attrNameLst>
                                          <p:attrName>style.visibility</p:attrName>
                                        </p:attrNameLst>
                                      </p:cBhvr>
                                      <p:to>
                                        <p:strVal val="visible"/>
                                      </p:to>
                                    </p:set>
                                    <p:anim calcmode="lin" valueType="num">
                                      <p:cBhvr>
                                        <p:cTn id="101" dur="500" fill="hold"/>
                                        <p:tgtEl>
                                          <p:spTgt spid="9"/>
                                        </p:tgtEl>
                                        <p:attrNameLst>
                                          <p:attrName>ppt_x</p:attrName>
                                        </p:attrNameLst>
                                      </p:cBhvr>
                                      <p:tavLst>
                                        <p:tav tm="0">
                                          <p:val>
                                            <p:strVal val="#ppt_x"/>
                                          </p:val>
                                        </p:tav>
                                        <p:tav tm="100000">
                                          <p:val>
                                            <p:strVal val="#ppt_x"/>
                                          </p:val>
                                        </p:tav>
                                      </p:tavLst>
                                    </p:anim>
                                    <p:anim calcmode="lin" valueType="num">
                                      <p:cBhvr>
                                        <p:cTn id="102" dur="500" fill="hold"/>
                                        <p:tgtEl>
                                          <p:spTgt spid="9"/>
                                        </p:tgtEl>
                                        <p:attrNameLst>
                                          <p:attrName>ppt_y</p:attrName>
                                        </p:attrNameLst>
                                      </p:cBhvr>
                                      <p:tavLst>
                                        <p:tav tm="0">
                                          <p:val>
                                            <p:strVal val="#ppt_y-#ppt_h/2"/>
                                          </p:val>
                                        </p:tav>
                                        <p:tav tm="100000">
                                          <p:val>
                                            <p:strVal val="#ppt_y"/>
                                          </p:val>
                                        </p:tav>
                                      </p:tavLst>
                                    </p:anim>
                                    <p:anim calcmode="lin" valueType="num">
                                      <p:cBhvr>
                                        <p:cTn id="103" dur="500" fill="hold"/>
                                        <p:tgtEl>
                                          <p:spTgt spid="9"/>
                                        </p:tgtEl>
                                        <p:attrNameLst>
                                          <p:attrName>ppt_w</p:attrName>
                                        </p:attrNameLst>
                                      </p:cBhvr>
                                      <p:tavLst>
                                        <p:tav tm="0">
                                          <p:val>
                                            <p:strVal val="#ppt_w"/>
                                          </p:val>
                                        </p:tav>
                                        <p:tav tm="100000">
                                          <p:val>
                                            <p:strVal val="#ppt_w"/>
                                          </p:val>
                                        </p:tav>
                                      </p:tavLst>
                                    </p:anim>
                                    <p:anim calcmode="lin" valueType="num">
                                      <p:cBhvr>
                                        <p:cTn id="104"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8" presetClass="entr" presetSubtype="6" fill="hold" grpId="0" nodeType="clickEffect">
                                  <p:stCondLst>
                                    <p:cond delay="0"/>
                                  </p:stCondLst>
                                  <p:childTnLst>
                                    <p:set>
                                      <p:cBhvr>
                                        <p:cTn id="108" dur="1" fill="hold">
                                          <p:stCondLst>
                                            <p:cond delay="0"/>
                                          </p:stCondLst>
                                        </p:cTn>
                                        <p:tgtEl>
                                          <p:spTgt spid="23580"/>
                                        </p:tgtEl>
                                        <p:attrNameLst>
                                          <p:attrName>style.visibility</p:attrName>
                                        </p:attrNameLst>
                                      </p:cBhvr>
                                      <p:to>
                                        <p:strVal val="visible"/>
                                      </p:to>
                                    </p:set>
                                    <p:animEffect transition="in" filter="strips(downRight)">
                                      <p:cBhvr>
                                        <p:cTn id="109" dur="500"/>
                                        <p:tgtEl>
                                          <p:spTgt spid="23580"/>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8" presetClass="entr" presetSubtype="12" fill="hold" grpId="0" nodeType="clickEffect">
                                  <p:stCondLst>
                                    <p:cond delay="0"/>
                                  </p:stCondLst>
                                  <p:childTnLst>
                                    <p:set>
                                      <p:cBhvr>
                                        <p:cTn id="113" dur="1" fill="hold">
                                          <p:stCondLst>
                                            <p:cond delay="0"/>
                                          </p:stCondLst>
                                        </p:cTn>
                                        <p:tgtEl>
                                          <p:spTgt spid="23581"/>
                                        </p:tgtEl>
                                        <p:attrNameLst>
                                          <p:attrName>style.visibility</p:attrName>
                                        </p:attrNameLst>
                                      </p:cBhvr>
                                      <p:to>
                                        <p:strVal val="visible"/>
                                      </p:to>
                                    </p:set>
                                    <p:animEffect transition="in" filter="strips(downLeft)">
                                      <p:cBhvr>
                                        <p:cTn id="114" dur="500"/>
                                        <p:tgtEl>
                                          <p:spTgt spid="23581"/>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8" presetClass="entr" presetSubtype="6" fill="hold" nodeType="clickEffect">
                                  <p:stCondLst>
                                    <p:cond delay="0"/>
                                  </p:stCondLst>
                                  <p:childTnLst>
                                    <p:set>
                                      <p:cBhvr>
                                        <p:cTn id="118" dur="1" fill="hold">
                                          <p:stCondLst>
                                            <p:cond delay="0"/>
                                          </p:stCondLst>
                                        </p:cTn>
                                        <p:tgtEl>
                                          <p:spTgt spid="3"/>
                                        </p:tgtEl>
                                        <p:attrNameLst>
                                          <p:attrName>style.visibility</p:attrName>
                                        </p:attrNameLst>
                                      </p:cBhvr>
                                      <p:to>
                                        <p:strVal val="visible"/>
                                      </p:to>
                                    </p:set>
                                    <p:animEffect transition="in" filter="strips(downRight)">
                                      <p:cBhvr>
                                        <p:cTn id="119" dur="500"/>
                                        <p:tgtEl>
                                          <p:spTgt spid="3"/>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18" presetClass="entr" presetSubtype="12" fill="hold" nodeType="clickEffect">
                                  <p:stCondLst>
                                    <p:cond delay="0"/>
                                  </p:stCondLst>
                                  <p:childTnLst>
                                    <p:set>
                                      <p:cBhvr>
                                        <p:cTn id="123" dur="1" fill="hold">
                                          <p:stCondLst>
                                            <p:cond delay="0"/>
                                          </p:stCondLst>
                                        </p:cTn>
                                        <p:tgtEl>
                                          <p:spTgt spid="7"/>
                                        </p:tgtEl>
                                        <p:attrNameLst>
                                          <p:attrName>style.visibility</p:attrName>
                                        </p:attrNameLst>
                                      </p:cBhvr>
                                      <p:to>
                                        <p:strVal val="visible"/>
                                      </p:to>
                                    </p:set>
                                    <p:animEffect transition="in" filter="strips(downLeft)">
                                      <p:cBhvr>
                                        <p:cTn id="124" dur="500"/>
                                        <p:tgtEl>
                                          <p:spTgt spid="7"/>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7" presetClass="entr" presetSubtype="8" fill="hold" grpId="0" nodeType="clickEffect">
                                  <p:stCondLst>
                                    <p:cond delay="0"/>
                                  </p:stCondLst>
                                  <p:iterate type="wd">
                                    <p:tmPct val="100000"/>
                                  </p:iterate>
                                  <p:childTnLst>
                                    <p:set>
                                      <p:cBhvr>
                                        <p:cTn id="128" dur="1" fill="hold">
                                          <p:stCondLst>
                                            <p:cond delay="0"/>
                                          </p:stCondLst>
                                        </p:cTn>
                                        <p:tgtEl>
                                          <p:spTgt spid="23623"/>
                                        </p:tgtEl>
                                        <p:attrNameLst>
                                          <p:attrName>style.visibility</p:attrName>
                                        </p:attrNameLst>
                                      </p:cBhvr>
                                      <p:to>
                                        <p:strVal val="visible"/>
                                      </p:to>
                                    </p:set>
                                    <p:anim calcmode="lin" valueType="num">
                                      <p:cBhvr>
                                        <p:cTn id="129" dur="300" fill="hold"/>
                                        <p:tgtEl>
                                          <p:spTgt spid="23623"/>
                                        </p:tgtEl>
                                        <p:attrNameLst>
                                          <p:attrName>ppt_x</p:attrName>
                                        </p:attrNameLst>
                                      </p:cBhvr>
                                      <p:tavLst>
                                        <p:tav tm="0">
                                          <p:val>
                                            <p:strVal val="#ppt_x-#ppt_w/2"/>
                                          </p:val>
                                        </p:tav>
                                        <p:tav tm="100000">
                                          <p:val>
                                            <p:strVal val="#ppt_x"/>
                                          </p:val>
                                        </p:tav>
                                      </p:tavLst>
                                    </p:anim>
                                    <p:anim calcmode="lin" valueType="num">
                                      <p:cBhvr>
                                        <p:cTn id="130" dur="300" fill="hold"/>
                                        <p:tgtEl>
                                          <p:spTgt spid="23623"/>
                                        </p:tgtEl>
                                        <p:attrNameLst>
                                          <p:attrName>ppt_y</p:attrName>
                                        </p:attrNameLst>
                                      </p:cBhvr>
                                      <p:tavLst>
                                        <p:tav tm="0">
                                          <p:val>
                                            <p:strVal val="#ppt_y"/>
                                          </p:val>
                                        </p:tav>
                                        <p:tav tm="100000">
                                          <p:val>
                                            <p:strVal val="#ppt_y"/>
                                          </p:val>
                                        </p:tav>
                                      </p:tavLst>
                                    </p:anim>
                                    <p:anim calcmode="lin" valueType="num">
                                      <p:cBhvr>
                                        <p:cTn id="131" dur="300" fill="hold"/>
                                        <p:tgtEl>
                                          <p:spTgt spid="23623"/>
                                        </p:tgtEl>
                                        <p:attrNameLst>
                                          <p:attrName>ppt_w</p:attrName>
                                        </p:attrNameLst>
                                      </p:cBhvr>
                                      <p:tavLst>
                                        <p:tav tm="0">
                                          <p:val>
                                            <p:fltVal val="0"/>
                                          </p:val>
                                        </p:tav>
                                        <p:tav tm="100000">
                                          <p:val>
                                            <p:strVal val="#ppt_w"/>
                                          </p:val>
                                        </p:tav>
                                      </p:tavLst>
                                    </p:anim>
                                    <p:anim calcmode="lin" valueType="num">
                                      <p:cBhvr>
                                        <p:cTn id="132" dur="300" fill="hold"/>
                                        <p:tgtEl>
                                          <p:spTgt spid="23623"/>
                                        </p:tgtEl>
                                        <p:attrNameLst>
                                          <p:attrName>ppt_h</p:attrName>
                                        </p:attrNameLst>
                                      </p:cBhvr>
                                      <p:tavLst>
                                        <p:tav tm="0">
                                          <p:val>
                                            <p:strVal val="#ppt_h"/>
                                          </p:val>
                                        </p:tav>
                                        <p:tav tm="100000">
                                          <p:val>
                                            <p:strVal val="#ppt_h"/>
                                          </p:val>
                                        </p:tav>
                                      </p:tavLst>
                                    </p:anim>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8" presetClass="entr" presetSubtype="3" fill="hold" grpId="0" nodeType="clickEffect">
                                  <p:stCondLst>
                                    <p:cond delay="0"/>
                                  </p:stCondLst>
                                  <p:childTnLst>
                                    <p:set>
                                      <p:cBhvr>
                                        <p:cTn id="136" dur="1" fill="hold">
                                          <p:stCondLst>
                                            <p:cond delay="0"/>
                                          </p:stCondLst>
                                        </p:cTn>
                                        <p:tgtEl>
                                          <p:spTgt spid="23560"/>
                                        </p:tgtEl>
                                        <p:attrNameLst>
                                          <p:attrName>style.visibility</p:attrName>
                                        </p:attrNameLst>
                                      </p:cBhvr>
                                      <p:to>
                                        <p:strVal val="visible"/>
                                      </p:to>
                                    </p:set>
                                    <p:animEffect transition="in" filter="strips(upRight)">
                                      <p:cBhvr>
                                        <p:cTn id="137" dur="500"/>
                                        <p:tgtEl>
                                          <p:spTgt spid="23560"/>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8" presetClass="entr" presetSubtype="6" fill="hold" grpId="0" nodeType="clickEffect">
                                  <p:stCondLst>
                                    <p:cond delay="0"/>
                                  </p:stCondLst>
                                  <p:childTnLst>
                                    <p:set>
                                      <p:cBhvr>
                                        <p:cTn id="141" dur="1" fill="hold">
                                          <p:stCondLst>
                                            <p:cond delay="0"/>
                                          </p:stCondLst>
                                        </p:cTn>
                                        <p:tgtEl>
                                          <p:spTgt spid="23561"/>
                                        </p:tgtEl>
                                        <p:attrNameLst>
                                          <p:attrName>style.visibility</p:attrName>
                                        </p:attrNameLst>
                                      </p:cBhvr>
                                      <p:to>
                                        <p:strVal val="visible"/>
                                      </p:to>
                                    </p:set>
                                    <p:animEffect transition="in" filter="strips(downRight)">
                                      <p:cBhvr>
                                        <p:cTn id="142" dur="500"/>
                                        <p:tgtEl>
                                          <p:spTgt spid="23561"/>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8" presetClass="entr" presetSubtype="6" fill="hold" grpId="0" nodeType="clickEffect">
                                  <p:stCondLst>
                                    <p:cond delay="0"/>
                                  </p:stCondLst>
                                  <p:childTnLst>
                                    <p:set>
                                      <p:cBhvr>
                                        <p:cTn id="146" dur="1" fill="hold">
                                          <p:stCondLst>
                                            <p:cond delay="0"/>
                                          </p:stCondLst>
                                        </p:cTn>
                                        <p:tgtEl>
                                          <p:spTgt spid="23562"/>
                                        </p:tgtEl>
                                        <p:attrNameLst>
                                          <p:attrName>style.visibility</p:attrName>
                                        </p:attrNameLst>
                                      </p:cBhvr>
                                      <p:to>
                                        <p:strVal val="visible"/>
                                      </p:to>
                                    </p:set>
                                    <p:animEffect transition="in" filter="strips(downRight)">
                                      <p:cBhvr>
                                        <p:cTn id="147" dur="500"/>
                                        <p:tgtEl>
                                          <p:spTgt spid="23562"/>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8" presetClass="entr" presetSubtype="12" fill="hold" grpId="0" nodeType="clickEffect">
                                  <p:stCondLst>
                                    <p:cond delay="0"/>
                                  </p:stCondLst>
                                  <p:childTnLst>
                                    <p:set>
                                      <p:cBhvr>
                                        <p:cTn id="151" dur="1" fill="hold">
                                          <p:stCondLst>
                                            <p:cond delay="0"/>
                                          </p:stCondLst>
                                        </p:cTn>
                                        <p:tgtEl>
                                          <p:spTgt spid="23607"/>
                                        </p:tgtEl>
                                        <p:attrNameLst>
                                          <p:attrName>style.visibility</p:attrName>
                                        </p:attrNameLst>
                                      </p:cBhvr>
                                      <p:to>
                                        <p:strVal val="visible"/>
                                      </p:to>
                                    </p:set>
                                    <p:animEffect transition="in" filter="strips(downLeft)">
                                      <p:cBhvr>
                                        <p:cTn id="152" dur="500"/>
                                        <p:tgtEl>
                                          <p:spTgt spid="23607"/>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7" presetClass="entr" presetSubtype="8" fill="hold" grpId="0" nodeType="clickEffect">
                                  <p:stCondLst>
                                    <p:cond delay="0"/>
                                  </p:stCondLst>
                                  <p:childTnLst>
                                    <p:set>
                                      <p:cBhvr>
                                        <p:cTn id="156" dur="1" fill="hold">
                                          <p:stCondLst>
                                            <p:cond delay="0"/>
                                          </p:stCondLst>
                                        </p:cTn>
                                        <p:tgtEl>
                                          <p:spTgt spid="23608"/>
                                        </p:tgtEl>
                                        <p:attrNameLst>
                                          <p:attrName>style.visibility</p:attrName>
                                        </p:attrNameLst>
                                      </p:cBhvr>
                                      <p:to>
                                        <p:strVal val="visible"/>
                                      </p:to>
                                    </p:set>
                                    <p:anim calcmode="lin" valueType="num">
                                      <p:cBhvr>
                                        <p:cTn id="157" dur="500" fill="hold"/>
                                        <p:tgtEl>
                                          <p:spTgt spid="23608"/>
                                        </p:tgtEl>
                                        <p:attrNameLst>
                                          <p:attrName>ppt_x</p:attrName>
                                        </p:attrNameLst>
                                      </p:cBhvr>
                                      <p:tavLst>
                                        <p:tav tm="0">
                                          <p:val>
                                            <p:strVal val="#ppt_x-#ppt_w/2"/>
                                          </p:val>
                                        </p:tav>
                                        <p:tav tm="100000">
                                          <p:val>
                                            <p:strVal val="#ppt_x"/>
                                          </p:val>
                                        </p:tav>
                                      </p:tavLst>
                                    </p:anim>
                                    <p:anim calcmode="lin" valueType="num">
                                      <p:cBhvr>
                                        <p:cTn id="158" dur="500" fill="hold"/>
                                        <p:tgtEl>
                                          <p:spTgt spid="23608"/>
                                        </p:tgtEl>
                                        <p:attrNameLst>
                                          <p:attrName>ppt_y</p:attrName>
                                        </p:attrNameLst>
                                      </p:cBhvr>
                                      <p:tavLst>
                                        <p:tav tm="0">
                                          <p:val>
                                            <p:strVal val="#ppt_y"/>
                                          </p:val>
                                        </p:tav>
                                        <p:tav tm="100000">
                                          <p:val>
                                            <p:strVal val="#ppt_y"/>
                                          </p:val>
                                        </p:tav>
                                      </p:tavLst>
                                    </p:anim>
                                    <p:anim calcmode="lin" valueType="num">
                                      <p:cBhvr>
                                        <p:cTn id="159" dur="500" fill="hold"/>
                                        <p:tgtEl>
                                          <p:spTgt spid="23608"/>
                                        </p:tgtEl>
                                        <p:attrNameLst>
                                          <p:attrName>ppt_w</p:attrName>
                                        </p:attrNameLst>
                                      </p:cBhvr>
                                      <p:tavLst>
                                        <p:tav tm="0">
                                          <p:val>
                                            <p:fltVal val="0"/>
                                          </p:val>
                                        </p:tav>
                                        <p:tav tm="100000">
                                          <p:val>
                                            <p:strVal val="#ppt_w"/>
                                          </p:val>
                                        </p:tav>
                                      </p:tavLst>
                                    </p:anim>
                                    <p:anim calcmode="lin" valueType="num">
                                      <p:cBhvr>
                                        <p:cTn id="160" dur="500" fill="hold"/>
                                        <p:tgtEl>
                                          <p:spTgt spid="23608"/>
                                        </p:tgtEl>
                                        <p:attrNameLst>
                                          <p:attrName>ppt_h</p:attrName>
                                        </p:attrNameLst>
                                      </p:cBhvr>
                                      <p:tavLst>
                                        <p:tav tm="0">
                                          <p:val>
                                            <p:strVal val="#ppt_h"/>
                                          </p:val>
                                        </p:tav>
                                        <p:tav tm="100000">
                                          <p:val>
                                            <p:strVal val="#ppt_h"/>
                                          </p:val>
                                        </p:tav>
                                      </p:tavLst>
                                    </p:anim>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8" presetClass="entr" presetSubtype="6" fill="hold" grpId="0" nodeType="clickEffect">
                                  <p:stCondLst>
                                    <p:cond delay="0"/>
                                  </p:stCondLst>
                                  <p:childTnLst>
                                    <p:set>
                                      <p:cBhvr>
                                        <p:cTn id="164" dur="1" fill="hold">
                                          <p:stCondLst>
                                            <p:cond delay="0"/>
                                          </p:stCondLst>
                                        </p:cTn>
                                        <p:tgtEl>
                                          <p:spTgt spid="23563"/>
                                        </p:tgtEl>
                                        <p:attrNameLst>
                                          <p:attrName>style.visibility</p:attrName>
                                        </p:attrNameLst>
                                      </p:cBhvr>
                                      <p:to>
                                        <p:strVal val="visible"/>
                                      </p:to>
                                    </p:set>
                                    <p:animEffect transition="in" filter="strips(downRight)">
                                      <p:cBhvr>
                                        <p:cTn id="165" dur="500"/>
                                        <p:tgtEl>
                                          <p:spTgt spid="23563"/>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18" presetClass="entr" presetSubtype="6" fill="hold" grpId="0" nodeType="clickEffect">
                                  <p:stCondLst>
                                    <p:cond delay="0"/>
                                  </p:stCondLst>
                                  <p:childTnLst>
                                    <p:set>
                                      <p:cBhvr>
                                        <p:cTn id="169" dur="1" fill="hold">
                                          <p:stCondLst>
                                            <p:cond delay="0"/>
                                          </p:stCondLst>
                                        </p:cTn>
                                        <p:tgtEl>
                                          <p:spTgt spid="23564"/>
                                        </p:tgtEl>
                                        <p:attrNameLst>
                                          <p:attrName>style.visibility</p:attrName>
                                        </p:attrNameLst>
                                      </p:cBhvr>
                                      <p:to>
                                        <p:strVal val="visible"/>
                                      </p:to>
                                    </p:set>
                                    <p:animEffect transition="in" filter="strips(downRight)">
                                      <p:cBhvr>
                                        <p:cTn id="170" dur="500"/>
                                        <p:tgtEl>
                                          <p:spTgt spid="23564"/>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8" presetClass="entr" presetSubtype="12" fill="hold" grpId="0" nodeType="clickEffect">
                                  <p:stCondLst>
                                    <p:cond delay="0"/>
                                  </p:stCondLst>
                                  <p:childTnLst>
                                    <p:set>
                                      <p:cBhvr>
                                        <p:cTn id="174" dur="1" fill="hold">
                                          <p:stCondLst>
                                            <p:cond delay="0"/>
                                          </p:stCondLst>
                                        </p:cTn>
                                        <p:tgtEl>
                                          <p:spTgt spid="23565"/>
                                        </p:tgtEl>
                                        <p:attrNameLst>
                                          <p:attrName>style.visibility</p:attrName>
                                        </p:attrNameLst>
                                      </p:cBhvr>
                                      <p:to>
                                        <p:strVal val="visible"/>
                                      </p:to>
                                    </p:set>
                                    <p:animEffect transition="in" filter="strips(downLeft)">
                                      <p:cBhvr>
                                        <p:cTn id="175" dur="500"/>
                                        <p:tgtEl>
                                          <p:spTgt spid="23565"/>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8" presetClass="entr" presetSubtype="3" fill="hold" grpId="0" nodeType="clickEffect">
                                  <p:stCondLst>
                                    <p:cond delay="0"/>
                                  </p:stCondLst>
                                  <p:childTnLst>
                                    <p:set>
                                      <p:cBhvr>
                                        <p:cTn id="179" dur="1" fill="hold">
                                          <p:stCondLst>
                                            <p:cond delay="0"/>
                                          </p:stCondLst>
                                        </p:cTn>
                                        <p:tgtEl>
                                          <p:spTgt spid="23566"/>
                                        </p:tgtEl>
                                        <p:attrNameLst>
                                          <p:attrName>style.visibility</p:attrName>
                                        </p:attrNameLst>
                                      </p:cBhvr>
                                      <p:to>
                                        <p:strVal val="visible"/>
                                      </p:to>
                                    </p:set>
                                    <p:animEffect transition="in" filter="strips(upRight)">
                                      <p:cBhvr>
                                        <p:cTn id="180" dur="500"/>
                                        <p:tgtEl>
                                          <p:spTgt spid="23566"/>
                                        </p:tgtEl>
                                      </p:cBhvr>
                                    </p:animEffect>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8" presetClass="entr" presetSubtype="3" fill="hold" grpId="0" nodeType="clickEffect">
                                  <p:stCondLst>
                                    <p:cond delay="0"/>
                                  </p:stCondLst>
                                  <p:childTnLst>
                                    <p:set>
                                      <p:cBhvr>
                                        <p:cTn id="184" dur="1" fill="hold">
                                          <p:stCondLst>
                                            <p:cond delay="0"/>
                                          </p:stCondLst>
                                        </p:cTn>
                                        <p:tgtEl>
                                          <p:spTgt spid="23567"/>
                                        </p:tgtEl>
                                        <p:attrNameLst>
                                          <p:attrName>style.visibility</p:attrName>
                                        </p:attrNameLst>
                                      </p:cBhvr>
                                      <p:to>
                                        <p:strVal val="visible"/>
                                      </p:to>
                                    </p:set>
                                    <p:animEffect transition="in" filter="strips(upRight)">
                                      <p:cBhvr>
                                        <p:cTn id="185" dur="500"/>
                                        <p:tgtEl>
                                          <p:spTgt spid="23567"/>
                                        </p:tgtEl>
                                      </p:cBhvr>
                                    </p:animEffec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8" presetClass="entr" presetSubtype="6" fill="hold" grpId="0" nodeType="clickEffect">
                                  <p:stCondLst>
                                    <p:cond delay="0"/>
                                  </p:stCondLst>
                                  <p:childTnLst>
                                    <p:set>
                                      <p:cBhvr>
                                        <p:cTn id="189" dur="1" fill="hold">
                                          <p:stCondLst>
                                            <p:cond delay="0"/>
                                          </p:stCondLst>
                                        </p:cTn>
                                        <p:tgtEl>
                                          <p:spTgt spid="23568"/>
                                        </p:tgtEl>
                                        <p:attrNameLst>
                                          <p:attrName>style.visibility</p:attrName>
                                        </p:attrNameLst>
                                      </p:cBhvr>
                                      <p:to>
                                        <p:strVal val="visible"/>
                                      </p:to>
                                    </p:set>
                                    <p:animEffect transition="in" filter="strips(downRight)">
                                      <p:cBhvr>
                                        <p:cTn id="190" dur="500"/>
                                        <p:tgtEl>
                                          <p:spTgt spid="23568"/>
                                        </p:tgtEl>
                                      </p:cBhvr>
                                    </p:animEffect>
                                  </p:childTnLst>
                                </p:cTn>
                              </p:par>
                            </p:childTnLst>
                          </p:cTn>
                        </p:par>
                      </p:childTnLst>
                    </p:cTn>
                  </p:par>
                  <p:par>
                    <p:cTn id="191" fill="hold" nodeType="clickPar">
                      <p:stCondLst>
                        <p:cond delay="indefinite"/>
                      </p:stCondLst>
                      <p:childTnLst>
                        <p:par>
                          <p:cTn id="192" fill="hold" nodeType="withGroup">
                            <p:stCondLst>
                              <p:cond delay="0"/>
                            </p:stCondLst>
                            <p:childTnLst>
                              <p:par>
                                <p:cTn id="193" presetID="18" presetClass="entr" presetSubtype="6" fill="hold" grpId="0" nodeType="clickEffect">
                                  <p:stCondLst>
                                    <p:cond delay="0"/>
                                  </p:stCondLst>
                                  <p:childTnLst>
                                    <p:set>
                                      <p:cBhvr>
                                        <p:cTn id="194" dur="1" fill="hold">
                                          <p:stCondLst>
                                            <p:cond delay="0"/>
                                          </p:stCondLst>
                                        </p:cTn>
                                        <p:tgtEl>
                                          <p:spTgt spid="23569"/>
                                        </p:tgtEl>
                                        <p:attrNameLst>
                                          <p:attrName>style.visibility</p:attrName>
                                        </p:attrNameLst>
                                      </p:cBhvr>
                                      <p:to>
                                        <p:strVal val="visible"/>
                                      </p:to>
                                    </p:set>
                                    <p:animEffect transition="in" filter="strips(downRight)">
                                      <p:cBhvr>
                                        <p:cTn id="195" dur="500"/>
                                        <p:tgtEl>
                                          <p:spTgt spid="23569"/>
                                        </p:tgtEl>
                                      </p:cBhvr>
                                    </p:animEffect>
                                  </p:childTnLst>
                                </p:cTn>
                              </p:par>
                            </p:childTnLst>
                          </p:cTn>
                        </p:par>
                      </p:childTnLst>
                    </p:cTn>
                  </p:par>
                  <p:par>
                    <p:cTn id="196" fill="hold" nodeType="clickPar">
                      <p:stCondLst>
                        <p:cond delay="indefinite"/>
                      </p:stCondLst>
                      <p:childTnLst>
                        <p:par>
                          <p:cTn id="197" fill="hold" nodeType="withGroup">
                            <p:stCondLst>
                              <p:cond delay="0"/>
                            </p:stCondLst>
                            <p:childTnLst>
                              <p:par>
                                <p:cTn id="198" presetID="18" presetClass="entr" presetSubtype="6" fill="hold" grpId="0" nodeType="clickEffect">
                                  <p:stCondLst>
                                    <p:cond delay="0"/>
                                  </p:stCondLst>
                                  <p:childTnLst>
                                    <p:set>
                                      <p:cBhvr>
                                        <p:cTn id="199" dur="1" fill="hold">
                                          <p:stCondLst>
                                            <p:cond delay="0"/>
                                          </p:stCondLst>
                                        </p:cTn>
                                        <p:tgtEl>
                                          <p:spTgt spid="23570"/>
                                        </p:tgtEl>
                                        <p:attrNameLst>
                                          <p:attrName>style.visibility</p:attrName>
                                        </p:attrNameLst>
                                      </p:cBhvr>
                                      <p:to>
                                        <p:strVal val="visible"/>
                                      </p:to>
                                    </p:set>
                                    <p:animEffect transition="in" filter="strips(downRight)">
                                      <p:cBhvr>
                                        <p:cTn id="200" dur="500"/>
                                        <p:tgtEl>
                                          <p:spTgt spid="23570"/>
                                        </p:tgtEl>
                                      </p:cBhvr>
                                    </p:animEffect>
                                  </p:childTnLst>
                                </p:cTn>
                              </p:par>
                            </p:childTnLst>
                          </p:cTn>
                        </p:par>
                      </p:childTnLst>
                    </p:cTn>
                  </p:par>
                  <p:par>
                    <p:cTn id="201" fill="hold" nodeType="clickPar">
                      <p:stCondLst>
                        <p:cond delay="indefinite"/>
                      </p:stCondLst>
                      <p:childTnLst>
                        <p:par>
                          <p:cTn id="202" fill="hold" nodeType="withGroup">
                            <p:stCondLst>
                              <p:cond delay="0"/>
                            </p:stCondLst>
                            <p:childTnLst>
                              <p:par>
                                <p:cTn id="203" presetID="18" presetClass="entr" presetSubtype="6" fill="hold" grpId="0" nodeType="clickEffect">
                                  <p:stCondLst>
                                    <p:cond delay="0"/>
                                  </p:stCondLst>
                                  <p:childTnLst>
                                    <p:set>
                                      <p:cBhvr>
                                        <p:cTn id="204" dur="1" fill="hold">
                                          <p:stCondLst>
                                            <p:cond delay="0"/>
                                          </p:stCondLst>
                                        </p:cTn>
                                        <p:tgtEl>
                                          <p:spTgt spid="23571"/>
                                        </p:tgtEl>
                                        <p:attrNameLst>
                                          <p:attrName>style.visibility</p:attrName>
                                        </p:attrNameLst>
                                      </p:cBhvr>
                                      <p:to>
                                        <p:strVal val="visible"/>
                                      </p:to>
                                    </p:set>
                                    <p:animEffect transition="in" filter="strips(downRight)">
                                      <p:cBhvr>
                                        <p:cTn id="205" dur="500"/>
                                        <p:tgtEl>
                                          <p:spTgt spid="23571"/>
                                        </p:tgtEl>
                                      </p:cBhvr>
                                    </p:animEffec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18" presetClass="entr" presetSubtype="12" fill="hold" grpId="0" nodeType="clickEffect">
                                  <p:stCondLst>
                                    <p:cond delay="0"/>
                                  </p:stCondLst>
                                  <p:childTnLst>
                                    <p:set>
                                      <p:cBhvr>
                                        <p:cTn id="209" dur="1" fill="hold">
                                          <p:stCondLst>
                                            <p:cond delay="0"/>
                                          </p:stCondLst>
                                        </p:cTn>
                                        <p:tgtEl>
                                          <p:spTgt spid="23609"/>
                                        </p:tgtEl>
                                        <p:attrNameLst>
                                          <p:attrName>style.visibility</p:attrName>
                                        </p:attrNameLst>
                                      </p:cBhvr>
                                      <p:to>
                                        <p:strVal val="visible"/>
                                      </p:to>
                                    </p:set>
                                    <p:animEffect transition="in" filter="strips(downLeft)">
                                      <p:cBhvr>
                                        <p:cTn id="210" dur="500"/>
                                        <p:tgtEl>
                                          <p:spTgt spid="23609"/>
                                        </p:tgtEl>
                                      </p:cBhvr>
                                    </p:animEffect>
                                  </p:childTnLst>
                                </p:cTn>
                              </p:par>
                            </p:childTnLst>
                          </p:cTn>
                        </p:par>
                      </p:childTnLst>
                    </p:cTn>
                  </p:par>
                  <p:par>
                    <p:cTn id="211" fill="hold" nodeType="clickPar">
                      <p:stCondLst>
                        <p:cond delay="indefinite"/>
                      </p:stCondLst>
                      <p:childTnLst>
                        <p:par>
                          <p:cTn id="212" fill="hold" nodeType="withGroup">
                            <p:stCondLst>
                              <p:cond delay="0"/>
                            </p:stCondLst>
                            <p:childTnLst>
                              <p:par>
                                <p:cTn id="213" presetID="17" presetClass="entr" presetSubtype="8" fill="hold" grpId="0" nodeType="clickEffect">
                                  <p:stCondLst>
                                    <p:cond delay="0"/>
                                  </p:stCondLst>
                                  <p:childTnLst>
                                    <p:set>
                                      <p:cBhvr>
                                        <p:cTn id="214" dur="1" fill="hold">
                                          <p:stCondLst>
                                            <p:cond delay="0"/>
                                          </p:stCondLst>
                                        </p:cTn>
                                        <p:tgtEl>
                                          <p:spTgt spid="23610"/>
                                        </p:tgtEl>
                                        <p:attrNameLst>
                                          <p:attrName>style.visibility</p:attrName>
                                        </p:attrNameLst>
                                      </p:cBhvr>
                                      <p:to>
                                        <p:strVal val="visible"/>
                                      </p:to>
                                    </p:set>
                                    <p:anim calcmode="lin" valueType="num">
                                      <p:cBhvr>
                                        <p:cTn id="215" dur="500" fill="hold"/>
                                        <p:tgtEl>
                                          <p:spTgt spid="23610"/>
                                        </p:tgtEl>
                                        <p:attrNameLst>
                                          <p:attrName>ppt_x</p:attrName>
                                        </p:attrNameLst>
                                      </p:cBhvr>
                                      <p:tavLst>
                                        <p:tav tm="0">
                                          <p:val>
                                            <p:strVal val="#ppt_x-#ppt_w/2"/>
                                          </p:val>
                                        </p:tav>
                                        <p:tav tm="100000">
                                          <p:val>
                                            <p:strVal val="#ppt_x"/>
                                          </p:val>
                                        </p:tav>
                                      </p:tavLst>
                                    </p:anim>
                                    <p:anim calcmode="lin" valueType="num">
                                      <p:cBhvr>
                                        <p:cTn id="216" dur="500" fill="hold"/>
                                        <p:tgtEl>
                                          <p:spTgt spid="23610"/>
                                        </p:tgtEl>
                                        <p:attrNameLst>
                                          <p:attrName>ppt_y</p:attrName>
                                        </p:attrNameLst>
                                      </p:cBhvr>
                                      <p:tavLst>
                                        <p:tav tm="0">
                                          <p:val>
                                            <p:strVal val="#ppt_y"/>
                                          </p:val>
                                        </p:tav>
                                        <p:tav tm="100000">
                                          <p:val>
                                            <p:strVal val="#ppt_y"/>
                                          </p:val>
                                        </p:tav>
                                      </p:tavLst>
                                    </p:anim>
                                    <p:anim calcmode="lin" valueType="num">
                                      <p:cBhvr>
                                        <p:cTn id="217" dur="500" fill="hold"/>
                                        <p:tgtEl>
                                          <p:spTgt spid="23610"/>
                                        </p:tgtEl>
                                        <p:attrNameLst>
                                          <p:attrName>ppt_w</p:attrName>
                                        </p:attrNameLst>
                                      </p:cBhvr>
                                      <p:tavLst>
                                        <p:tav tm="0">
                                          <p:val>
                                            <p:fltVal val="0"/>
                                          </p:val>
                                        </p:tav>
                                        <p:tav tm="100000">
                                          <p:val>
                                            <p:strVal val="#ppt_w"/>
                                          </p:val>
                                        </p:tav>
                                      </p:tavLst>
                                    </p:anim>
                                    <p:anim calcmode="lin" valueType="num">
                                      <p:cBhvr>
                                        <p:cTn id="218" dur="500" fill="hold"/>
                                        <p:tgtEl>
                                          <p:spTgt spid="23610"/>
                                        </p:tgtEl>
                                        <p:attrNameLst>
                                          <p:attrName>ppt_h</p:attrName>
                                        </p:attrNameLst>
                                      </p:cBhvr>
                                      <p:tavLst>
                                        <p:tav tm="0">
                                          <p:val>
                                            <p:strVal val="#ppt_h"/>
                                          </p:val>
                                        </p:tav>
                                        <p:tav tm="100000">
                                          <p:val>
                                            <p:strVal val="#ppt_h"/>
                                          </p:val>
                                        </p:tav>
                                      </p:tavLst>
                                    </p:anim>
                                  </p:childTnLst>
                                </p:cTn>
                              </p:par>
                            </p:childTnLst>
                          </p:cTn>
                        </p:par>
                      </p:childTnLst>
                    </p:cTn>
                  </p:par>
                  <p:par>
                    <p:cTn id="219" fill="hold" nodeType="clickPar">
                      <p:stCondLst>
                        <p:cond delay="indefinite"/>
                      </p:stCondLst>
                      <p:childTnLst>
                        <p:par>
                          <p:cTn id="220" fill="hold" nodeType="withGroup">
                            <p:stCondLst>
                              <p:cond delay="0"/>
                            </p:stCondLst>
                            <p:childTnLst>
                              <p:par>
                                <p:cTn id="221" presetID="18" presetClass="entr" presetSubtype="12" fill="hold" grpId="0" nodeType="clickEffect">
                                  <p:stCondLst>
                                    <p:cond delay="0"/>
                                  </p:stCondLst>
                                  <p:childTnLst>
                                    <p:set>
                                      <p:cBhvr>
                                        <p:cTn id="222" dur="1" fill="hold">
                                          <p:stCondLst>
                                            <p:cond delay="0"/>
                                          </p:stCondLst>
                                        </p:cTn>
                                        <p:tgtEl>
                                          <p:spTgt spid="23572"/>
                                        </p:tgtEl>
                                        <p:attrNameLst>
                                          <p:attrName>style.visibility</p:attrName>
                                        </p:attrNameLst>
                                      </p:cBhvr>
                                      <p:to>
                                        <p:strVal val="visible"/>
                                      </p:to>
                                    </p:set>
                                    <p:animEffect transition="in" filter="strips(downLeft)">
                                      <p:cBhvr>
                                        <p:cTn id="223" dur="500"/>
                                        <p:tgtEl>
                                          <p:spTgt spid="23572"/>
                                        </p:tgtEl>
                                      </p:cBhvr>
                                    </p:animEffec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18" presetClass="entr" presetSubtype="12" fill="hold" grpId="0" nodeType="clickEffect">
                                  <p:stCondLst>
                                    <p:cond delay="0"/>
                                  </p:stCondLst>
                                  <p:childTnLst>
                                    <p:set>
                                      <p:cBhvr>
                                        <p:cTn id="227" dur="1" fill="hold">
                                          <p:stCondLst>
                                            <p:cond delay="0"/>
                                          </p:stCondLst>
                                        </p:cTn>
                                        <p:tgtEl>
                                          <p:spTgt spid="23573"/>
                                        </p:tgtEl>
                                        <p:attrNameLst>
                                          <p:attrName>style.visibility</p:attrName>
                                        </p:attrNameLst>
                                      </p:cBhvr>
                                      <p:to>
                                        <p:strVal val="visible"/>
                                      </p:to>
                                    </p:set>
                                    <p:animEffect transition="in" filter="strips(downLeft)">
                                      <p:cBhvr>
                                        <p:cTn id="228" dur="500"/>
                                        <p:tgtEl>
                                          <p:spTgt spid="23573"/>
                                        </p:tgtEl>
                                      </p:cBhvr>
                                    </p:animEffect>
                                  </p:childTnLst>
                                </p:cTn>
                              </p:par>
                            </p:childTnLst>
                          </p:cTn>
                        </p:par>
                      </p:childTnLst>
                    </p:cTn>
                  </p:par>
                  <p:par>
                    <p:cTn id="229" fill="hold" nodeType="clickPar">
                      <p:stCondLst>
                        <p:cond delay="indefinite"/>
                      </p:stCondLst>
                      <p:childTnLst>
                        <p:par>
                          <p:cTn id="230" fill="hold" nodeType="withGroup">
                            <p:stCondLst>
                              <p:cond delay="0"/>
                            </p:stCondLst>
                            <p:childTnLst>
                              <p:par>
                                <p:cTn id="231" presetID="18" presetClass="entr" presetSubtype="12" fill="hold" grpId="0" nodeType="clickEffect">
                                  <p:stCondLst>
                                    <p:cond delay="0"/>
                                  </p:stCondLst>
                                  <p:childTnLst>
                                    <p:set>
                                      <p:cBhvr>
                                        <p:cTn id="232" dur="1" fill="hold">
                                          <p:stCondLst>
                                            <p:cond delay="0"/>
                                          </p:stCondLst>
                                        </p:cTn>
                                        <p:tgtEl>
                                          <p:spTgt spid="23574"/>
                                        </p:tgtEl>
                                        <p:attrNameLst>
                                          <p:attrName>style.visibility</p:attrName>
                                        </p:attrNameLst>
                                      </p:cBhvr>
                                      <p:to>
                                        <p:strVal val="visible"/>
                                      </p:to>
                                    </p:set>
                                    <p:animEffect transition="in" filter="strips(downLeft)">
                                      <p:cBhvr>
                                        <p:cTn id="233" dur="500"/>
                                        <p:tgtEl>
                                          <p:spTgt spid="23574"/>
                                        </p:tgtEl>
                                      </p:cBhvr>
                                    </p:animEffect>
                                  </p:childTnLst>
                                </p:cTn>
                              </p:par>
                            </p:childTnLst>
                          </p:cTn>
                        </p:par>
                      </p:childTnLst>
                    </p:cTn>
                  </p:par>
                  <p:par>
                    <p:cTn id="234" fill="hold" nodeType="clickPar">
                      <p:stCondLst>
                        <p:cond delay="indefinite"/>
                      </p:stCondLst>
                      <p:childTnLst>
                        <p:par>
                          <p:cTn id="235" fill="hold" nodeType="withGroup">
                            <p:stCondLst>
                              <p:cond delay="0"/>
                            </p:stCondLst>
                            <p:childTnLst>
                              <p:par>
                                <p:cTn id="236" presetID="18" presetClass="entr" presetSubtype="3" fill="hold" grpId="0" nodeType="clickEffect">
                                  <p:stCondLst>
                                    <p:cond delay="0"/>
                                  </p:stCondLst>
                                  <p:childTnLst>
                                    <p:set>
                                      <p:cBhvr>
                                        <p:cTn id="237" dur="1" fill="hold">
                                          <p:stCondLst>
                                            <p:cond delay="0"/>
                                          </p:stCondLst>
                                        </p:cTn>
                                        <p:tgtEl>
                                          <p:spTgt spid="23575"/>
                                        </p:tgtEl>
                                        <p:attrNameLst>
                                          <p:attrName>style.visibility</p:attrName>
                                        </p:attrNameLst>
                                      </p:cBhvr>
                                      <p:to>
                                        <p:strVal val="visible"/>
                                      </p:to>
                                    </p:set>
                                    <p:animEffect transition="in" filter="strips(upRight)">
                                      <p:cBhvr>
                                        <p:cTn id="238" dur="500"/>
                                        <p:tgtEl>
                                          <p:spTgt spid="23575"/>
                                        </p:tgtEl>
                                      </p:cBhvr>
                                    </p:animEffec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18" presetClass="entr" presetSubtype="3" fill="hold" grpId="0" nodeType="clickEffect">
                                  <p:stCondLst>
                                    <p:cond delay="0"/>
                                  </p:stCondLst>
                                  <p:childTnLst>
                                    <p:set>
                                      <p:cBhvr>
                                        <p:cTn id="242" dur="1" fill="hold">
                                          <p:stCondLst>
                                            <p:cond delay="0"/>
                                          </p:stCondLst>
                                        </p:cTn>
                                        <p:tgtEl>
                                          <p:spTgt spid="23576"/>
                                        </p:tgtEl>
                                        <p:attrNameLst>
                                          <p:attrName>style.visibility</p:attrName>
                                        </p:attrNameLst>
                                      </p:cBhvr>
                                      <p:to>
                                        <p:strVal val="visible"/>
                                      </p:to>
                                    </p:set>
                                    <p:animEffect transition="in" filter="strips(upRight)">
                                      <p:cBhvr>
                                        <p:cTn id="243" dur="500"/>
                                        <p:tgtEl>
                                          <p:spTgt spid="23576"/>
                                        </p:tgtEl>
                                      </p:cBhvr>
                                    </p:animEffect>
                                  </p:childTnLst>
                                </p:cTn>
                              </p:par>
                            </p:childTnLst>
                          </p:cTn>
                        </p:par>
                      </p:childTnLst>
                    </p:cTn>
                  </p:par>
                  <p:par>
                    <p:cTn id="244" fill="hold" nodeType="clickPar">
                      <p:stCondLst>
                        <p:cond delay="indefinite"/>
                      </p:stCondLst>
                      <p:childTnLst>
                        <p:par>
                          <p:cTn id="245" fill="hold" nodeType="withGroup">
                            <p:stCondLst>
                              <p:cond delay="0"/>
                            </p:stCondLst>
                            <p:childTnLst>
                              <p:par>
                                <p:cTn id="246" presetID="18" presetClass="entr" presetSubtype="3" fill="hold" grpId="0" nodeType="clickEffect">
                                  <p:stCondLst>
                                    <p:cond delay="0"/>
                                  </p:stCondLst>
                                  <p:childTnLst>
                                    <p:set>
                                      <p:cBhvr>
                                        <p:cTn id="247" dur="1" fill="hold">
                                          <p:stCondLst>
                                            <p:cond delay="0"/>
                                          </p:stCondLst>
                                        </p:cTn>
                                        <p:tgtEl>
                                          <p:spTgt spid="23577"/>
                                        </p:tgtEl>
                                        <p:attrNameLst>
                                          <p:attrName>style.visibility</p:attrName>
                                        </p:attrNameLst>
                                      </p:cBhvr>
                                      <p:to>
                                        <p:strVal val="visible"/>
                                      </p:to>
                                    </p:set>
                                    <p:animEffect transition="in" filter="strips(upRight)">
                                      <p:cBhvr>
                                        <p:cTn id="248" dur="500"/>
                                        <p:tgtEl>
                                          <p:spTgt spid="23577"/>
                                        </p:tgtEl>
                                      </p:cBhvr>
                                    </p:animEffect>
                                  </p:childTnLst>
                                </p:cTn>
                              </p:par>
                            </p:childTnLst>
                          </p:cTn>
                        </p:par>
                      </p:childTnLst>
                    </p:cTn>
                  </p:par>
                  <p:par>
                    <p:cTn id="249" fill="hold" nodeType="clickPar">
                      <p:stCondLst>
                        <p:cond delay="indefinite"/>
                      </p:stCondLst>
                      <p:childTnLst>
                        <p:par>
                          <p:cTn id="250" fill="hold" nodeType="withGroup">
                            <p:stCondLst>
                              <p:cond delay="0"/>
                            </p:stCondLst>
                            <p:childTnLst>
                              <p:par>
                                <p:cTn id="251" presetID="18" presetClass="entr" presetSubtype="6" fill="hold" grpId="0" nodeType="clickEffect">
                                  <p:stCondLst>
                                    <p:cond delay="0"/>
                                  </p:stCondLst>
                                  <p:childTnLst>
                                    <p:set>
                                      <p:cBhvr>
                                        <p:cTn id="252" dur="1" fill="hold">
                                          <p:stCondLst>
                                            <p:cond delay="0"/>
                                          </p:stCondLst>
                                        </p:cTn>
                                        <p:tgtEl>
                                          <p:spTgt spid="23578"/>
                                        </p:tgtEl>
                                        <p:attrNameLst>
                                          <p:attrName>style.visibility</p:attrName>
                                        </p:attrNameLst>
                                      </p:cBhvr>
                                      <p:to>
                                        <p:strVal val="visible"/>
                                      </p:to>
                                    </p:set>
                                    <p:animEffect transition="in" filter="strips(downRight)">
                                      <p:cBhvr>
                                        <p:cTn id="253" dur="500"/>
                                        <p:tgtEl>
                                          <p:spTgt spid="23578"/>
                                        </p:tgtEl>
                                      </p:cBhvr>
                                    </p:animEffect>
                                  </p:childTnLst>
                                </p:cTn>
                              </p:par>
                            </p:childTnLst>
                          </p:cTn>
                        </p:par>
                      </p:childTnLst>
                    </p:cTn>
                  </p:par>
                  <p:par>
                    <p:cTn id="254" fill="hold" nodeType="clickPar">
                      <p:stCondLst>
                        <p:cond delay="indefinite"/>
                      </p:stCondLst>
                      <p:childTnLst>
                        <p:par>
                          <p:cTn id="255" fill="hold" nodeType="withGroup">
                            <p:stCondLst>
                              <p:cond delay="0"/>
                            </p:stCondLst>
                            <p:childTnLst>
                              <p:par>
                                <p:cTn id="256" presetID="18" presetClass="entr" presetSubtype="6" fill="hold" grpId="0" nodeType="clickEffect">
                                  <p:stCondLst>
                                    <p:cond delay="0"/>
                                  </p:stCondLst>
                                  <p:childTnLst>
                                    <p:set>
                                      <p:cBhvr>
                                        <p:cTn id="257" dur="1" fill="hold">
                                          <p:stCondLst>
                                            <p:cond delay="0"/>
                                          </p:stCondLst>
                                        </p:cTn>
                                        <p:tgtEl>
                                          <p:spTgt spid="23579"/>
                                        </p:tgtEl>
                                        <p:attrNameLst>
                                          <p:attrName>style.visibility</p:attrName>
                                        </p:attrNameLst>
                                      </p:cBhvr>
                                      <p:to>
                                        <p:strVal val="visible"/>
                                      </p:to>
                                    </p:set>
                                    <p:animEffect transition="in" filter="strips(downRight)">
                                      <p:cBhvr>
                                        <p:cTn id="258" dur="500"/>
                                        <p:tgtEl>
                                          <p:spTgt spid="23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nimBg="1"/>
      <p:bldP spid="23555" grpId="0" animBg="1"/>
      <p:bldP spid="23556" grpId="0" animBg="1"/>
      <p:bldP spid="23557" grpId="0" animBg="1"/>
      <p:bldP spid="23558" grpId="0" animBg="1"/>
      <p:bldP spid="23559" grpId="0" animBg="1"/>
      <p:bldP spid="23560" grpId="0" animBg="1"/>
      <p:bldP spid="23561" grpId="0" animBg="1"/>
      <p:bldP spid="23562" grpId="0" animBg="1"/>
      <p:bldP spid="23563" grpId="0" animBg="1"/>
      <p:bldP spid="23564" grpId="0" animBg="1"/>
      <p:bldP spid="23565" grpId="0" animBg="1"/>
      <p:bldP spid="23566" grpId="0" animBg="1"/>
      <p:bldP spid="23567" grpId="0" animBg="1"/>
      <p:bldP spid="23568" grpId="0" animBg="1"/>
      <p:bldP spid="23569" grpId="0" animBg="1"/>
      <p:bldP spid="23570" grpId="0" animBg="1"/>
      <p:bldP spid="23571" grpId="0" animBg="1"/>
      <p:bldP spid="23572" grpId="0" animBg="1"/>
      <p:bldP spid="23573" grpId="0" animBg="1"/>
      <p:bldP spid="23574" grpId="0" animBg="1"/>
      <p:bldP spid="23575" grpId="0" animBg="1"/>
      <p:bldP spid="23576" grpId="0" animBg="1"/>
      <p:bldP spid="23577" grpId="0" animBg="1"/>
      <p:bldP spid="23578" grpId="0" animBg="1"/>
      <p:bldP spid="23579" grpId="0" animBg="1"/>
      <p:bldP spid="23580" grpId="0" animBg="1"/>
      <p:bldP spid="23581" grpId="0" animBg="1"/>
      <p:bldP spid="23582" grpId="0" animBg="1"/>
      <p:bldP spid="23583" grpId="0" animBg="1"/>
      <p:bldP spid="23596" grpId="0" autoUpdateAnimBg="0"/>
      <p:bldP spid="23606" grpId="0" autoUpdateAnimBg="0"/>
      <p:bldP spid="23607" grpId="0" animBg="1"/>
      <p:bldP spid="23608" grpId="0" autoUpdateAnimBg="0"/>
      <p:bldP spid="23609" grpId="0" animBg="1"/>
      <p:bldP spid="23610" grpId="0" autoUpdateAnimBg="0"/>
      <p:bldP spid="23623" grpId="0" autoUpdateAnimBg="0"/>
      <p:bldP spid="23624" grpId="0" autoUpdateAnimBg="0"/>
      <p:bldP spid="23625"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AutoShape 2"/>
          <p:cNvSpPr>
            <a:spLocks noChangeArrowheads="1"/>
          </p:cNvSpPr>
          <p:nvPr/>
        </p:nvSpPr>
        <p:spPr bwMode="auto">
          <a:xfrm rot="-5400000">
            <a:off x="2179638" y="4214812"/>
            <a:ext cx="1219200" cy="1158875"/>
          </a:xfrm>
          <a:prstGeom prst="pentagon">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39" name="Line 3"/>
          <p:cNvSpPr>
            <a:spLocks noChangeShapeType="1"/>
          </p:cNvSpPr>
          <p:nvPr/>
        </p:nvSpPr>
        <p:spPr bwMode="auto">
          <a:xfrm>
            <a:off x="1334388" y="4043363"/>
            <a:ext cx="385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40" name="Line 4"/>
          <p:cNvSpPr>
            <a:spLocks noChangeShapeType="1"/>
          </p:cNvSpPr>
          <p:nvPr/>
        </p:nvSpPr>
        <p:spPr bwMode="auto">
          <a:xfrm>
            <a:off x="2203450" y="4800600"/>
            <a:ext cx="11430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41" name="Line 5"/>
          <p:cNvSpPr>
            <a:spLocks noChangeShapeType="1"/>
          </p:cNvSpPr>
          <p:nvPr/>
        </p:nvSpPr>
        <p:spPr bwMode="auto">
          <a:xfrm>
            <a:off x="2660650" y="4191000"/>
            <a:ext cx="152400" cy="6096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8342" name="Group 6"/>
          <p:cNvGrpSpPr>
            <a:grpSpLocks/>
          </p:cNvGrpSpPr>
          <p:nvPr/>
        </p:nvGrpSpPr>
        <p:grpSpPr bwMode="auto">
          <a:xfrm>
            <a:off x="2203450" y="2286000"/>
            <a:ext cx="1143000" cy="1905000"/>
            <a:chOff x="2160" y="1440"/>
            <a:chExt cx="720" cy="1200"/>
          </a:xfrm>
        </p:grpSpPr>
        <p:sp>
          <p:nvSpPr>
            <p:cNvPr id="398343" name="Rectangle 7"/>
            <p:cNvSpPr>
              <a:spLocks noChangeArrowheads="1"/>
            </p:cNvSpPr>
            <p:nvPr/>
          </p:nvSpPr>
          <p:spPr bwMode="auto">
            <a:xfrm>
              <a:off x="2160" y="1632"/>
              <a:ext cx="720" cy="912"/>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44" name="Line 8"/>
            <p:cNvSpPr>
              <a:spLocks noChangeShapeType="1"/>
            </p:cNvSpPr>
            <p:nvPr/>
          </p:nvSpPr>
          <p:spPr bwMode="auto">
            <a:xfrm flipV="1">
              <a:off x="2544" y="1440"/>
              <a:ext cx="0" cy="120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45" name="Line 9"/>
            <p:cNvSpPr>
              <a:spLocks noChangeShapeType="1"/>
            </p:cNvSpPr>
            <p:nvPr/>
          </p:nvSpPr>
          <p:spPr bwMode="auto">
            <a:xfrm flipV="1">
              <a:off x="2448" y="1632"/>
              <a:ext cx="0" cy="9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8346" name="Line 10"/>
          <p:cNvSpPr>
            <a:spLocks noChangeShapeType="1"/>
          </p:cNvSpPr>
          <p:nvPr/>
        </p:nvSpPr>
        <p:spPr bwMode="auto">
          <a:xfrm flipH="1">
            <a:off x="1898650" y="2647950"/>
            <a:ext cx="1752600" cy="1371600"/>
          </a:xfrm>
          <a:prstGeom prst="line">
            <a:avLst/>
          </a:prstGeom>
          <a:noFill/>
          <a:ln w="9525">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47" name="Line 11"/>
          <p:cNvSpPr>
            <a:spLocks noChangeShapeType="1"/>
          </p:cNvSpPr>
          <p:nvPr/>
        </p:nvSpPr>
        <p:spPr bwMode="auto">
          <a:xfrm>
            <a:off x="3575050" y="4038600"/>
            <a:ext cx="1371600" cy="1371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8348" name="Group 12"/>
          <p:cNvGrpSpPr>
            <a:grpSpLocks/>
          </p:cNvGrpSpPr>
          <p:nvPr/>
        </p:nvGrpSpPr>
        <p:grpSpPr bwMode="auto">
          <a:xfrm>
            <a:off x="2660650" y="4191000"/>
            <a:ext cx="2286000" cy="1219200"/>
            <a:chOff x="2448" y="2640"/>
            <a:chExt cx="1440" cy="768"/>
          </a:xfrm>
        </p:grpSpPr>
        <p:sp>
          <p:nvSpPr>
            <p:cNvPr id="398349" name="Line 13"/>
            <p:cNvSpPr>
              <a:spLocks noChangeShapeType="1"/>
            </p:cNvSpPr>
            <p:nvPr/>
          </p:nvSpPr>
          <p:spPr bwMode="auto">
            <a:xfrm>
              <a:off x="2448" y="2640"/>
              <a:ext cx="67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0" name="Line 14"/>
            <p:cNvSpPr>
              <a:spLocks noChangeShapeType="1"/>
            </p:cNvSpPr>
            <p:nvPr/>
          </p:nvSpPr>
          <p:spPr bwMode="auto">
            <a:xfrm>
              <a:off x="2880" y="2784"/>
              <a:ext cx="38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1" name="Line 15"/>
            <p:cNvSpPr>
              <a:spLocks noChangeShapeType="1"/>
            </p:cNvSpPr>
            <p:nvPr/>
          </p:nvSpPr>
          <p:spPr bwMode="auto">
            <a:xfrm>
              <a:off x="2880" y="3024"/>
              <a:ext cx="62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2" name="Line 16"/>
            <p:cNvSpPr>
              <a:spLocks noChangeShapeType="1"/>
            </p:cNvSpPr>
            <p:nvPr/>
          </p:nvSpPr>
          <p:spPr bwMode="auto">
            <a:xfrm>
              <a:off x="2880" y="3252"/>
              <a:ext cx="86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3" name="Line 17"/>
            <p:cNvSpPr>
              <a:spLocks noChangeShapeType="1"/>
            </p:cNvSpPr>
            <p:nvPr/>
          </p:nvSpPr>
          <p:spPr bwMode="auto">
            <a:xfrm>
              <a:off x="2448" y="3408"/>
              <a:ext cx="144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8354" name="Line 18"/>
          <p:cNvSpPr>
            <a:spLocks noChangeShapeType="1"/>
          </p:cNvSpPr>
          <p:nvPr/>
        </p:nvSpPr>
        <p:spPr bwMode="auto">
          <a:xfrm>
            <a:off x="3346450" y="2590800"/>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8355" name="Group 19"/>
          <p:cNvGrpSpPr>
            <a:grpSpLocks/>
          </p:cNvGrpSpPr>
          <p:nvPr/>
        </p:nvGrpSpPr>
        <p:grpSpPr bwMode="auto">
          <a:xfrm>
            <a:off x="3727450" y="2514600"/>
            <a:ext cx="1219200" cy="2895600"/>
            <a:chOff x="3120" y="1584"/>
            <a:chExt cx="768" cy="1824"/>
          </a:xfrm>
        </p:grpSpPr>
        <p:sp>
          <p:nvSpPr>
            <p:cNvPr id="398356" name="Line 20"/>
            <p:cNvSpPr>
              <a:spLocks noChangeShapeType="1"/>
            </p:cNvSpPr>
            <p:nvPr/>
          </p:nvSpPr>
          <p:spPr bwMode="auto">
            <a:xfrm flipV="1">
              <a:off x="3120" y="1632"/>
              <a:ext cx="0" cy="100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7" name="Line 21"/>
            <p:cNvSpPr>
              <a:spLocks noChangeShapeType="1"/>
            </p:cNvSpPr>
            <p:nvPr/>
          </p:nvSpPr>
          <p:spPr bwMode="auto">
            <a:xfrm flipV="1">
              <a:off x="3264" y="1632"/>
              <a:ext cx="0" cy="115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8" name="Line 22"/>
            <p:cNvSpPr>
              <a:spLocks noChangeShapeType="1"/>
            </p:cNvSpPr>
            <p:nvPr/>
          </p:nvSpPr>
          <p:spPr bwMode="auto">
            <a:xfrm flipV="1">
              <a:off x="3504" y="1584"/>
              <a:ext cx="0" cy="144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59" name="Line 23"/>
            <p:cNvSpPr>
              <a:spLocks noChangeShapeType="1"/>
            </p:cNvSpPr>
            <p:nvPr/>
          </p:nvSpPr>
          <p:spPr bwMode="auto">
            <a:xfrm flipV="1">
              <a:off x="3744" y="1584"/>
              <a:ext cx="0" cy="168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60" name="Line 24"/>
            <p:cNvSpPr>
              <a:spLocks noChangeShapeType="1"/>
            </p:cNvSpPr>
            <p:nvPr/>
          </p:nvSpPr>
          <p:spPr bwMode="auto">
            <a:xfrm flipV="1">
              <a:off x="3888" y="1584"/>
              <a:ext cx="0" cy="182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61" name="Line 25"/>
            <p:cNvSpPr>
              <a:spLocks noChangeShapeType="1"/>
            </p:cNvSpPr>
            <p:nvPr/>
          </p:nvSpPr>
          <p:spPr bwMode="auto">
            <a:xfrm>
              <a:off x="3120" y="1632"/>
              <a:ext cx="76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398362" name="Group 26"/>
          <p:cNvGrpSpPr>
            <a:grpSpLocks/>
          </p:cNvGrpSpPr>
          <p:nvPr/>
        </p:nvGrpSpPr>
        <p:grpSpPr bwMode="auto">
          <a:xfrm>
            <a:off x="2203450" y="2895600"/>
            <a:ext cx="2895600" cy="885825"/>
            <a:chOff x="2160" y="1824"/>
            <a:chExt cx="1824" cy="558"/>
          </a:xfrm>
        </p:grpSpPr>
        <p:sp>
          <p:nvSpPr>
            <p:cNvPr id="398363" name="Line 27"/>
            <p:cNvSpPr>
              <a:spLocks noChangeShapeType="1"/>
            </p:cNvSpPr>
            <p:nvPr/>
          </p:nvSpPr>
          <p:spPr bwMode="auto">
            <a:xfrm>
              <a:off x="2880" y="1824"/>
              <a:ext cx="110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64" name="Line 28"/>
            <p:cNvSpPr>
              <a:spLocks noChangeShapeType="1"/>
            </p:cNvSpPr>
            <p:nvPr/>
          </p:nvSpPr>
          <p:spPr bwMode="auto">
            <a:xfrm>
              <a:off x="2448" y="2160"/>
              <a:ext cx="1536"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65" name="Line 29"/>
            <p:cNvSpPr>
              <a:spLocks noChangeShapeType="1"/>
            </p:cNvSpPr>
            <p:nvPr/>
          </p:nvSpPr>
          <p:spPr bwMode="auto">
            <a:xfrm>
              <a:off x="2160" y="2382"/>
              <a:ext cx="182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398366" name="Group 30"/>
          <p:cNvGrpSpPr>
            <a:grpSpLocks/>
          </p:cNvGrpSpPr>
          <p:nvPr/>
        </p:nvGrpSpPr>
        <p:grpSpPr bwMode="auto">
          <a:xfrm>
            <a:off x="3676650" y="2851150"/>
            <a:ext cx="1290638" cy="971550"/>
            <a:chOff x="3984" y="1536"/>
            <a:chExt cx="813" cy="612"/>
          </a:xfrm>
        </p:grpSpPr>
        <p:sp>
          <p:nvSpPr>
            <p:cNvPr id="398367" name="Oval 31"/>
            <p:cNvSpPr>
              <a:spLocks noChangeArrowheads="1"/>
            </p:cNvSpPr>
            <p:nvPr/>
          </p:nvSpPr>
          <p:spPr bwMode="auto">
            <a:xfrm>
              <a:off x="4374" y="210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68" name="Oval 32"/>
            <p:cNvSpPr>
              <a:spLocks noChangeArrowheads="1"/>
            </p:cNvSpPr>
            <p:nvPr/>
          </p:nvSpPr>
          <p:spPr bwMode="auto">
            <a:xfrm>
              <a:off x="3984" y="1881"/>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69" name="Oval 33"/>
            <p:cNvSpPr>
              <a:spLocks noChangeArrowheads="1"/>
            </p:cNvSpPr>
            <p:nvPr/>
          </p:nvSpPr>
          <p:spPr bwMode="auto">
            <a:xfrm>
              <a:off x="4749" y="1875"/>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70" name="Oval 34"/>
            <p:cNvSpPr>
              <a:spLocks noChangeArrowheads="1"/>
            </p:cNvSpPr>
            <p:nvPr/>
          </p:nvSpPr>
          <p:spPr bwMode="auto">
            <a:xfrm>
              <a:off x="4134" y="1536"/>
              <a:ext cx="48" cy="48"/>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371" name="Oval 35"/>
            <p:cNvSpPr>
              <a:spLocks noChangeArrowheads="1"/>
            </p:cNvSpPr>
            <p:nvPr/>
          </p:nvSpPr>
          <p:spPr bwMode="auto">
            <a:xfrm>
              <a:off x="4611" y="154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98372" name="Line 36"/>
          <p:cNvSpPr>
            <a:spLocks noChangeShapeType="1"/>
          </p:cNvSpPr>
          <p:nvPr/>
        </p:nvSpPr>
        <p:spPr bwMode="auto">
          <a:xfrm>
            <a:off x="4718050" y="2895600"/>
            <a:ext cx="228600" cy="533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3" name="Line 37"/>
          <p:cNvSpPr>
            <a:spLocks noChangeShapeType="1"/>
          </p:cNvSpPr>
          <p:nvPr/>
        </p:nvSpPr>
        <p:spPr bwMode="auto">
          <a:xfrm flipH="1">
            <a:off x="4337050" y="3429000"/>
            <a:ext cx="60960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4" name="Line 38"/>
          <p:cNvSpPr>
            <a:spLocks noChangeShapeType="1"/>
          </p:cNvSpPr>
          <p:nvPr/>
        </p:nvSpPr>
        <p:spPr bwMode="auto">
          <a:xfrm>
            <a:off x="3727450" y="3429000"/>
            <a:ext cx="60960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5" name="Line 39"/>
          <p:cNvSpPr>
            <a:spLocks noChangeShapeType="1"/>
          </p:cNvSpPr>
          <p:nvPr/>
        </p:nvSpPr>
        <p:spPr bwMode="auto">
          <a:xfrm flipH="1">
            <a:off x="3727450" y="2895600"/>
            <a:ext cx="228600" cy="533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6" name="Line 40"/>
          <p:cNvSpPr>
            <a:spLocks noChangeShapeType="1"/>
          </p:cNvSpPr>
          <p:nvPr/>
        </p:nvSpPr>
        <p:spPr bwMode="auto">
          <a:xfrm>
            <a:off x="3727450" y="3429000"/>
            <a:ext cx="0" cy="609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7" name="Line 41"/>
          <p:cNvSpPr>
            <a:spLocks noChangeShapeType="1"/>
          </p:cNvSpPr>
          <p:nvPr/>
        </p:nvSpPr>
        <p:spPr bwMode="auto">
          <a:xfrm>
            <a:off x="3727450" y="4038600"/>
            <a:ext cx="1219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8" name="Line 42"/>
          <p:cNvSpPr>
            <a:spLocks noChangeShapeType="1"/>
          </p:cNvSpPr>
          <p:nvPr/>
        </p:nvSpPr>
        <p:spPr bwMode="auto">
          <a:xfrm flipV="1">
            <a:off x="4946650" y="3429000"/>
            <a:ext cx="0" cy="609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79" name="Line 43"/>
          <p:cNvSpPr>
            <a:spLocks noChangeShapeType="1"/>
          </p:cNvSpPr>
          <p:nvPr/>
        </p:nvSpPr>
        <p:spPr bwMode="auto">
          <a:xfrm flipV="1">
            <a:off x="4337050" y="3810000"/>
            <a:ext cx="0" cy="228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0" name="Line 44"/>
          <p:cNvSpPr>
            <a:spLocks noChangeShapeType="1"/>
          </p:cNvSpPr>
          <p:nvPr/>
        </p:nvSpPr>
        <p:spPr bwMode="auto">
          <a:xfrm>
            <a:off x="3956050" y="2895600"/>
            <a:ext cx="0" cy="114300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1" name="Line 45"/>
          <p:cNvSpPr>
            <a:spLocks noChangeShapeType="1"/>
          </p:cNvSpPr>
          <p:nvPr/>
        </p:nvSpPr>
        <p:spPr bwMode="auto">
          <a:xfrm>
            <a:off x="4718050" y="2895600"/>
            <a:ext cx="0" cy="114300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8382" name="Group 46"/>
          <p:cNvGrpSpPr>
            <a:grpSpLocks/>
          </p:cNvGrpSpPr>
          <p:nvPr/>
        </p:nvGrpSpPr>
        <p:grpSpPr bwMode="auto">
          <a:xfrm>
            <a:off x="2236788" y="4191000"/>
            <a:ext cx="1109662" cy="1181100"/>
            <a:chOff x="2181" y="2640"/>
            <a:chExt cx="699" cy="744"/>
          </a:xfrm>
        </p:grpSpPr>
        <p:sp>
          <p:nvSpPr>
            <p:cNvPr id="398383" name="Line 47"/>
            <p:cNvSpPr>
              <a:spLocks noChangeShapeType="1"/>
            </p:cNvSpPr>
            <p:nvPr/>
          </p:nvSpPr>
          <p:spPr bwMode="auto">
            <a:xfrm>
              <a:off x="2181" y="3048"/>
              <a:ext cx="33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4" name="Line 48"/>
            <p:cNvSpPr>
              <a:spLocks noChangeShapeType="1"/>
            </p:cNvSpPr>
            <p:nvPr/>
          </p:nvSpPr>
          <p:spPr bwMode="auto">
            <a:xfrm>
              <a:off x="2208" y="2976"/>
              <a:ext cx="38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5" name="Line 49"/>
            <p:cNvSpPr>
              <a:spLocks noChangeShapeType="1"/>
            </p:cNvSpPr>
            <p:nvPr/>
          </p:nvSpPr>
          <p:spPr bwMode="auto">
            <a:xfrm>
              <a:off x="2247" y="2898"/>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6" name="Line 50"/>
            <p:cNvSpPr>
              <a:spLocks noChangeShapeType="1"/>
            </p:cNvSpPr>
            <p:nvPr/>
          </p:nvSpPr>
          <p:spPr bwMode="auto">
            <a:xfrm>
              <a:off x="2295" y="2823"/>
              <a:ext cx="48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7" name="Line 51"/>
            <p:cNvSpPr>
              <a:spLocks noChangeShapeType="1"/>
            </p:cNvSpPr>
            <p:nvPr/>
          </p:nvSpPr>
          <p:spPr bwMode="auto">
            <a:xfrm>
              <a:off x="2352" y="2784"/>
              <a:ext cx="48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8" name="Line 52"/>
            <p:cNvSpPr>
              <a:spLocks noChangeShapeType="1"/>
            </p:cNvSpPr>
            <p:nvPr/>
          </p:nvSpPr>
          <p:spPr bwMode="auto">
            <a:xfrm>
              <a:off x="2400" y="2712"/>
              <a:ext cx="48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89" name="Line 53"/>
            <p:cNvSpPr>
              <a:spLocks noChangeShapeType="1"/>
            </p:cNvSpPr>
            <p:nvPr/>
          </p:nvSpPr>
          <p:spPr bwMode="auto">
            <a:xfrm>
              <a:off x="2448" y="264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0" name="Line 54"/>
            <p:cNvSpPr>
              <a:spLocks noChangeShapeType="1"/>
            </p:cNvSpPr>
            <p:nvPr/>
          </p:nvSpPr>
          <p:spPr bwMode="auto">
            <a:xfrm>
              <a:off x="2592" y="2688"/>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1" name="Line 55"/>
            <p:cNvSpPr>
              <a:spLocks noChangeShapeType="1"/>
            </p:cNvSpPr>
            <p:nvPr/>
          </p:nvSpPr>
          <p:spPr bwMode="auto">
            <a:xfrm>
              <a:off x="2736" y="2736"/>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398392" name="Group 56"/>
          <p:cNvGrpSpPr>
            <a:grpSpLocks/>
          </p:cNvGrpSpPr>
          <p:nvPr/>
        </p:nvGrpSpPr>
        <p:grpSpPr bwMode="auto">
          <a:xfrm>
            <a:off x="3727450" y="2876550"/>
            <a:ext cx="1176338" cy="857250"/>
            <a:chOff x="3120" y="1812"/>
            <a:chExt cx="741" cy="540"/>
          </a:xfrm>
        </p:grpSpPr>
        <p:sp>
          <p:nvSpPr>
            <p:cNvPr id="398393" name="Line 57"/>
            <p:cNvSpPr>
              <a:spLocks noChangeShapeType="1"/>
            </p:cNvSpPr>
            <p:nvPr/>
          </p:nvSpPr>
          <p:spPr bwMode="auto">
            <a:xfrm>
              <a:off x="3168" y="2064"/>
              <a:ext cx="19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4" name="Line 58"/>
            <p:cNvSpPr>
              <a:spLocks noChangeShapeType="1"/>
            </p:cNvSpPr>
            <p:nvPr/>
          </p:nvSpPr>
          <p:spPr bwMode="auto">
            <a:xfrm>
              <a:off x="3190" y="1983"/>
              <a:ext cx="287" cy="3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5" name="Line 59"/>
            <p:cNvSpPr>
              <a:spLocks noChangeShapeType="1"/>
            </p:cNvSpPr>
            <p:nvPr/>
          </p:nvSpPr>
          <p:spPr bwMode="auto">
            <a:xfrm>
              <a:off x="3216" y="1920"/>
              <a:ext cx="336"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6" name="Line 60"/>
            <p:cNvSpPr>
              <a:spLocks noChangeShapeType="1"/>
            </p:cNvSpPr>
            <p:nvPr/>
          </p:nvSpPr>
          <p:spPr bwMode="auto">
            <a:xfrm>
              <a:off x="3120" y="2112"/>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7" name="Line 61"/>
            <p:cNvSpPr>
              <a:spLocks noChangeShapeType="1"/>
            </p:cNvSpPr>
            <p:nvPr/>
          </p:nvSpPr>
          <p:spPr bwMode="auto">
            <a:xfrm>
              <a:off x="3237" y="1857"/>
              <a:ext cx="358" cy="44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8" name="Line 62"/>
            <p:cNvSpPr>
              <a:spLocks noChangeShapeType="1"/>
            </p:cNvSpPr>
            <p:nvPr/>
          </p:nvSpPr>
          <p:spPr bwMode="auto">
            <a:xfrm>
              <a:off x="3288" y="1842"/>
              <a:ext cx="368" cy="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399" name="Line 63"/>
            <p:cNvSpPr>
              <a:spLocks noChangeShapeType="1"/>
            </p:cNvSpPr>
            <p:nvPr/>
          </p:nvSpPr>
          <p:spPr bwMode="auto">
            <a:xfrm>
              <a:off x="3339" y="1824"/>
              <a:ext cx="357"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0" name="Line 64"/>
            <p:cNvSpPr>
              <a:spLocks noChangeShapeType="1"/>
            </p:cNvSpPr>
            <p:nvPr/>
          </p:nvSpPr>
          <p:spPr bwMode="auto">
            <a:xfrm>
              <a:off x="3453" y="1812"/>
              <a:ext cx="372" cy="3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1" name="Line 65"/>
            <p:cNvSpPr>
              <a:spLocks noChangeShapeType="1"/>
            </p:cNvSpPr>
            <p:nvPr/>
          </p:nvSpPr>
          <p:spPr bwMode="auto">
            <a:xfrm>
              <a:off x="3525" y="1824"/>
              <a:ext cx="33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2" name="Line 66"/>
            <p:cNvSpPr>
              <a:spLocks noChangeShapeType="1"/>
            </p:cNvSpPr>
            <p:nvPr/>
          </p:nvSpPr>
          <p:spPr bwMode="auto">
            <a:xfrm>
              <a:off x="3660" y="1821"/>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3" name="Line 67"/>
            <p:cNvSpPr>
              <a:spLocks noChangeShapeType="1"/>
            </p:cNvSpPr>
            <p:nvPr/>
          </p:nvSpPr>
          <p:spPr bwMode="auto">
            <a:xfrm>
              <a:off x="3600" y="1824"/>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4" name="Line 68"/>
            <p:cNvSpPr>
              <a:spLocks noChangeShapeType="1"/>
            </p:cNvSpPr>
            <p:nvPr/>
          </p:nvSpPr>
          <p:spPr bwMode="auto">
            <a:xfrm>
              <a:off x="3390" y="1812"/>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398405" name="Group 69"/>
          <p:cNvGrpSpPr>
            <a:grpSpLocks/>
          </p:cNvGrpSpPr>
          <p:nvPr/>
        </p:nvGrpSpPr>
        <p:grpSpPr bwMode="auto">
          <a:xfrm>
            <a:off x="679450" y="1133475"/>
            <a:ext cx="2662238" cy="2676525"/>
            <a:chOff x="1200" y="714"/>
            <a:chExt cx="1677" cy="1686"/>
          </a:xfrm>
        </p:grpSpPr>
        <p:sp>
          <p:nvSpPr>
            <p:cNvPr id="398406" name="Line 70"/>
            <p:cNvSpPr>
              <a:spLocks noChangeShapeType="1"/>
            </p:cNvSpPr>
            <p:nvPr/>
          </p:nvSpPr>
          <p:spPr bwMode="auto">
            <a:xfrm flipH="1" flipV="1">
              <a:off x="1200" y="1248"/>
              <a:ext cx="96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7" name="Line 71"/>
            <p:cNvSpPr>
              <a:spLocks noChangeShapeType="1"/>
            </p:cNvSpPr>
            <p:nvPr/>
          </p:nvSpPr>
          <p:spPr bwMode="auto">
            <a:xfrm flipH="1" flipV="1">
              <a:off x="1488" y="1056"/>
              <a:ext cx="96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08" name="Line 72"/>
            <p:cNvSpPr>
              <a:spLocks noChangeShapeType="1"/>
            </p:cNvSpPr>
            <p:nvPr/>
          </p:nvSpPr>
          <p:spPr bwMode="auto">
            <a:xfrm flipH="1" flipV="1">
              <a:off x="1917" y="714"/>
              <a:ext cx="960" cy="11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8409" name="Oval 73"/>
          <p:cNvSpPr>
            <a:spLocks noChangeArrowheads="1"/>
          </p:cNvSpPr>
          <p:nvPr/>
        </p:nvSpPr>
        <p:spPr bwMode="auto">
          <a:xfrm>
            <a:off x="984250" y="2362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10" name="Oval 74"/>
          <p:cNvSpPr>
            <a:spLocks noChangeArrowheads="1"/>
          </p:cNvSpPr>
          <p:nvPr/>
        </p:nvSpPr>
        <p:spPr bwMode="auto">
          <a:xfrm>
            <a:off x="1746250" y="2362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11" name="Oval 75"/>
          <p:cNvSpPr>
            <a:spLocks noChangeArrowheads="1"/>
          </p:cNvSpPr>
          <p:nvPr/>
        </p:nvSpPr>
        <p:spPr bwMode="auto">
          <a:xfrm>
            <a:off x="1060450" y="1600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12" name="Oval 76"/>
          <p:cNvSpPr>
            <a:spLocks noChangeArrowheads="1"/>
          </p:cNvSpPr>
          <p:nvPr/>
        </p:nvSpPr>
        <p:spPr bwMode="auto">
          <a:xfrm>
            <a:off x="2355850" y="1752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13" name="Oval 77"/>
          <p:cNvSpPr>
            <a:spLocks noChangeArrowheads="1"/>
          </p:cNvSpPr>
          <p:nvPr/>
        </p:nvSpPr>
        <p:spPr bwMode="auto">
          <a:xfrm>
            <a:off x="1898650" y="1219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14" name="Line 78"/>
          <p:cNvSpPr>
            <a:spLocks noChangeShapeType="1"/>
          </p:cNvSpPr>
          <p:nvPr/>
        </p:nvSpPr>
        <p:spPr bwMode="auto">
          <a:xfrm>
            <a:off x="1060450" y="1600200"/>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15" name="Line 79"/>
          <p:cNvSpPr>
            <a:spLocks noChangeShapeType="1"/>
          </p:cNvSpPr>
          <p:nvPr/>
        </p:nvSpPr>
        <p:spPr bwMode="auto">
          <a:xfrm>
            <a:off x="1060450" y="2362200"/>
            <a:ext cx="762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16" name="Line 80"/>
          <p:cNvSpPr>
            <a:spLocks noChangeShapeType="1"/>
          </p:cNvSpPr>
          <p:nvPr/>
        </p:nvSpPr>
        <p:spPr bwMode="auto">
          <a:xfrm flipV="1">
            <a:off x="1822450" y="1752600"/>
            <a:ext cx="6096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17" name="Line 81"/>
          <p:cNvSpPr>
            <a:spLocks noChangeShapeType="1"/>
          </p:cNvSpPr>
          <p:nvPr/>
        </p:nvSpPr>
        <p:spPr bwMode="auto">
          <a:xfrm flipH="1">
            <a:off x="1060450" y="1219200"/>
            <a:ext cx="8382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18" name="Line 82"/>
          <p:cNvSpPr>
            <a:spLocks noChangeShapeType="1"/>
          </p:cNvSpPr>
          <p:nvPr/>
        </p:nvSpPr>
        <p:spPr bwMode="auto">
          <a:xfrm rot="144524">
            <a:off x="1873250" y="1238250"/>
            <a:ext cx="533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19" name="Text Box 83"/>
          <p:cNvSpPr txBox="1">
            <a:spLocks noChangeArrowheads="1"/>
          </p:cNvSpPr>
          <p:nvPr/>
        </p:nvSpPr>
        <p:spPr bwMode="auto">
          <a:xfrm>
            <a:off x="1196975" y="38100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X</a:t>
            </a:r>
          </a:p>
        </p:txBody>
      </p:sp>
      <p:sp>
        <p:nvSpPr>
          <p:cNvPr id="398420" name="Text Box 84"/>
          <p:cNvSpPr txBox="1">
            <a:spLocks noChangeArrowheads="1"/>
          </p:cNvSpPr>
          <p:nvPr/>
        </p:nvSpPr>
        <p:spPr bwMode="auto">
          <a:xfrm>
            <a:off x="4987925" y="381495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Y</a:t>
            </a:r>
          </a:p>
        </p:txBody>
      </p:sp>
      <p:sp>
        <p:nvSpPr>
          <p:cNvPr id="398421" name="Line 85"/>
          <p:cNvSpPr>
            <a:spLocks noChangeShapeType="1"/>
          </p:cNvSpPr>
          <p:nvPr/>
        </p:nvSpPr>
        <p:spPr bwMode="auto">
          <a:xfrm>
            <a:off x="3956050" y="2895600"/>
            <a:ext cx="7620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398422" name="Group 86"/>
          <p:cNvGrpSpPr>
            <a:grpSpLocks/>
          </p:cNvGrpSpPr>
          <p:nvPr/>
        </p:nvGrpSpPr>
        <p:grpSpPr bwMode="auto">
          <a:xfrm>
            <a:off x="1060450" y="1600200"/>
            <a:ext cx="2274888" cy="1828800"/>
            <a:chOff x="1440" y="1008"/>
            <a:chExt cx="1433" cy="1152"/>
          </a:xfrm>
        </p:grpSpPr>
        <p:sp>
          <p:nvSpPr>
            <p:cNvPr id="398423" name="Line 87"/>
            <p:cNvSpPr>
              <a:spLocks noChangeShapeType="1"/>
            </p:cNvSpPr>
            <p:nvPr/>
          </p:nvSpPr>
          <p:spPr bwMode="auto">
            <a:xfrm flipH="1">
              <a:off x="1536" y="1008"/>
              <a:ext cx="1152" cy="10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24" name="Text Box 88"/>
            <p:cNvSpPr txBox="1">
              <a:spLocks noChangeArrowheads="1"/>
            </p:cNvSpPr>
            <p:nvPr/>
          </p:nvSpPr>
          <p:spPr bwMode="auto">
            <a:xfrm>
              <a:off x="1440" y="1968"/>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X</a:t>
              </a:r>
              <a:r>
                <a:rPr lang="en-US" altLang="en-US" sz="1400" b="0" baseline="-25000">
                  <a:latin typeface="Times New Roman" charset="0"/>
                </a:rPr>
                <a:t>1</a:t>
              </a:r>
            </a:p>
          </p:txBody>
        </p:sp>
        <p:sp>
          <p:nvSpPr>
            <p:cNvPr id="398425" name="Text Box 89"/>
            <p:cNvSpPr txBox="1">
              <a:spLocks noChangeArrowheads="1"/>
            </p:cNvSpPr>
            <p:nvPr/>
          </p:nvSpPr>
          <p:spPr bwMode="auto">
            <a:xfrm>
              <a:off x="2640" y="1008"/>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Y</a:t>
              </a:r>
              <a:r>
                <a:rPr lang="en-US" altLang="en-US" sz="1400" b="0" baseline="-25000">
                  <a:latin typeface="Times New Roman" charset="0"/>
                </a:rPr>
                <a:t>1</a:t>
              </a:r>
            </a:p>
          </p:txBody>
        </p:sp>
      </p:grpSp>
      <p:grpSp>
        <p:nvGrpSpPr>
          <p:cNvPr id="398426" name="Group 90"/>
          <p:cNvGrpSpPr>
            <a:grpSpLocks/>
          </p:cNvGrpSpPr>
          <p:nvPr/>
        </p:nvGrpSpPr>
        <p:grpSpPr bwMode="auto">
          <a:xfrm>
            <a:off x="1060450" y="1295400"/>
            <a:ext cx="1295400" cy="1066800"/>
            <a:chOff x="1440" y="816"/>
            <a:chExt cx="816" cy="672"/>
          </a:xfrm>
        </p:grpSpPr>
        <p:sp>
          <p:nvSpPr>
            <p:cNvPr id="398427" name="Line 91"/>
            <p:cNvSpPr>
              <a:spLocks noChangeShapeType="1"/>
            </p:cNvSpPr>
            <p:nvPr/>
          </p:nvSpPr>
          <p:spPr bwMode="auto">
            <a:xfrm>
              <a:off x="1824" y="816"/>
              <a:ext cx="240"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28" name="Line 92"/>
            <p:cNvSpPr>
              <a:spLocks noChangeShapeType="1"/>
            </p:cNvSpPr>
            <p:nvPr/>
          </p:nvSpPr>
          <p:spPr bwMode="auto">
            <a:xfrm>
              <a:off x="1728" y="864"/>
              <a:ext cx="38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29" name="Line 93"/>
            <p:cNvSpPr>
              <a:spLocks noChangeShapeType="1"/>
            </p:cNvSpPr>
            <p:nvPr/>
          </p:nvSpPr>
          <p:spPr bwMode="auto">
            <a:xfrm>
              <a:off x="1632" y="912"/>
              <a:ext cx="57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0" name="Line 94"/>
            <p:cNvSpPr>
              <a:spLocks noChangeShapeType="1"/>
            </p:cNvSpPr>
            <p:nvPr/>
          </p:nvSpPr>
          <p:spPr bwMode="auto">
            <a:xfrm>
              <a:off x="1536" y="960"/>
              <a:ext cx="72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1" name="Line 95"/>
            <p:cNvSpPr>
              <a:spLocks noChangeShapeType="1"/>
            </p:cNvSpPr>
            <p:nvPr/>
          </p:nvSpPr>
          <p:spPr bwMode="auto">
            <a:xfrm>
              <a:off x="1440" y="1008"/>
              <a:ext cx="76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2" name="Line 96"/>
            <p:cNvSpPr>
              <a:spLocks noChangeShapeType="1"/>
            </p:cNvSpPr>
            <p:nvPr/>
          </p:nvSpPr>
          <p:spPr bwMode="auto">
            <a:xfrm>
              <a:off x="1440" y="1056"/>
              <a:ext cx="72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3" name="Line 97"/>
            <p:cNvSpPr>
              <a:spLocks noChangeShapeType="1"/>
            </p:cNvSpPr>
            <p:nvPr/>
          </p:nvSpPr>
          <p:spPr bwMode="auto">
            <a:xfrm>
              <a:off x="1440" y="1104"/>
              <a:ext cx="67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4" name="Line 98"/>
            <p:cNvSpPr>
              <a:spLocks noChangeShapeType="1"/>
            </p:cNvSpPr>
            <p:nvPr/>
          </p:nvSpPr>
          <p:spPr bwMode="auto">
            <a:xfrm>
              <a:off x="1456" y="1152"/>
              <a:ext cx="57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5" name="Line 99"/>
            <p:cNvSpPr>
              <a:spLocks noChangeShapeType="1"/>
            </p:cNvSpPr>
            <p:nvPr/>
          </p:nvSpPr>
          <p:spPr bwMode="auto">
            <a:xfrm>
              <a:off x="1440" y="1200"/>
              <a:ext cx="57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6" name="Line 100"/>
            <p:cNvSpPr>
              <a:spLocks noChangeShapeType="1"/>
            </p:cNvSpPr>
            <p:nvPr/>
          </p:nvSpPr>
          <p:spPr bwMode="auto">
            <a:xfrm>
              <a:off x="1440" y="1248"/>
              <a:ext cx="52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7" name="Line 101"/>
            <p:cNvSpPr>
              <a:spLocks noChangeShapeType="1"/>
            </p:cNvSpPr>
            <p:nvPr/>
          </p:nvSpPr>
          <p:spPr bwMode="auto">
            <a:xfrm>
              <a:off x="1440" y="1344"/>
              <a:ext cx="38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8" name="Line 102"/>
            <p:cNvSpPr>
              <a:spLocks noChangeShapeType="1"/>
            </p:cNvSpPr>
            <p:nvPr/>
          </p:nvSpPr>
          <p:spPr bwMode="auto">
            <a:xfrm>
              <a:off x="1440" y="1392"/>
              <a:ext cx="24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39" name="Line 103"/>
            <p:cNvSpPr>
              <a:spLocks noChangeShapeType="1"/>
            </p:cNvSpPr>
            <p:nvPr/>
          </p:nvSpPr>
          <p:spPr bwMode="auto">
            <a:xfrm>
              <a:off x="1440" y="1440"/>
              <a:ext cx="96"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40" name="Line 104"/>
            <p:cNvSpPr>
              <a:spLocks noChangeShapeType="1"/>
            </p:cNvSpPr>
            <p:nvPr/>
          </p:nvSpPr>
          <p:spPr bwMode="auto">
            <a:xfrm>
              <a:off x="1440" y="1296"/>
              <a:ext cx="480" cy="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398441" name="Text Box 105"/>
          <p:cNvSpPr txBox="1">
            <a:spLocks noChangeArrowheads="1"/>
          </p:cNvSpPr>
          <p:nvPr/>
        </p:nvSpPr>
        <p:spPr bwMode="auto">
          <a:xfrm rot="19357192">
            <a:off x="1798638" y="3098800"/>
            <a:ext cx="197643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             b’ e’                c’ d’</a:t>
            </a:r>
          </a:p>
        </p:txBody>
      </p:sp>
      <p:grpSp>
        <p:nvGrpSpPr>
          <p:cNvPr id="398442" name="Group 106"/>
          <p:cNvGrpSpPr>
            <a:grpSpLocks/>
          </p:cNvGrpSpPr>
          <p:nvPr/>
        </p:nvGrpSpPr>
        <p:grpSpPr bwMode="auto">
          <a:xfrm>
            <a:off x="749300" y="990600"/>
            <a:ext cx="1885950" cy="1641475"/>
            <a:chOff x="1244" y="624"/>
            <a:chExt cx="1188" cy="1034"/>
          </a:xfrm>
        </p:grpSpPr>
        <p:sp>
          <p:nvSpPr>
            <p:cNvPr id="398443" name="Text Box 107"/>
            <p:cNvSpPr txBox="1">
              <a:spLocks noChangeArrowheads="1"/>
            </p:cNvSpPr>
            <p:nvPr/>
          </p:nvSpPr>
          <p:spPr bwMode="auto">
            <a:xfrm>
              <a:off x="1244" y="1428"/>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398444" name="Text Box 108"/>
            <p:cNvSpPr txBox="1">
              <a:spLocks noChangeArrowheads="1"/>
            </p:cNvSpPr>
            <p:nvPr/>
          </p:nvSpPr>
          <p:spPr bwMode="auto">
            <a:xfrm>
              <a:off x="1296" y="864"/>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398445" name="Text Box 109"/>
            <p:cNvSpPr txBox="1">
              <a:spLocks noChangeArrowheads="1"/>
            </p:cNvSpPr>
            <p:nvPr/>
          </p:nvSpPr>
          <p:spPr bwMode="auto">
            <a:xfrm>
              <a:off x="1872" y="624"/>
              <a:ext cx="18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sp>
          <p:nvSpPr>
            <p:cNvPr id="398446" name="Text Box 110"/>
            <p:cNvSpPr txBox="1">
              <a:spLocks noChangeArrowheads="1"/>
            </p:cNvSpPr>
            <p:nvPr/>
          </p:nvSpPr>
          <p:spPr bwMode="auto">
            <a:xfrm>
              <a:off x="1728" y="1485"/>
              <a:ext cx="17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398447" name="Text Box 111"/>
            <p:cNvSpPr txBox="1">
              <a:spLocks noChangeArrowheads="1"/>
            </p:cNvSpPr>
            <p:nvPr/>
          </p:nvSpPr>
          <p:spPr bwMode="auto">
            <a:xfrm>
              <a:off x="2247" y="966"/>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grpSp>
      <p:grpSp>
        <p:nvGrpSpPr>
          <p:cNvPr id="398448" name="Group 112"/>
          <p:cNvGrpSpPr>
            <a:grpSpLocks/>
          </p:cNvGrpSpPr>
          <p:nvPr/>
        </p:nvGrpSpPr>
        <p:grpSpPr bwMode="auto">
          <a:xfrm>
            <a:off x="2012950" y="4038600"/>
            <a:ext cx="1555750" cy="1570038"/>
            <a:chOff x="2040" y="2544"/>
            <a:chExt cx="980" cy="989"/>
          </a:xfrm>
        </p:grpSpPr>
        <p:sp>
          <p:nvSpPr>
            <p:cNvPr id="398449" name="Text Box 113"/>
            <p:cNvSpPr txBox="1">
              <a:spLocks noChangeArrowheads="1"/>
            </p:cNvSpPr>
            <p:nvPr/>
          </p:nvSpPr>
          <p:spPr bwMode="auto">
            <a:xfrm>
              <a:off x="2040" y="2928"/>
              <a:ext cx="15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398450" name="Text Box 114"/>
            <p:cNvSpPr txBox="1">
              <a:spLocks noChangeArrowheads="1"/>
            </p:cNvSpPr>
            <p:nvPr/>
          </p:nvSpPr>
          <p:spPr bwMode="auto">
            <a:xfrm>
              <a:off x="2304" y="2544"/>
              <a:ext cx="15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398451" name="Text Box 115"/>
            <p:cNvSpPr txBox="1">
              <a:spLocks noChangeArrowheads="1"/>
            </p:cNvSpPr>
            <p:nvPr/>
          </p:nvSpPr>
          <p:spPr bwMode="auto">
            <a:xfrm>
              <a:off x="2856" y="2708"/>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sp>
          <p:nvSpPr>
            <p:cNvPr id="398452" name="Text Box 116"/>
            <p:cNvSpPr txBox="1">
              <a:spLocks noChangeArrowheads="1"/>
            </p:cNvSpPr>
            <p:nvPr/>
          </p:nvSpPr>
          <p:spPr bwMode="auto">
            <a:xfrm>
              <a:off x="2400" y="3360"/>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398453" name="Text Box 117"/>
            <p:cNvSpPr txBox="1">
              <a:spLocks noChangeArrowheads="1"/>
            </p:cNvSpPr>
            <p:nvPr/>
          </p:nvSpPr>
          <p:spPr bwMode="auto">
            <a:xfrm>
              <a:off x="2848" y="3168"/>
              <a:ext cx="15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grpSp>
      <p:sp>
        <p:nvSpPr>
          <p:cNvPr id="398454" name="Text Box 118"/>
          <p:cNvSpPr txBox="1">
            <a:spLocks noChangeArrowheads="1"/>
          </p:cNvSpPr>
          <p:nvPr/>
        </p:nvSpPr>
        <p:spPr bwMode="auto">
          <a:xfrm rot="-2304892">
            <a:off x="349250" y="1328738"/>
            <a:ext cx="949325"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TRUE SHAPE</a:t>
            </a:r>
          </a:p>
        </p:txBody>
      </p:sp>
      <p:grpSp>
        <p:nvGrpSpPr>
          <p:cNvPr id="398461" name="Group 125"/>
          <p:cNvGrpSpPr>
            <a:grpSpLocks/>
          </p:cNvGrpSpPr>
          <p:nvPr/>
        </p:nvGrpSpPr>
        <p:grpSpPr bwMode="auto">
          <a:xfrm>
            <a:off x="5064125" y="2286000"/>
            <a:ext cx="4003675" cy="352425"/>
            <a:chOff x="3024" y="1440"/>
            <a:chExt cx="2522" cy="222"/>
          </a:xfrm>
        </p:grpSpPr>
        <p:sp>
          <p:nvSpPr>
            <p:cNvPr id="398462" name="Text Box 126"/>
            <p:cNvSpPr txBox="1">
              <a:spLocks noChangeArrowheads="1"/>
            </p:cNvSpPr>
            <p:nvPr/>
          </p:nvSpPr>
          <p:spPr bwMode="auto">
            <a:xfrm>
              <a:off x="3024" y="144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398463" name="Text Box 127"/>
            <p:cNvSpPr txBox="1">
              <a:spLocks noChangeArrowheads="1"/>
            </p:cNvSpPr>
            <p:nvPr/>
          </p:nvSpPr>
          <p:spPr bwMode="auto">
            <a:xfrm>
              <a:off x="3489" y="1446"/>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398464" name="Text Box 128"/>
            <p:cNvSpPr txBox="1">
              <a:spLocks noChangeArrowheads="1"/>
            </p:cNvSpPr>
            <p:nvPr/>
          </p:nvSpPr>
          <p:spPr bwMode="auto">
            <a:xfrm>
              <a:off x="3954" y="1452"/>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398465" name="Text Box 129"/>
            <p:cNvSpPr txBox="1">
              <a:spLocks noChangeArrowheads="1"/>
            </p:cNvSpPr>
            <p:nvPr/>
          </p:nvSpPr>
          <p:spPr bwMode="auto">
            <a:xfrm>
              <a:off x="4419" y="1458"/>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398466" name="Text Box 130"/>
            <p:cNvSpPr txBox="1">
              <a:spLocks noChangeArrowheads="1"/>
            </p:cNvSpPr>
            <p:nvPr/>
          </p:nvSpPr>
          <p:spPr bwMode="auto">
            <a:xfrm>
              <a:off x="4884" y="1464"/>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398467" name="Text Box 131"/>
            <p:cNvSpPr txBox="1">
              <a:spLocks noChangeArrowheads="1"/>
            </p:cNvSpPr>
            <p:nvPr/>
          </p:nvSpPr>
          <p:spPr bwMode="auto">
            <a:xfrm>
              <a:off x="5349" y="147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grpSp>
      <p:sp>
        <p:nvSpPr>
          <p:cNvPr id="398468" name="Line 132"/>
          <p:cNvSpPr>
            <a:spLocks noChangeShapeType="1"/>
          </p:cNvSpPr>
          <p:nvPr/>
        </p:nvSpPr>
        <p:spPr bwMode="auto">
          <a:xfrm>
            <a:off x="4987925" y="3781425"/>
            <a:ext cx="4038600" cy="0"/>
          </a:xfrm>
          <a:prstGeom prst="line">
            <a:avLst/>
          </a:prstGeom>
          <a:noFill/>
          <a:ln w="952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69" name="Line 133"/>
          <p:cNvSpPr>
            <a:spLocks noChangeShapeType="1"/>
          </p:cNvSpPr>
          <p:nvPr/>
        </p:nvSpPr>
        <p:spPr bwMode="auto">
          <a:xfrm>
            <a:off x="4987925" y="3429000"/>
            <a:ext cx="4038600" cy="0"/>
          </a:xfrm>
          <a:prstGeom prst="line">
            <a:avLst/>
          </a:prstGeom>
          <a:noFill/>
          <a:ln w="952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70" name="Line 134"/>
          <p:cNvSpPr>
            <a:spLocks noChangeShapeType="1"/>
          </p:cNvSpPr>
          <p:nvPr/>
        </p:nvSpPr>
        <p:spPr bwMode="auto">
          <a:xfrm>
            <a:off x="4759325" y="2895600"/>
            <a:ext cx="4267200" cy="0"/>
          </a:xfrm>
          <a:prstGeom prst="line">
            <a:avLst/>
          </a:prstGeom>
          <a:noFill/>
          <a:ln w="952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2" name="Group 1"/>
          <p:cNvGrpSpPr/>
          <p:nvPr/>
        </p:nvGrpSpPr>
        <p:grpSpPr>
          <a:xfrm>
            <a:off x="5168900" y="2590800"/>
            <a:ext cx="3871913" cy="1752600"/>
            <a:chOff x="5168900" y="2590800"/>
            <a:chExt cx="3871913" cy="1752600"/>
          </a:xfrm>
        </p:grpSpPr>
        <p:sp>
          <p:nvSpPr>
            <p:cNvPr id="398456" name="Rectangle 120"/>
            <p:cNvSpPr>
              <a:spLocks noChangeArrowheads="1"/>
            </p:cNvSpPr>
            <p:nvPr/>
          </p:nvSpPr>
          <p:spPr bwMode="auto">
            <a:xfrm>
              <a:off x="5216525" y="2590800"/>
              <a:ext cx="762000" cy="1452563"/>
            </a:xfrm>
            <a:prstGeom prst="rect">
              <a:avLst/>
            </a:prstGeom>
            <a:solidFill>
              <a:schemeClr val="bg1"/>
            </a:solidFill>
            <a:ln w="9525">
              <a:solidFill>
                <a:schemeClr val="tx1">
                  <a:lumMod val="50000"/>
                  <a:lumOff val="50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57" name="Rectangle 121"/>
            <p:cNvSpPr>
              <a:spLocks noChangeArrowheads="1"/>
            </p:cNvSpPr>
            <p:nvPr/>
          </p:nvSpPr>
          <p:spPr bwMode="auto">
            <a:xfrm>
              <a:off x="5983288" y="2590800"/>
              <a:ext cx="762000" cy="1452563"/>
            </a:xfrm>
            <a:prstGeom prst="rect">
              <a:avLst/>
            </a:prstGeom>
            <a:solidFill>
              <a:schemeClr val="bg1"/>
            </a:solidFill>
            <a:ln w="9525">
              <a:solidFill>
                <a:schemeClr val="tx1">
                  <a:lumMod val="50000"/>
                  <a:lumOff val="50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58" name="Rectangle 122"/>
            <p:cNvSpPr>
              <a:spLocks noChangeArrowheads="1"/>
            </p:cNvSpPr>
            <p:nvPr/>
          </p:nvSpPr>
          <p:spPr bwMode="auto">
            <a:xfrm>
              <a:off x="6750050" y="2590800"/>
              <a:ext cx="762000" cy="1452563"/>
            </a:xfrm>
            <a:prstGeom prst="rect">
              <a:avLst/>
            </a:prstGeom>
            <a:solidFill>
              <a:schemeClr val="bg1"/>
            </a:solidFill>
            <a:ln w="9525">
              <a:solidFill>
                <a:schemeClr val="tx1">
                  <a:lumMod val="50000"/>
                  <a:lumOff val="50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59" name="Rectangle 123"/>
            <p:cNvSpPr>
              <a:spLocks noChangeArrowheads="1"/>
            </p:cNvSpPr>
            <p:nvPr/>
          </p:nvSpPr>
          <p:spPr bwMode="auto">
            <a:xfrm>
              <a:off x="7502525" y="2590800"/>
              <a:ext cx="762000" cy="1452563"/>
            </a:xfrm>
            <a:prstGeom prst="rect">
              <a:avLst/>
            </a:prstGeom>
            <a:solidFill>
              <a:schemeClr val="bg1"/>
            </a:solidFill>
            <a:ln w="9525">
              <a:solidFill>
                <a:schemeClr val="tx1">
                  <a:lumMod val="50000"/>
                  <a:lumOff val="50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60" name="Rectangle 124"/>
            <p:cNvSpPr>
              <a:spLocks noChangeArrowheads="1"/>
            </p:cNvSpPr>
            <p:nvPr/>
          </p:nvSpPr>
          <p:spPr bwMode="auto">
            <a:xfrm>
              <a:off x="8255000" y="2590800"/>
              <a:ext cx="762000" cy="1452563"/>
            </a:xfrm>
            <a:prstGeom prst="rect">
              <a:avLst/>
            </a:prstGeom>
            <a:solidFill>
              <a:schemeClr val="bg1"/>
            </a:solidFill>
            <a:ln w="9525">
              <a:solidFill>
                <a:schemeClr val="tx1">
                  <a:lumMod val="50000"/>
                  <a:lumOff val="50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398471" name="Group 135"/>
            <p:cNvGrpSpPr>
              <a:grpSpLocks/>
            </p:cNvGrpSpPr>
            <p:nvPr/>
          </p:nvGrpSpPr>
          <p:grpSpPr bwMode="auto">
            <a:xfrm>
              <a:off x="5168900" y="2833688"/>
              <a:ext cx="3871913" cy="976312"/>
              <a:chOff x="3090" y="1794"/>
              <a:chExt cx="2439" cy="615"/>
            </a:xfrm>
          </p:grpSpPr>
          <p:sp>
            <p:nvSpPr>
              <p:cNvPr id="398472" name="Oval 136"/>
              <p:cNvSpPr>
                <a:spLocks noChangeArrowheads="1"/>
              </p:cNvSpPr>
              <p:nvPr/>
            </p:nvSpPr>
            <p:spPr bwMode="auto">
              <a:xfrm>
                <a:off x="3090" y="2361"/>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73" name="Oval 137"/>
              <p:cNvSpPr>
                <a:spLocks noChangeArrowheads="1"/>
              </p:cNvSpPr>
              <p:nvPr/>
            </p:nvSpPr>
            <p:spPr bwMode="auto">
              <a:xfrm>
                <a:off x="3582" y="2121"/>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74" name="Oval 138"/>
              <p:cNvSpPr>
                <a:spLocks noChangeArrowheads="1"/>
              </p:cNvSpPr>
              <p:nvPr/>
            </p:nvSpPr>
            <p:spPr bwMode="auto">
              <a:xfrm>
                <a:off x="5019" y="2130"/>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75" name="Oval 139"/>
              <p:cNvSpPr>
                <a:spLocks noChangeArrowheads="1"/>
              </p:cNvSpPr>
              <p:nvPr/>
            </p:nvSpPr>
            <p:spPr bwMode="auto">
              <a:xfrm>
                <a:off x="5481" y="2361"/>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76" name="Oval 140"/>
              <p:cNvSpPr>
                <a:spLocks noChangeArrowheads="1"/>
              </p:cNvSpPr>
              <p:nvPr/>
            </p:nvSpPr>
            <p:spPr bwMode="auto">
              <a:xfrm>
                <a:off x="4062" y="1794"/>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77" name="Oval 141"/>
              <p:cNvSpPr>
                <a:spLocks noChangeArrowheads="1"/>
              </p:cNvSpPr>
              <p:nvPr/>
            </p:nvSpPr>
            <p:spPr bwMode="auto">
              <a:xfrm>
                <a:off x="4533" y="1806"/>
                <a:ext cx="48" cy="48"/>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398478" name="Line 142"/>
            <p:cNvSpPr>
              <a:spLocks noChangeShapeType="1"/>
            </p:cNvSpPr>
            <p:nvPr/>
          </p:nvSpPr>
          <p:spPr bwMode="auto">
            <a:xfrm flipV="1">
              <a:off x="5216525" y="2895600"/>
              <a:ext cx="1600200" cy="914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79" name="Line 143"/>
            <p:cNvSpPr>
              <a:spLocks noChangeShapeType="1"/>
            </p:cNvSpPr>
            <p:nvPr/>
          </p:nvSpPr>
          <p:spPr bwMode="auto">
            <a:xfrm>
              <a:off x="6740525" y="2895600"/>
              <a:ext cx="762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0" name="Line 144"/>
            <p:cNvSpPr>
              <a:spLocks noChangeShapeType="1"/>
            </p:cNvSpPr>
            <p:nvPr/>
          </p:nvSpPr>
          <p:spPr bwMode="auto">
            <a:xfrm>
              <a:off x="7502525" y="2895600"/>
              <a:ext cx="7620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1" name="Line 145"/>
            <p:cNvSpPr>
              <a:spLocks noChangeShapeType="1"/>
            </p:cNvSpPr>
            <p:nvPr/>
          </p:nvSpPr>
          <p:spPr bwMode="auto">
            <a:xfrm>
              <a:off x="8264525" y="3429000"/>
              <a:ext cx="762000" cy="381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2" name="Line 146"/>
            <p:cNvSpPr>
              <a:spLocks noChangeShapeType="1"/>
            </p:cNvSpPr>
            <p:nvPr/>
          </p:nvSpPr>
          <p:spPr bwMode="auto">
            <a:xfrm>
              <a:off x="9026525" y="3810000"/>
              <a:ext cx="0" cy="228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3" name="Line 147"/>
            <p:cNvSpPr>
              <a:spLocks noChangeShapeType="1"/>
            </p:cNvSpPr>
            <p:nvPr/>
          </p:nvSpPr>
          <p:spPr bwMode="auto">
            <a:xfrm flipH="1">
              <a:off x="5216525" y="4038600"/>
              <a:ext cx="3810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4" name="Line 148"/>
            <p:cNvSpPr>
              <a:spLocks noChangeShapeType="1"/>
            </p:cNvSpPr>
            <p:nvPr/>
          </p:nvSpPr>
          <p:spPr bwMode="auto">
            <a:xfrm flipV="1">
              <a:off x="5216525" y="3810000"/>
              <a:ext cx="0" cy="228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5" name="Line 149"/>
            <p:cNvSpPr>
              <a:spLocks noChangeShapeType="1"/>
            </p:cNvSpPr>
            <p:nvPr/>
          </p:nvSpPr>
          <p:spPr bwMode="auto">
            <a:xfrm flipV="1">
              <a:off x="5978525" y="3429000"/>
              <a:ext cx="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6" name="Line 150"/>
            <p:cNvSpPr>
              <a:spLocks noChangeShapeType="1"/>
            </p:cNvSpPr>
            <p:nvPr/>
          </p:nvSpPr>
          <p:spPr bwMode="auto">
            <a:xfrm flipV="1">
              <a:off x="6754813" y="2895600"/>
              <a:ext cx="0" cy="1143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7" name="Line 151"/>
            <p:cNvSpPr>
              <a:spLocks noChangeShapeType="1"/>
            </p:cNvSpPr>
            <p:nvPr/>
          </p:nvSpPr>
          <p:spPr bwMode="auto">
            <a:xfrm flipV="1">
              <a:off x="7502525" y="2895600"/>
              <a:ext cx="0" cy="1143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8" name="Line 152"/>
            <p:cNvSpPr>
              <a:spLocks noChangeShapeType="1"/>
            </p:cNvSpPr>
            <p:nvPr/>
          </p:nvSpPr>
          <p:spPr bwMode="auto">
            <a:xfrm flipV="1">
              <a:off x="8264525" y="3429000"/>
              <a:ext cx="0" cy="609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398489" name="Text Box 153"/>
            <p:cNvSpPr txBox="1">
              <a:spLocks noChangeArrowheads="1"/>
            </p:cNvSpPr>
            <p:nvPr/>
          </p:nvSpPr>
          <p:spPr bwMode="auto">
            <a:xfrm>
              <a:off x="6311900" y="40386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DEVELOPMENT</a:t>
              </a:r>
            </a:p>
          </p:txBody>
        </p:sp>
      </p:grpSp>
      <p:grpSp>
        <p:nvGrpSpPr>
          <p:cNvPr id="398490" name="Group 154"/>
          <p:cNvGrpSpPr>
            <a:grpSpLocks/>
          </p:cNvGrpSpPr>
          <p:nvPr/>
        </p:nvGrpSpPr>
        <p:grpSpPr bwMode="auto">
          <a:xfrm>
            <a:off x="3459163" y="2590800"/>
            <a:ext cx="1804987" cy="1447800"/>
            <a:chOff x="2013" y="1632"/>
            <a:chExt cx="1137" cy="912"/>
          </a:xfrm>
        </p:grpSpPr>
        <p:sp>
          <p:nvSpPr>
            <p:cNvPr id="398491" name="Text Box 155"/>
            <p:cNvSpPr txBox="1">
              <a:spLocks noChangeArrowheads="1"/>
            </p:cNvSpPr>
            <p:nvPr/>
          </p:nvSpPr>
          <p:spPr bwMode="auto">
            <a:xfrm>
              <a:off x="2352" y="2352"/>
              <a:ext cx="21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398492" name="Text Box 156"/>
            <p:cNvSpPr txBox="1">
              <a:spLocks noChangeArrowheads="1"/>
            </p:cNvSpPr>
            <p:nvPr/>
          </p:nvSpPr>
          <p:spPr bwMode="auto">
            <a:xfrm>
              <a:off x="2928" y="1995"/>
              <a:ext cx="22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398493" name="Text Box 157"/>
            <p:cNvSpPr txBox="1">
              <a:spLocks noChangeArrowheads="1"/>
            </p:cNvSpPr>
            <p:nvPr/>
          </p:nvSpPr>
          <p:spPr bwMode="auto">
            <a:xfrm>
              <a:off x="2688" y="1632"/>
              <a:ext cx="21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398494" name="Text Box 158"/>
            <p:cNvSpPr txBox="1">
              <a:spLocks noChangeArrowheads="1"/>
            </p:cNvSpPr>
            <p:nvPr/>
          </p:nvSpPr>
          <p:spPr bwMode="auto">
            <a:xfrm>
              <a:off x="2304" y="1632"/>
              <a:ext cx="22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398495" name="Text Box 159"/>
            <p:cNvSpPr txBox="1">
              <a:spLocks noChangeArrowheads="1"/>
            </p:cNvSpPr>
            <p:nvPr/>
          </p:nvSpPr>
          <p:spPr bwMode="auto">
            <a:xfrm>
              <a:off x="2013" y="2010"/>
              <a:ext cx="21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grpSp>
      <p:grpSp>
        <p:nvGrpSpPr>
          <p:cNvPr id="398496" name="Group 160"/>
          <p:cNvGrpSpPr>
            <a:grpSpLocks/>
          </p:cNvGrpSpPr>
          <p:nvPr/>
        </p:nvGrpSpPr>
        <p:grpSpPr bwMode="auto">
          <a:xfrm>
            <a:off x="0" y="-38100"/>
            <a:ext cx="5900231" cy="1169988"/>
            <a:chOff x="0" y="-24"/>
            <a:chExt cx="3754" cy="737"/>
          </a:xfrm>
        </p:grpSpPr>
        <p:sp>
          <p:nvSpPr>
            <p:cNvPr id="398497" name="Rectangle 161"/>
            <p:cNvSpPr>
              <a:spLocks noChangeArrowheads="1"/>
            </p:cNvSpPr>
            <p:nvPr/>
          </p:nvSpPr>
          <p:spPr bwMode="auto">
            <a:xfrm>
              <a:off x="0" y="0"/>
              <a:ext cx="3648" cy="672"/>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498" name="Text Box 162"/>
            <p:cNvSpPr txBox="1">
              <a:spLocks noChangeArrowheads="1"/>
            </p:cNvSpPr>
            <p:nvPr/>
          </p:nvSpPr>
          <p:spPr bwMode="auto">
            <a:xfrm>
              <a:off x="24" y="-24"/>
              <a:ext cx="3730"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Problem 1:</a:t>
              </a:r>
              <a:r>
                <a:rPr lang="en-US" altLang="en-US" sz="1400" b="0" dirty="0">
                  <a:effectLst>
                    <a:outerShdw blurRad="38100" dist="38100" dir="2700000" algn="tl">
                      <a:srgbClr val="C0C0C0"/>
                    </a:outerShdw>
                  </a:effectLst>
                  <a:latin typeface="Arial" charset="0"/>
                </a:rPr>
                <a:t> A pentagonal </a:t>
              </a:r>
              <a:r>
                <a:rPr lang="en-US" altLang="en-US" sz="1400" b="0" dirty="0" smtClean="0">
                  <a:effectLst>
                    <a:outerShdw blurRad="38100" dist="38100" dir="2700000" algn="tl">
                      <a:srgbClr val="C0C0C0"/>
                    </a:outerShdw>
                  </a:effectLst>
                  <a:latin typeface="Arial" charset="0"/>
                </a:rPr>
                <a:t>prism, </a:t>
              </a:r>
              <a:r>
                <a:rPr lang="en-US" altLang="en-US" sz="1400" b="0" dirty="0">
                  <a:effectLst>
                    <a:outerShdw blurRad="38100" dist="38100" dir="2700000" algn="tl">
                      <a:srgbClr val="C0C0C0"/>
                    </a:outerShdw>
                  </a:effectLst>
                  <a:latin typeface="Arial" charset="0"/>
                </a:rPr>
                <a:t>30 mm base side &amp; 50 mm axis </a:t>
              </a:r>
            </a:p>
            <a:p>
              <a:pPr eaLnBrk="1" hangingPunct="1"/>
              <a:r>
                <a:rPr lang="en-US" altLang="en-US" sz="1400" b="0" dirty="0">
                  <a:effectLst>
                    <a:outerShdw blurRad="38100" dist="38100" dir="2700000" algn="tl">
                      <a:srgbClr val="C0C0C0"/>
                    </a:outerShdw>
                  </a:effectLst>
                  <a:latin typeface="Arial" charset="0"/>
                </a:rPr>
                <a:t>is standing on </a:t>
              </a:r>
              <a:r>
                <a:rPr lang="en-US" altLang="en-US" sz="1400" b="0" dirty="0" smtClean="0">
                  <a:effectLst>
                    <a:outerShdw blurRad="38100" dist="38100" dir="2700000" algn="tl">
                      <a:srgbClr val="C0C0C0"/>
                    </a:outerShdw>
                  </a:effectLst>
                  <a:latin typeface="Arial" charset="0"/>
                </a:rPr>
                <a:t>HP </a:t>
              </a:r>
              <a:r>
                <a:rPr lang="en-US" altLang="en-US" sz="1400" b="0" dirty="0">
                  <a:effectLst>
                    <a:outerShdw blurRad="38100" dist="38100" dir="2700000" algn="tl">
                      <a:srgbClr val="C0C0C0"/>
                    </a:outerShdw>
                  </a:effectLst>
                  <a:latin typeface="Arial" charset="0"/>
                </a:rPr>
                <a:t>on it’s base whose one side is perpendicular to </a:t>
              </a:r>
              <a:r>
                <a:rPr lang="en-US" altLang="en-US" sz="1400" b="0" dirty="0" smtClean="0">
                  <a:effectLst>
                    <a:outerShdw blurRad="38100" dist="38100" dir="2700000" algn="tl">
                      <a:srgbClr val="C0C0C0"/>
                    </a:outerShdw>
                  </a:effectLst>
                  <a:latin typeface="Arial" charset="0"/>
                </a:rPr>
                <a:t>VP.</a:t>
              </a:r>
              <a:endParaRPr lang="en-US" altLang="en-US" sz="1400" b="0" dirty="0">
                <a:effectLst>
                  <a:outerShdw blurRad="38100" dist="38100" dir="2700000" algn="tl">
                    <a:srgbClr val="C0C0C0"/>
                  </a:outerShdw>
                </a:effectLst>
                <a:latin typeface="Arial" charset="0"/>
              </a:endParaRPr>
            </a:p>
            <a:p>
              <a:pPr eaLnBrk="1" hangingPunct="1"/>
              <a:r>
                <a:rPr lang="en-US" altLang="en-US" sz="1400" b="0" dirty="0">
                  <a:effectLst>
                    <a:outerShdw blurRad="38100" dist="38100" dir="2700000" algn="tl">
                      <a:srgbClr val="C0C0C0"/>
                    </a:outerShdw>
                  </a:effectLst>
                  <a:latin typeface="Arial" charset="0"/>
                </a:rPr>
                <a:t>It is cut by a section plane 45</a:t>
              </a:r>
              <a:r>
                <a:rPr lang="en-US" altLang="en-US" sz="1400" b="0" baseline="30000" dirty="0">
                  <a:effectLst>
                    <a:outerShdw blurRad="38100" dist="38100" dir="2700000" algn="tl">
                      <a:srgbClr val="C0C0C0"/>
                    </a:outerShdw>
                  </a:effectLst>
                  <a:latin typeface="Arial" charset="0"/>
                </a:rPr>
                <a:t>0 </a:t>
              </a:r>
              <a:r>
                <a:rPr lang="en-US" altLang="en-US" sz="1400" b="0" dirty="0">
                  <a:effectLst>
                    <a:outerShdw blurRad="38100" dist="38100" dir="2700000" algn="tl">
                      <a:srgbClr val="C0C0C0"/>
                    </a:outerShdw>
                  </a:effectLst>
                  <a:latin typeface="Arial" charset="0"/>
                </a:rPr>
                <a:t>inclined to </a:t>
              </a:r>
              <a:r>
                <a:rPr lang="en-US" altLang="en-US" sz="1400" b="0" dirty="0" err="1">
                  <a:effectLst>
                    <a:outerShdw blurRad="38100" dist="38100" dir="2700000" algn="tl">
                      <a:srgbClr val="C0C0C0"/>
                    </a:outerShdw>
                  </a:effectLst>
                  <a:latin typeface="Arial" charset="0"/>
                </a:rPr>
                <a:t>Hp</a:t>
              </a:r>
              <a:r>
                <a:rPr lang="en-US" altLang="en-US" sz="1400" b="0" dirty="0">
                  <a:effectLst>
                    <a:outerShdw blurRad="38100" dist="38100" dir="2700000" algn="tl">
                      <a:srgbClr val="C0C0C0"/>
                    </a:outerShdw>
                  </a:effectLst>
                  <a:latin typeface="Arial" charset="0"/>
                </a:rPr>
                <a:t>, through mid point of axis.</a:t>
              </a:r>
            </a:p>
            <a:p>
              <a:pPr eaLnBrk="1" hangingPunct="1"/>
              <a:r>
                <a:rPr lang="en-US" altLang="en-US" sz="1400" b="0" dirty="0">
                  <a:effectLst>
                    <a:outerShdw blurRad="38100" dist="38100" dir="2700000" algn="tl">
                      <a:srgbClr val="C0C0C0"/>
                    </a:outerShdw>
                  </a:effectLst>
                  <a:latin typeface="Arial" charset="0"/>
                </a:rPr>
                <a:t>Draw </a:t>
              </a:r>
              <a:r>
                <a:rPr lang="en-US" altLang="en-US" sz="1400" b="0" dirty="0" smtClean="0">
                  <a:effectLst>
                    <a:outerShdw blurRad="38100" dist="38100" dir="2700000" algn="tl">
                      <a:srgbClr val="C0C0C0"/>
                    </a:outerShdw>
                  </a:effectLst>
                  <a:latin typeface="Arial" charset="0"/>
                </a:rPr>
                <a:t>FV, sec.TV </a:t>
              </a:r>
              <a:r>
                <a:rPr lang="en-US" altLang="en-US" sz="1400" b="0" dirty="0">
                  <a:effectLst>
                    <a:outerShdw blurRad="38100" dist="38100" dir="2700000" algn="tl">
                      <a:srgbClr val="C0C0C0"/>
                    </a:outerShdw>
                  </a:effectLst>
                  <a:latin typeface="Arial" charset="0"/>
                </a:rPr>
                <a:t>&amp; </a:t>
              </a:r>
              <a:r>
                <a:rPr lang="en-US" altLang="en-US" sz="1400" b="0" dirty="0" smtClean="0">
                  <a:effectLst>
                    <a:outerShdw blurRad="38100" dist="38100" dir="2700000" algn="tl">
                      <a:srgbClr val="C0C0C0"/>
                    </a:outerShdw>
                  </a:effectLst>
                  <a:latin typeface="Arial" charset="0"/>
                </a:rPr>
                <a:t>Sec</a:t>
              </a:r>
              <a:r>
                <a:rPr lang="en-US" altLang="en-US" sz="1400" b="0" dirty="0">
                  <a:effectLst>
                    <a:outerShdw blurRad="38100" dist="38100" dir="2700000" algn="tl">
                      <a:srgbClr val="C0C0C0"/>
                    </a:outerShdw>
                  </a:effectLst>
                  <a:latin typeface="Arial" charset="0"/>
                </a:rPr>
                <a:t>. Side view. Also draw true shape of section and </a:t>
              </a:r>
            </a:p>
            <a:p>
              <a:pPr eaLnBrk="1" hangingPunct="1"/>
              <a:r>
                <a:rPr lang="en-US" altLang="en-US" sz="1400" b="0" dirty="0">
                  <a:effectLst>
                    <a:outerShdw blurRad="38100" dist="38100" dir="2700000" algn="tl">
                      <a:srgbClr val="C0C0C0"/>
                    </a:outerShdw>
                  </a:effectLst>
                  <a:latin typeface="Arial" charset="0"/>
                </a:rPr>
                <a:t>Development of surface of remaining solid.</a:t>
              </a:r>
            </a:p>
          </p:txBody>
        </p:sp>
      </p:grpSp>
      <p:grpSp>
        <p:nvGrpSpPr>
          <p:cNvPr id="398499" name="Group 163"/>
          <p:cNvGrpSpPr>
            <a:grpSpLocks/>
          </p:cNvGrpSpPr>
          <p:nvPr/>
        </p:nvGrpSpPr>
        <p:grpSpPr bwMode="auto">
          <a:xfrm>
            <a:off x="5730774" y="0"/>
            <a:ext cx="3568974" cy="2025648"/>
            <a:chOff x="3608" y="0"/>
            <a:chExt cx="2429" cy="1152"/>
          </a:xfrm>
        </p:grpSpPr>
        <p:sp>
          <p:nvSpPr>
            <p:cNvPr id="398500" name="AutoShape 164"/>
            <p:cNvSpPr>
              <a:spLocks noChangeArrowheads="1"/>
            </p:cNvSpPr>
            <p:nvPr/>
          </p:nvSpPr>
          <p:spPr bwMode="auto">
            <a:xfrm>
              <a:off x="3660" y="0"/>
              <a:ext cx="2271" cy="1152"/>
            </a:xfrm>
            <a:prstGeom prst="wedgeRectCallout">
              <a:avLst>
                <a:gd name="adj1" fmla="val -83630"/>
                <a:gd name="adj2" fmla="val 69968"/>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Arial" charset="0"/>
              </a:endParaRPr>
            </a:p>
          </p:txBody>
        </p:sp>
        <p:sp>
          <p:nvSpPr>
            <p:cNvPr id="398501" name="Text Box 165"/>
            <p:cNvSpPr txBox="1">
              <a:spLocks noChangeArrowheads="1"/>
            </p:cNvSpPr>
            <p:nvPr/>
          </p:nvSpPr>
          <p:spPr bwMode="auto">
            <a:xfrm>
              <a:off x="3608" y="23"/>
              <a:ext cx="2429" cy="1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Solution Steps</a:t>
              </a:r>
              <a:r>
                <a:rPr lang="en-US" altLang="en-US" sz="1400" dirty="0" smtClean="0">
                  <a:solidFill>
                    <a:schemeClr val="accent2"/>
                  </a:solidFill>
                  <a:effectLst>
                    <a:outerShdw blurRad="38100" dist="38100" dir="2700000" algn="tl">
                      <a:srgbClr val="C0C0C0"/>
                    </a:outerShdw>
                  </a:effectLst>
                  <a:latin typeface="Arial" charset="0"/>
                </a:rPr>
                <a:t>: </a:t>
              </a:r>
              <a:r>
                <a:rPr lang="en-US" altLang="en-US" sz="1400" b="0" i="1" dirty="0" smtClean="0">
                  <a:solidFill>
                    <a:srgbClr val="FF0066"/>
                  </a:solidFill>
                  <a:effectLst>
                    <a:outerShdw blurRad="38100" dist="38100" dir="2700000" algn="tl">
                      <a:srgbClr val="C0C0C0"/>
                    </a:outerShdw>
                  </a:effectLst>
                  <a:latin typeface="Arial" charset="0"/>
                </a:rPr>
                <a:t>for </a:t>
              </a:r>
              <a:r>
                <a:rPr lang="en-US" altLang="en-US" sz="1400" b="0" i="1" dirty="0">
                  <a:solidFill>
                    <a:srgbClr val="FF0066"/>
                  </a:solidFill>
                  <a:effectLst>
                    <a:outerShdw blurRad="38100" dist="38100" dir="2700000" algn="tl">
                      <a:srgbClr val="C0C0C0"/>
                    </a:outerShdw>
                  </a:effectLst>
                  <a:latin typeface="Arial" charset="0"/>
                </a:rPr>
                <a:t>sectional views:</a:t>
              </a:r>
              <a:r>
                <a:rPr lang="en-US" altLang="en-US" sz="14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Draw three views of standing prism.</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Locate </a:t>
              </a:r>
              <a:r>
                <a:rPr lang="en-US" altLang="en-US" sz="1400" dirty="0" err="1">
                  <a:effectLst>
                    <a:outerShdw blurRad="38100" dist="38100" dir="2700000" algn="tl">
                      <a:srgbClr val="C0C0C0"/>
                    </a:outerShdw>
                  </a:effectLst>
                  <a:latin typeface="Arial" charset="0"/>
                </a:rPr>
                <a:t>s</a:t>
              </a:r>
              <a:r>
                <a:rPr lang="en-US" altLang="en-US" sz="1400" b="0" dirty="0" err="1" smtClean="0">
                  <a:effectLst>
                    <a:outerShdw blurRad="38100" dist="38100" dir="2700000" algn="tl">
                      <a:srgbClr val="C0C0C0"/>
                    </a:outerShdw>
                  </a:effectLst>
                  <a:latin typeface="Arial" charset="0"/>
                </a:rPr>
                <a:t>ec.plane</a:t>
              </a:r>
              <a:r>
                <a:rPr lang="en-US" altLang="en-US" sz="1400" b="0" dirty="0" smtClean="0">
                  <a:effectLst>
                    <a:outerShdw blurRad="38100" dist="38100" dir="2700000" algn="tl">
                      <a:srgbClr val="C0C0C0"/>
                    </a:outerShdw>
                  </a:effectLst>
                  <a:latin typeface="Arial" charset="0"/>
                </a:rPr>
                <a:t> </a:t>
              </a:r>
              <a:r>
                <a:rPr lang="en-US" altLang="en-US" sz="1400" b="0" dirty="0">
                  <a:effectLst>
                    <a:outerShdw blurRad="38100" dist="38100" dir="2700000" algn="tl">
                      <a:srgbClr val="C0C0C0"/>
                    </a:outerShdw>
                  </a:effectLst>
                  <a:latin typeface="Arial" charset="0"/>
                </a:rPr>
                <a:t>in </a:t>
              </a:r>
              <a:r>
                <a:rPr lang="en-US" altLang="en-US" sz="1400" b="0" dirty="0" smtClean="0">
                  <a:effectLst>
                    <a:outerShdw blurRad="38100" dist="38100" dir="2700000" algn="tl">
                      <a:srgbClr val="C0C0C0"/>
                    </a:outerShdw>
                  </a:effectLst>
                  <a:latin typeface="Arial" charset="0"/>
                </a:rPr>
                <a:t>FV </a:t>
              </a:r>
              <a:r>
                <a:rPr lang="en-US" altLang="en-US" sz="1400" b="0" dirty="0">
                  <a:effectLst>
                    <a:outerShdw blurRad="38100" dist="38100" dir="2700000" algn="tl">
                      <a:srgbClr val="C0C0C0"/>
                    </a:outerShdw>
                  </a:effectLst>
                  <a:latin typeface="Arial" charset="0"/>
                </a:rPr>
                <a:t>as described.</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Project points where edges are getting </a:t>
              </a:r>
              <a:r>
                <a:rPr lang="en-US" altLang="en-US" sz="1400" b="0" dirty="0" smtClean="0">
                  <a:effectLst>
                    <a:outerShdw blurRad="38100" dist="38100" dir="2700000" algn="tl">
                      <a:srgbClr val="C0C0C0"/>
                    </a:outerShdw>
                  </a:effectLst>
                  <a:latin typeface="Arial" charset="0"/>
                </a:rPr>
                <a:t>cut </a:t>
              </a:r>
              <a:r>
                <a:rPr lang="en-US" altLang="en-US" sz="1400" b="0" dirty="0">
                  <a:effectLst>
                    <a:outerShdw blurRad="38100" dist="38100" dir="2700000" algn="tl">
                      <a:srgbClr val="C0C0C0"/>
                    </a:outerShdw>
                  </a:effectLst>
                  <a:latin typeface="Arial" charset="0"/>
                </a:rPr>
                <a:t>on </a:t>
              </a:r>
              <a:r>
                <a:rPr lang="en-US" altLang="en-US" sz="1400" b="0" dirty="0" smtClean="0">
                  <a:effectLst>
                    <a:outerShdw blurRad="38100" dist="38100" dir="2700000" algn="tl">
                      <a:srgbClr val="C0C0C0"/>
                    </a:outerShdw>
                  </a:effectLst>
                  <a:latin typeface="Arial" charset="0"/>
                </a:rPr>
                <a:t>TV&amp; SV </a:t>
              </a:r>
              <a:r>
                <a:rPr lang="en-US" altLang="en-US" sz="1400" b="0" dirty="0">
                  <a:effectLst>
                    <a:outerShdw blurRad="38100" dist="38100" dir="2700000" algn="tl">
                      <a:srgbClr val="C0C0C0"/>
                    </a:outerShdw>
                  </a:effectLst>
                  <a:latin typeface="Arial" charset="0"/>
                </a:rPr>
                <a:t>as shown in illustration.</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Join those points in sequence and show </a:t>
              </a:r>
              <a:r>
                <a:rPr lang="en-US" altLang="en-US" sz="1400" b="0" dirty="0" smtClean="0">
                  <a:effectLst>
                    <a:outerShdw blurRad="38100" dist="38100" dir="2700000" algn="tl">
                      <a:srgbClr val="C0C0C0"/>
                    </a:outerShdw>
                  </a:effectLst>
                  <a:latin typeface="Arial" charset="0"/>
                </a:rPr>
                <a:t>section </a:t>
              </a:r>
              <a:r>
                <a:rPr lang="en-US" altLang="en-US" sz="1400" b="0" dirty="0">
                  <a:effectLst>
                    <a:outerShdw blurRad="38100" dist="38100" dir="2700000" algn="tl">
                      <a:srgbClr val="C0C0C0"/>
                    </a:outerShdw>
                  </a:effectLst>
                  <a:latin typeface="Arial" charset="0"/>
                </a:rPr>
                <a:t>lines in it.</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Make remaining part of solid dark.</a:t>
              </a:r>
            </a:p>
          </p:txBody>
        </p:sp>
      </p:grpSp>
      <p:grpSp>
        <p:nvGrpSpPr>
          <p:cNvPr id="398502" name="Group 166"/>
          <p:cNvGrpSpPr>
            <a:grpSpLocks/>
          </p:cNvGrpSpPr>
          <p:nvPr/>
        </p:nvGrpSpPr>
        <p:grpSpPr bwMode="auto">
          <a:xfrm>
            <a:off x="86809" y="5569097"/>
            <a:ext cx="8939715" cy="1260475"/>
            <a:chOff x="65" y="3498"/>
            <a:chExt cx="5623" cy="794"/>
          </a:xfrm>
        </p:grpSpPr>
        <p:sp>
          <p:nvSpPr>
            <p:cNvPr id="398503" name="Rectangle 167"/>
            <p:cNvSpPr>
              <a:spLocks noChangeArrowheads="1"/>
            </p:cNvSpPr>
            <p:nvPr/>
          </p:nvSpPr>
          <p:spPr bwMode="auto">
            <a:xfrm>
              <a:off x="65" y="3498"/>
              <a:ext cx="4671" cy="782"/>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98504" name="Text Box 168"/>
            <p:cNvSpPr txBox="1">
              <a:spLocks noChangeArrowheads="1"/>
            </p:cNvSpPr>
            <p:nvPr/>
          </p:nvSpPr>
          <p:spPr bwMode="auto">
            <a:xfrm>
              <a:off x="92" y="3517"/>
              <a:ext cx="5596" cy="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For True Shape:</a:t>
              </a:r>
            </a:p>
            <a:p>
              <a:pPr marL="285750" indent="-285750" eaLnBrk="1" hangingPunct="1">
                <a:buFont typeface="Arial" panose="020B0604020202020204" pitchFamily="34" charset="0"/>
                <a:buChar char="•"/>
              </a:pPr>
              <a:r>
                <a:rPr lang="en-US" altLang="en-US" sz="1200" b="0" dirty="0">
                  <a:effectLst>
                    <a:outerShdw blurRad="38100" dist="38100" dir="2700000" algn="tl">
                      <a:srgbClr val="C0C0C0"/>
                    </a:outerShdw>
                  </a:effectLst>
                  <a:latin typeface="Arial" charset="0"/>
                </a:rPr>
                <a:t>Draw </a:t>
              </a:r>
              <a:r>
                <a:rPr lang="en-US" altLang="en-US" sz="1200" b="0" dirty="0" smtClean="0">
                  <a:effectLst>
                    <a:outerShdw blurRad="38100" dist="38100" dir="2700000" algn="tl">
                      <a:srgbClr val="C0C0C0"/>
                    </a:outerShdw>
                  </a:effectLst>
                  <a:latin typeface="Arial" charset="0"/>
                </a:rPr>
                <a:t>X</a:t>
              </a:r>
              <a:r>
                <a:rPr lang="en-US" altLang="en-US" sz="1200" b="0" baseline="-25000" dirty="0" smtClean="0">
                  <a:effectLst>
                    <a:outerShdw blurRad="38100" dist="38100" dir="2700000" algn="tl">
                      <a:srgbClr val="C0C0C0"/>
                    </a:outerShdw>
                  </a:effectLst>
                  <a:latin typeface="Arial" charset="0"/>
                </a:rPr>
                <a:t>1</a:t>
              </a:r>
              <a:r>
                <a:rPr lang="en-US" altLang="en-US" sz="1200" dirty="0">
                  <a:effectLst>
                    <a:outerShdw blurRad="38100" dist="38100" dir="2700000" algn="tl">
                      <a:srgbClr val="C0C0C0"/>
                    </a:outerShdw>
                  </a:effectLst>
                  <a:latin typeface="Arial" charset="0"/>
                </a:rPr>
                <a:t>Y</a:t>
              </a:r>
              <a:r>
                <a:rPr lang="en-US" altLang="en-US" sz="1200" b="0" baseline="-25000" dirty="0" smtClean="0">
                  <a:effectLst>
                    <a:outerShdw blurRad="38100" dist="38100" dir="2700000" algn="tl">
                      <a:srgbClr val="C0C0C0"/>
                    </a:outerShdw>
                  </a:effectLst>
                  <a:latin typeface="Arial" charset="0"/>
                </a:rPr>
                <a:t>1</a:t>
              </a:r>
              <a:r>
                <a:rPr lang="en-US" altLang="en-US" sz="1200" b="0" dirty="0" smtClean="0">
                  <a:effectLst>
                    <a:outerShdw blurRad="38100" dist="38100" dir="2700000" algn="tl">
                      <a:srgbClr val="C0C0C0"/>
                    </a:outerShdw>
                  </a:effectLst>
                  <a:latin typeface="Arial" charset="0"/>
                </a:rPr>
                <a:t> </a:t>
              </a:r>
              <a:r>
                <a:rPr lang="en-US" altLang="en-US" sz="1200" b="0" dirty="0">
                  <a:effectLst>
                    <a:outerShdw blurRad="38100" dist="38100" dir="2700000" algn="tl">
                      <a:srgbClr val="C0C0C0"/>
                    </a:outerShdw>
                  </a:effectLst>
                  <a:latin typeface="Arial" charset="0"/>
                </a:rPr>
                <a:t>// to sec. plane</a:t>
              </a:r>
            </a:p>
            <a:p>
              <a:pPr marL="285750" indent="-285750" eaLnBrk="1" hangingPunct="1">
                <a:buFont typeface="Arial" panose="020B0604020202020204" pitchFamily="34" charset="0"/>
                <a:buChar char="•"/>
              </a:pPr>
              <a:r>
                <a:rPr lang="en-US" altLang="en-US" sz="1200" b="0" dirty="0">
                  <a:effectLst>
                    <a:outerShdw blurRad="38100" dist="38100" dir="2700000" algn="tl">
                      <a:srgbClr val="C0C0C0"/>
                    </a:outerShdw>
                  </a:effectLst>
                  <a:latin typeface="Arial" charset="0"/>
                </a:rPr>
                <a:t>Draw projectors on it from cut points.</a:t>
              </a:r>
            </a:p>
            <a:p>
              <a:pPr marL="285750" indent="-285750" eaLnBrk="1" hangingPunct="1">
                <a:buFont typeface="Arial" panose="020B0604020202020204" pitchFamily="34" charset="0"/>
                <a:buChar char="•"/>
              </a:pPr>
              <a:r>
                <a:rPr lang="en-US" altLang="en-US" sz="1200" b="0" dirty="0">
                  <a:effectLst>
                    <a:outerShdw blurRad="38100" dist="38100" dir="2700000" algn="tl">
                      <a:srgbClr val="C0C0C0"/>
                    </a:outerShdw>
                  </a:effectLst>
                  <a:latin typeface="Arial" charset="0"/>
                </a:rPr>
                <a:t>Mark distances of points of </a:t>
              </a:r>
              <a:r>
                <a:rPr lang="en-US" altLang="en-US" sz="1200" dirty="0">
                  <a:effectLst>
                    <a:outerShdw blurRad="38100" dist="38100" dir="2700000" algn="tl">
                      <a:srgbClr val="C0C0C0"/>
                    </a:outerShdw>
                  </a:effectLst>
                  <a:latin typeface="Arial" charset="0"/>
                </a:rPr>
                <a:t>s</a:t>
              </a:r>
              <a:r>
                <a:rPr lang="en-US" altLang="en-US" sz="1200" b="0" dirty="0">
                  <a:effectLst>
                    <a:outerShdw blurRad="38100" dist="38100" dir="2700000" algn="tl">
                      <a:srgbClr val="C0C0C0"/>
                    </a:outerShdw>
                  </a:effectLst>
                  <a:latin typeface="Arial" charset="0"/>
                </a:rPr>
                <a:t>ectioned part from Tv, on above projectors from </a:t>
              </a:r>
              <a:r>
                <a:rPr lang="en-US" altLang="en-US" sz="1200" b="0" dirty="0" smtClean="0">
                  <a:effectLst>
                    <a:outerShdw blurRad="38100" dist="38100" dir="2700000" algn="tl">
                      <a:srgbClr val="C0C0C0"/>
                    </a:outerShdw>
                  </a:effectLst>
                  <a:latin typeface="Arial" charset="0"/>
                </a:rPr>
                <a:t>X</a:t>
              </a:r>
              <a:r>
                <a:rPr lang="en-US" altLang="en-US" sz="1200" b="0" baseline="-25000" dirty="0" smtClean="0">
                  <a:effectLst>
                    <a:outerShdw blurRad="38100" dist="38100" dir="2700000" algn="tl">
                      <a:srgbClr val="C0C0C0"/>
                    </a:outerShdw>
                  </a:effectLst>
                  <a:latin typeface="Arial" charset="0"/>
                </a:rPr>
                <a:t>1</a:t>
              </a:r>
              <a:r>
                <a:rPr lang="en-US" altLang="en-US" sz="1200" dirty="0">
                  <a:effectLst>
                    <a:outerShdw blurRad="38100" dist="38100" dir="2700000" algn="tl">
                      <a:srgbClr val="C0C0C0"/>
                    </a:outerShdw>
                  </a:effectLst>
                  <a:latin typeface="Arial" charset="0"/>
                </a:rPr>
                <a:t>Y</a:t>
              </a:r>
              <a:r>
                <a:rPr lang="en-US" altLang="en-US" sz="1200" b="0" baseline="-25000" dirty="0" smtClean="0">
                  <a:effectLst>
                    <a:outerShdw blurRad="38100" dist="38100" dir="2700000" algn="tl">
                      <a:srgbClr val="C0C0C0"/>
                    </a:outerShdw>
                  </a:effectLst>
                  <a:latin typeface="Arial" charset="0"/>
                </a:rPr>
                <a:t>1</a:t>
              </a:r>
              <a:r>
                <a:rPr lang="en-US" altLang="en-US" sz="1200" b="0" dirty="0" smtClean="0">
                  <a:effectLst>
                    <a:outerShdw blurRad="38100" dist="38100" dir="2700000" algn="tl">
                      <a:srgbClr val="C0C0C0"/>
                    </a:outerShdw>
                  </a:effectLst>
                  <a:latin typeface="Arial" charset="0"/>
                </a:rPr>
                <a:t> </a:t>
              </a:r>
              <a:r>
                <a:rPr lang="en-US" altLang="en-US" sz="1200" b="0" dirty="0">
                  <a:effectLst>
                    <a:outerShdw blurRad="38100" dist="38100" dir="2700000" algn="tl">
                      <a:srgbClr val="C0C0C0"/>
                    </a:outerShdw>
                  </a:effectLst>
                  <a:latin typeface="Arial" charset="0"/>
                </a:rPr>
                <a:t>and join in sequence.</a:t>
              </a:r>
            </a:p>
            <a:p>
              <a:pPr marL="285750" indent="-285750" eaLnBrk="1" hangingPunct="1">
                <a:buFont typeface="Arial" panose="020B0604020202020204" pitchFamily="34" charset="0"/>
                <a:buChar char="•"/>
              </a:pPr>
              <a:r>
                <a:rPr lang="en-US" altLang="en-US" sz="1200" b="0" dirty="0">
                  <a:effectLst>
                    <a:outerShdw blurRad="38100" dist="38100" dir="2700000" algn="tl">
                      <a:srgbClr val="C0C0C0"/>
                    </a:outerShdw>
                  </a:effectLst>
                  <a:latin typeface="Arial" charset="0"/>
                </a:rPr>
                <a:t>Draw section lines in it.</a:t>
              </a:r>
            </a:p>
            <a:p>
              <a:pPr marL="285750" indent="-285750" eaLnBrk="1" hangingPunct="1">
                <a:buFont typeface="Arial" panose="020B0604020202020204" pitchFamily="34" charset="0"/>
                <a:buChar char="•"/>
              </a:pPr>
              <a:r>
                <a:rPr lang="en-US" altLang="en-US" sz="1200" b="0" dirty="0">
                  <a:effectLst>
                    <a:outerShdw blurRad="38100" dist="38100" dir="2700000" algn="tl">
                      <a:srgbClr val="C0C0C0"/>
                    </a:outerShdw>
                  </a:effectLst>
                  <a:latin typeface="Arial" charset="0"/>
                </a:rPr>
                <a:t>It is required true shape.</a:t>
              </a:r>
              <a:endParaRPr lang="en-US" altLang="en-US" sz="1400" b="0" dirty="0">
                <a:effectLst>
                  <a:outerShdw blurRad="38100" dist="38100" dir="2700000" algn="tl">
                    <a:srgbClr val="C0C0C0"/>
                  </a:outerShdw>
                </a:effectLst>
                <a:latin typeface="Arial" charset="0"/>
              </a:endParaRPr>
            </a:p>
          </p:txBody>
        </p:sp>
      </p:grpSp>
      <p:grpSp>
        <p:nvGrpSpPr>
          <p:cNvPr id="398505" name="Group 169"/>
          <p:cNvGrpSpPr>
            <a:grpSpLocks/>
          </p:cNvGrpSpPr>
          <p:nvPr/>
        </p:nvGrpSpPr>
        <p:grpSpPr bwMode="auto">
          <a:xfrm>
            <a:off x="5167122" y="4670430"/>
            <a:ext cx="3905250" cy="1708150"/>
            <a:chOff x="4634" y="4679"/>
            <a:chExt cx="2460" cy="1076"/>
          </a:xfrm>
        </p:grpSpPr>
        <p:sp>
          <p:nvSpPr>
            <p:cNvPr id="398506" name="AutoShape 170"/>
            <p:cNvSpPr>
              <a:spLocks noChangeArrowheads="1"/>
            </p:cNvSpPr>
            <p:nvPr/>
          </p:nvSpPr>
          <p:spPr bwMode="auto">
            <a:xfrm>
              <a:off x="4634" y="4715"/>
              <a:ext cx="2400" cy="882"/>
            </a:xfrm>
            <a:prstGeom prst="wedgeRoundRectCallout">
              <a:avLst>
                <a:gd name="adj1" fmla="val -750"/>
                <a:gd name="adj2" fmla="val -65759"/>
                <a:gd name="adj3" fmla="val 16667"/>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Arial" charset="0"/>
              </a:endParaRPr>
            </a:p>
          </p:txBody>
        </p:sp>
        <p:sp>
          <p:nvSpPr>
            <p:cNvPr id="398507" name="Text Box 171"/>
            <p:cNvSpPr txBox="1">
              <a:spLocks noChangeArrowheads="1"/>
            </p:cNvSpPr>
            <p:nvPr/>
          </p:nvSpPr>
          <p:spPr bwMode="auto">
            <a:xfrm>
              <a:off x="4718" y="4679"/>
              <a:ext cx="2376" cy="1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300" dirty="0">
                  <a:solidFill>
                    <a:schemeClr val="accent2"/>
                  </a:solidFill>
                  <a:effectLst>
                    <a:outerShdw blurRad="38100" dist="38100" dir="2700000" algn="tl">
                      <a:srgbClr val="C0C0C0"/>
                    </a:outerShdw>
                  </a:effectLst>
                  <a:latin typeface="Arial" charset="0"/>
                </a:rPr>
                <a:t>For Development:</a:t>
              </a:r>
              <a:r>
                <a:rPr lang="en-US" altLang="en-US" sz="13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Draw development of entire solid. </a:t>
              </a:r>
              <a:endParaRPr lang="en-US" altLang="en-US" sz="1300" b="0" dirty="0" smtClean="0">
                <a:effectLst>
                  <a:outerShdw blurRad="38100" dist="38100" dir="2700000" algn="tl">
                    <a:srgbClr val="C0C0C0"/>
                  </a:outerShdw>
                </a:effectLst>
                <a:latin typeface="Arial" charset="0"/>
              </a:endParaRPr>
            </a:p>
            <a:p>
              <a:pPr marL="285750" indent="-285750" eaLnBrk="1" hangingPunct="1">
                <a:buFont typeface="Arial" panose="020B0604020202020204" pitchFamily="34" charset="0"/>
                <a:buChar char="•"/>
              </a:pPr>
              <a:r>
                <a:rPr lang="en-US" altLang="en-US" sz="1300" b="0" dirty="0" smtClean="0">
                  <a:effectLst>
                    <a:outerShdw blurRad="38100" dist="38100" dir="2700000" algn="tl">
                      <a:srgbClr val="C0C0C0"/>
                    </a:outerShdw>
                  </a:effectLst>
                  <a:latin typeface="Arial" charset="0"/>
                </a:rPr>
                <a:t>Name </a:t>
              </a:r>
              <a:r>
                <a:rPr lang="en-US" altLang="en-US" sz="1300" b="0" dirty="0">
                  <a:effectLst>
                    <a:outerShdw blurRad="38100" dist="38100" dir="2700000" algn="tl">
                      <a:srgbClr val="C0C0C0"/>
                    </a:outerShdw>
                  </a:effectLst>
                  <a:latin typeface="Arial" charset="0"/>
                </a:rPr>
                <a:t>from cut-open edge </a:t>
              </a:r>
              <a:r>
                <a:rPr lang="en-US" altLang="en-US" sz="1300" b="0" dirty="0" smtClean="0">
                  <a:effectLst>
                    <a:outerShdw blurRad="38100" dist="38100" dir="2700000" algn="tl">
                      <a:srgbClr val="C0C0C0"/>
                    </a:outerShdw>
                  </a:effectLst>
                  <a:latin typeface="Arial" charset="0"/>
                </a:rPr>
                <a:t>i.e</a:t>
              </a:r>
              <a:r>
                <a:rPr lang="en-US" altLang="en-US" sz="1300" b="0" dirty="0">
                  <a:effectLst>
                    <a:outerShdw blurRad="38100" dist="38100" dir="2700000" algn="tl">
                      <a:srgbClr val="C0C0C0"/>
                    </a:outerShdw>
                  </a:effectLst>
                  <a:latin typeface="Arial" charset="0"/>
                </a:rPr>
                <a:t>. </a:t>
              </a:r>
              <a:r>
                <a:rPr lang="en-US" altLang="en-US" sz="1300" b="0" dirty="0" smtClean="0">
                  <a:effectLst>
                    <a:outerShdw blurRad="38100" dist="38100" dir="2700000" algn="tl">
                      <a:srgbClr val="C0C0C0"/>
                    </a:outerShdw>
                  </a:effectLst>
                  <a:latin typeface="Arial" charset="0"/>
                </a:rPr>
                <a:t>A </a:t>
              </a:r>
              <a:r>
                <a:rPr lang="en-US" altLang="en-US" sz="1300" b="0" dirty="0">
                  <a:effectLst>
                    <a:outerShdw blurRad="38100" dist="38100" dir="2700000" algn="tl">
                      <a:srgbClr val="C0C0C0"/>
                    </a:outerShdw>
                  </a:effectLst>
                  <a:latin typeface="Arial" charset="0"/>
                </a:rPr>
                <a:t>in sequence as shown.</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Mark the cut points on respective edges.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Join them in sequence in </a:t>
              </a:r>
              <a:r>
                <a:rPr lang="en-US" altLang="en-US" sz="1300" b="0" dirty="0" err="1">
                  <a:effectLst>
                    <a:outerShdw blurRad="38100" dist="38100" dir="2700000" algn="tl">
                      <a:srgbClr val="C0C0C0"/>
                    </a:outerShdw>
                  </a:effectLst>
                  <a:latin typeface="Arial" charset="0"/>
                </a:rPr>
                <a:t>st.</a:t>
              </a:r>
              <a:r>
                <a:rPr lang="en-US" altLang="en-US" sz="1300" b="0" dirty="0">
                  <a:effectLst>
                    <a:outerShdw blurRad="38100" dist="38100" dir="2700000" algn="tl">
                      <a:srgbClr val="C0C0C0"/>
                    </a:outerShdw>
                  </a:effectLst>
                  <a:latin typeface="Arial" charset="0"/>
                </a:rPr>
                <a:t> lines.</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Make existing parts dev. dark.</a:t>
              </a:r>
            </a:p>
            <a:p>
              <a:pPr eaLnBrk="1" hangingPunct="1"/>
              <a:r>
                <a:rPr lang="en-US" altLang="en-US" sz="1400" b="0" dirty="0">
                  <a:effectLst>
                    <a:outerShdw blurRad="38100" dist="38100" dir="2700000" algn="tl">
                      <a:srgbClr val="C0C0C0"/>
                    </a:outerShdw>
                  </a:effectLst>
                  <a:latin typeface="Arial" charset="0"/>
                </a:rPr>
                <a:t> </a:t>
              </a:r>
            </a:p>
          </p:txBody>
        </p:sp>
      </p:gr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19</a:t>
            </a:fld>
            <a:endParaRPr lang="en-IN" dirty="0">
              <a:solidFill>
                <a:prstClr val="black">
                  <a:tint val="75000"/>
                </a:prstClr>
              </a:solidFill>
            </a:endParaRPr>
          </a:p>
        </p:txBody>
      </p:sp>
    </p:spTree>
    <p:extLst>
      <p:ext uri="{BB962C8B-B14F-4D97-AF65-F5344CB8AC3E}">
        <p14:creationId xmlns:p14="http://schemas.microsoft.com/office/powerpoint/2010/main" val="320588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398499"/>
                                        </p:tgtEl>
                                        <p:attrNameLst>
                                          <p:attrName>style.visibility</p:attrName>
                                        </p:attrNameLst>
                                      </p:cBhvr>
                                      <p:to>
                                        <p:strVal val="visible"/>
                                      </p:to>
                                    </p:set>
                                    <p:anim calcmode="lin" valueType="num">
                                      <p:cBhvr>
                                        <p:cTn id="7" dur="500" fill="hold"/>
                                        <p:tgtEl>
                                          <p:spTgt spid="398499"/>
                                        </p:tgtEl>
                                        <p:attrNameLst>
                                          <p:attrName>ppt_w</p:attrName>
                                        </p:attrNameLst>
                                      </p:cBhvr>
                                      <p:tavLst>
                                        <p:tav tm="0">
                                          <p:val>
                                            <p:fltVal val="0"/>
                                          </p:val>
                                        </p:tav>
                                        <p:tav tm="100000">
                                          <p:val>
                                            <p:strVal val="#ppt_w"/>
                                          </p:val>
                                        </p:tav>
                                      </p:tavLst>
                                    </p:anim>
                                    <p:anim calcmode="lin" valueType="num">
                                      <p:cBhvr>
                                        <p:cTn id="8" dur="500" fill="hold"/>
                                        <p:tgtEl>
                                          <p:spTgt spid="398499"/>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98339"/>
                                        </p:tgtEl>
                                        <p:attrNameLst>
                                          <p:attrName>style.visibility</p:attrName>
                                        </p:attrNameLst>
                                      </p:cBhvr>
                                      <p:to>
                                        <p:strVal val="visible"/>
                                      </p:to>
                                    </p:set>
                                    <p:anim calcmode="lin" valueType="num">
                                      <p:cBhvr additive="base">
                                        <p:cTn id="13" dur="500" fill="hold"/>
                                        <p:tgtEl>
                                          <p:spTgt spid="398339"/>
                                        </p:tgtEl>
                                        <p:attrNameLst>
                                          <p:attrName>ppt_x</p:attrName>
                                        </p:attrNameLst>
                                      </p:cBhvr>
                                      <p:tavLst>
                                        <p:tav tm="0">
                                          <p:val>
                                            <p:strVal val="0-#ppt_w/2"/>
                                          </p:val>
                                        </p:tav>
                                        <p:tav tm="100000">
                                          <p:val>
                                            <p:strVal val="#ppt_x"/>
                                          </p:val>
                                        </p:tav>
                                      </p:tavLst>
                                    </p:anim>
                                    <p:anim calcmode="lin" valueType="num">
                                      <p:cBhvr additive="base">
                                        <p:cTn id="14" dur="500" fill="hold"/>
                                        <p:tgtEl>
                                          <p:spTgt spid="39833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398419"/>
                                        </p:tgtEl>
                                        <p:attrNameLst>
                                          <p:attrName>style.visibility</p:attrName>
                                        </p:attrNameLst>
                                      </p:cBhvr>
                                      <p:to>
                                        <p:strVal val="visible"/>
                                      </p:to>
                                    </p:set>
                                    <p:anim calcmode="lin" valueType="num">
                                      <p:cBhvr additive="base">
                                        <p:cTn id="19" dur="500" fill="hold"/>
                                        <p:tgtEl>
                                          <p:spTgt spid="398419"/>
                                        </p:tgtEl>
                                        <p:attrNameLst>
                                          <p:attrName>ppt_x</p:attrName>
                                        </p:attrNameLst>
                                      </p:cBhvr>
                                      <p:tavLst>
                                        <p:tav tm="0">
                                          <p:val>
                                            <p:strVal val="#ppt_x"/>
                                          </p:val>
                                        </p:tav>
                                        <p:tav tm="100000">
                                          <p:val>
                                            <p:strVal val="#ppt_x"/>
                                          </p:val>
                                        </p:tav>
                                      </p:tavLst>
                                    </p:anim>
                                    <p:anim calcmode="lin" valueType="num">
                                      <p:cBhvr additive="base">
                                        <p:cTn id="20" dur="500" fill="hold"/>
                                        <p:tgtEl>
                                          <p:spTgt spid="398419"/>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398420"/>
                                        </p:tgtEl>
                                        <p:attrNameLst>
                                          <p:attrName>style.visibility</p:attrName>
                                        </p:attrNameLst>
                                      </p:cBhvr>
                                      <p:to>
                                        <p:strVal val="visible"/>
                                      </p:to>
                                    </p:set>
                                    <p:anim calcmode="lin" valueType="num">
                                      <p:cBhvr additive="base">
                                        <p:cTn id="25" dur="500" fill="hold"/>
                                        <p:tgtEl>
                                          <p:spTgt spid="398420"/>
                                        </p:tgtEl>
                                        <p:attrNameLst>
                                          <p:attrName>ppt_x</p:attrName>
                                        </p:attrNameLst>
                                      </p:cBhvr>
                                      <p:tavLst>
                                        <p:tav tm="0">
                                          <p:val>
                                            <p:strVal val="#ppt_x"/>
                                          </p:val>
                                        </p:tav>
                                        <p:tav tm="100000">
                                          <p:val>
                                            <p:strVal val="#ppt_x"/>
                                          </p:val>
                                        </p:tav>
                                      </p:tavLst>
                                    </p:anim>
                                    <p:anim calcmode="lin" valueType="num">
                                      <p:cBhvr additive="base">
                                        <p:cTn id="26" dur="500" fill="hold"/>
                                        <p:tgtEl>
                                          <p:spTgt spid="398420"/>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398338"/>
                                        </p:tgtEl>
                                        <p:attrNameLst>
                                          <p:attrName>style.visibility</p:attrName>
                                        </p:attrNameLst>
                                      </p:cBhvr>
                                      <p:to>
                                        <p:strVal val="visible"/>
                                      </p:to>
                                    </p:set>
                                    <p:anim calcmode="lin" valueType="num">
                                      <p:cBhvr>
                                        <p:cTn id="31" dur="500" fill="hold"/>
                                        <p:tgtEl>
                                          <p:spTgt spid="398338"/>
                                        </p:tgtEl>
                                        <p:attrNameLst>
                                          <p:attrName>ppt_w</p:attrName>
                                        </p:attrNameLst>
                                      </p:cBhvr>
                                      <p:tavLst>
                                        <p:tav tm="0">
                                          <p:val>
                                            <p:fltVal val="0"/>
                                          </p:val>
                                        </p:tav>
                                        <p:tav tm="100000">
                                          <p:val>
                                            <p:strVal val="#ppt_w"/>
                                          </p:val>
                                        </p:tav>
                                      </p:tavLst>
                                    </p:anim>
                                    <p:anim calcmode="lin" valueType="num">
                                      <p:cBhvr>
                                        <p:cTn id="32" dur="500" fill="hold"/>
                                        <p:tgtEl>
                                          <p:spTgt spid="398338"/>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398448"/>
                                        </p:tgtEl>
                                        <p:attrNameLst>
                                          <p:attrName>style.visibility</p:attrName>
                                        </p:attrNameLst>
                                      </p:cBhvr>
                                      <p:to>
                                        <p:strVal val="visible"/>
                                      </p:to>
                                    </p:set>
                                    <p:anim calcmode="lin" valueType="num">
                                      <p:cBhvr>
                                        <p:cTn id="37" dur="500" fill="hold"/>
                                        <p:tgtEl>
                                          <p:spTgt spid="398448"/>
                                        </p:tgtEl>
                                        <p:attrNameLst>
                                          <p:attrName>ppt_w</p:attrName>
                                        </p:attrNameLst>
                                      </p:cBhvr>
                                      <p:tavLst>
                                        <p:tav tm="0">
                                          <p:val>
                                            <p:fltVal val="0"/>
                                          </p:val>
                                        </p:tav>
                                        <p:tav tm="100000">
                                          <p:val>
                                            <p:strVal val="#ppt_w"/>
                                          </p:val>
                                        </p:tav>
                                      </p:tavLst>
                                    </p:anim>
                                    <p:anim calcmode="lin" valueType="num">
                                      <p:cBhvr>
                                        <p:cTn id="38" dur="500" fill="hold"/>
                                        <p:tgtEl>
                                          <p:spTgt spid="398448"/>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398340"/>
                                        </p:tgtEl>
                                        <p:attrNameLst>
                                          <p:attrName>style.visibility</p:attrName>
                                        </p:attrNameLst>
                                      </p:cBhvr>
                                      <p:to>
                                        <p:strVal val="visible"/>
                                      </p:to>
                                    </p:set>
                                    <p:anim calcmode="lin" valueType="num">
                                      <p:cBhvr>
                                        <p:cTn id="43" dur="500" fill="hold"/>
                                        <p:tgtEl>
                                          <p:spTgt spid="398340"/>
                                        </p:tgtEl>
                                        <p:attrNameLst>
                                          <p:attrName>ppt_w</p:attrName>
                                        </p:attrNameLst>
                                      </p:cBhvr>
                                      <p:tavLst>
                                        <p:tav tm="0">
                                          <p:val>
                                            <p:fltVal val="0"/>
                                          </p:val>
                                        </p:tav>
                                        <p:tav tm="100000">
                                          <p:val>
                                            <p:strVal val="#ppt_w"/>
                                          </p:val>
                                        </p:tav>
                                      </p:tavLst>
                                    </p:anim>
                                    <p:anim calcmode="lin" valueType="num">
                                      <p:cBhvr>
                                        <p:cTn id="44" dur="500" fill="hold"/>
                                        <p:tgtEl>
                                          <p:spTgt spid="398340"/>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398341"/>
                                        </p:tgtEl>
                                        <p:attrNameLst>
                                          <p:attrName>style.visibility</p:attrName>
                                        </p:attrNameLst>
                                      </p:cBhvr>
                                      <p:to>
                                        <p:strVal val="visible"/>
                                      </p:to>
                                    </p:set>
                                    <p:anim calcmode="lin" valueType="num">
                                      <p:cBhvr>
                                        <p:cTn id="49" dur="500" fill="hold"/>
                                        <p:tgtEl>
                                          <p:spTgt spid="398341"/>
                                        </p:tgtEl>
                                        <p:attrNameLst>
                                          <p:attrName>ppt_w</p:attrName>
                                        </p:attrNameLst>
                                      </p:cBhvr>
                                      <p:tavLst>
                                        <p:tav tm="0">
                                          <p:val>
                                            <p:fltVal val="0"/>
                                          </p:val>
                                        </p:tav>
                                        <p:tav tm="100000">
                                          <p:val>
                                            <p:strVal val="#ppt_w"/>
                                          </p:val>
                                        </p:tav>
                                      </p:tavLst>
                                    </p:anim>
                                    <p:anim calcmode="lin" valueType="num">
                                      <p:cBhvr>
                                        <p:cTn id="50" dur="500" fill="hold"/>
                                        <p:tgtEl>
                                          <p:spTgt spid="398341"/>
                                        </p:tgtEl>
                                        <p:attrNameLst>
                                          <p:attrName>ppt_h</p:attrName>
                                        </p:attrNameLst>
                                      </p:cBhvr>
                                      <p:tavLst>
                                        <p:tav tm="0">
                                          <p:val>
                                            <p:fltVal val="0"/>
                                          </p:val>
                                        </p:tav>
                                        <p:tav tm="100000">
                                          <p:val>
                                            <p:strVal val="#ppt_h"/>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4" fill="hold" nodeType="clickEffect">
                                  <p:stCondLst>
                                    <p:cond delay="0"/>
                                  </p:stCondLst>
                                  <p:childTnLst>
                                    <p:set>
                                      <p:cBhvr>
                                        <p:cTn id="54" dur="1" fill="hold">
                                          <p:stCondLst>
                                            <p:cond delay="0"/>
                                          </p:stCondLst>
                                        </p:cTn>
                                        <p:tgtEl>
                                          <p:spTgt spid="398342"/>
                                        </p:tgtEl>
                                        <p:attrNameLst>
                                          <p:attrName>style.visibility</p:attrName>
                                        </p:attrNameLst>
                                      </p:cBhvr>
                                      <p:to>
                                        <p:strVal val="visible"/>
                                      </p:to>
                                    </p:set>
                                    <p:anim calcmode="lin" valueType="num">
                                      <p:cBhvr>
                                        <p:cTn id="55" dur="500" fill="hold"/>
                                        <p:tgtEl>
                                          <p:spTgt spid="398342"/>
                                        </p:tgtEl>
                                        <p:attrNameLst>
                                          <p:attrName>ppt_x</p:attrName>
                                        </p:attrNameLst>
                                      </p:cBhvr>
                                      <p:tavLst>
                                        <p:tav tm="0">
                                          <p:val>
                                            <p:strVal val="#ppt_x"/>
                                          </p:val>
                                        </p:tav>
                                        <p:tav tm="100000">
                                          <p:val>
                                            <p:strVal val="#ppt_x"/>
                                          </p:val>
                                        </p:tav>
                                      </p:tavLst>
                                    </p:anim>
                                    <p:anim calcmode="lin" valueType="num">
                                      <p:cBhvr>
                                        <p:cTn id="56" dur="500" fill="hold"/>
                                        <p:tgtEl>
                                          <p:spTgt spid="398342"/>
                                        </p:tgtEl>
                                        <p:attrNameLst>
                                          <p:attrName>ppt_y</p:attrName>
                                        </p:attrNameLst>
                                      </p:cBhvr>
                                      <p:tavLst>
                                        <p:tav tm="0">
                                          <p:val>
                                            <p:strVal val="#ppt_y+#ppt_h/2"/>
                                          </p:val>
                                        </p:tav>
                                        <p:tav tm="100000">
                                          <p:val>
                                            <p:strVal val="#ppt_y"/>
                                          </p:val>
                                        </p:tav>
                                      </p:tavLst>
                                    </p:anim>
                                    <p:anim calcmode="lin" valueType="num">
                                      <p:cBhvr>
                                        <p:cTn id="57" dur="500" fill="hold"/>
                                        <p:tgtEl>
                                          <p:spTgt spid="398342"/>
                                        </p:tgtEl>
                                        <p:attrNameLst>
                                          <p:attrName>ppt_w</p:attrName>
                                        </p:attrNameLst>
                                      </p:cBhvr>
                                      <p:tavLst>
                                        <p:tav tm="0">
                                          <p:val>
                                            <p:strVal val="#ppt_w"/>
                                          </p:val>
                                        </p:tav>
                                        <p:tav tm="100000">
                                          <p:val>
                                            <p:strVal val="#ppt_w"/>
                                          </p:val>
                                        </p:tav>
                                      </p:tavLst>
                                    </p:anim>
                                    <p:anim calcmode="lin" valueType="num">
                                      <p:cBhvr>
                                        <p:cTn id="58" dur="500" fill="hold"/>
                                        <p:tgtEl>
                                          <p:spTgt spid="398342"/>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18" presetClass="entr" presetSubtype="3" fill="hold" grpId="0" nodeType="clickEffect">
                                  <p:stCondLst>
                                    <p:cond delay="0"/>
                                  </p:stCondLst>
                                  <p:childTnLst>
                                    <p:set>
                                      <p:cBhvr>
                                        <p:cTn id="62" dur="1" fill="hold">
                                          <p:stCondLst>
                                            <p:cond delay="0"/>
                                          </p:stCondLst>
                                        </p:cTn>
                                        <p:tgtEl>
                                          <p:spTgt spid="398346"/>
                                        </p:tgtEl>
                                        <p:attrNameLst>
                                          <p:attrName>style.visibility</p:attrName>
                                        </p:attrNameLst>
                                      </p:cBhvr>
                                      <p:to>
                                        <p:strVal val="visible"/>
                                      </p:to>
                                    </p:set>
                                    <p:animEffect transition="in" filter="strips(upRight)">
                                      <p:cBhvr>
                                        <p:cTn id="63" dur="500"/>
                                        <p:tgtEl>
                                          <p:spTgt spid="39834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18" presetClass="entr" presetSubtype="3" fill="hold" grpId="0" nodeType="clickEffect">
                                  <p:stCondLst>
                                    <p:cond delay="0"/>
                                  </p:stCondLst>
                                  <p:childTnLst>
                                    <p:set>
                                      <p:cBhvr>
                                        <p:cTn id="67" dur="1" fill="hold">
                                          <p:stCondLst>
                                            <p:cond delay="0"/>
                                          </p:stCondLst>
                                        </p:cTn>
                                        <p:tgtEl>
                                          <p:spTgt spid="398441"/>
                                        </p:tgtEl>
                                        <p:attrNameLst>
                                          <p:attrName>style.visibility</p:attrName>
                                        </p:attrNameLst>
                                      </p:cBhvr>
                                      <p:to>
                                        <p:strVal val="visible"/>
                                      </p:to>
                                    </p:set>
                                    <p:animEffect transition="in" filter="strips(upRight)">
                                      <p:cBhvr>
                                        <p:cTn id="68" dur="500"/>
                                        <p:tgtEl>
                                          <p:spTgt spid="39844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8" presetClass="entr" presetSubtype="6" fill="hold" grpId="0" nodeType="clickEffect">
                                  <p:stCondLst>
                                    <p:cond delay="0"/>
                                  </p:stCondLst>
                                  <p:childTnLst>
                                    <p:set>
                                      <p:cBhvr>
                                        <p:cTn id="72" dur="1" fill="hold">
                                          <p:stCondLst>
                                            <p:cond delay="0"/>
                                          </p:stCondLst>
                                        </p:cTn>
                                        <p:tgtEl>
                                          <p:spTgt spid="398347"/>
                                        </p:tgtEl>
                                        <p:attrNameLst>
                                          <p:attrName>style.visibility</p:attrName>
                                        </p:attrNameLst>
                                      </p:cBhvr>
                                      <p:to>
                                        <p:strVal val="visible"/>
                                      </p:to>
                                    </p:set>
                                    <p:animEffect transition="in" filter="strips(downRight)">
                                      <p:cBhvr>
                                        <p:cTn id="73" dur="500"/>
                                        <p:tgtEl>
                                          <p:spTgt spid="398347"/>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7" presetClass="entr" presetSubtype="8" fill="hold" nodeType="clickEffect">
                                  <p:stCondLst>
                                    <p:cond delay="0"/>
                                  </p:stCondLst>
                                  <p:childTnLst>
                                    <p:set>
                                      <p:cBhvr>
                                        <p:cTn id="77" dur="1" fill="hold">
                                          <p:stCondLst>
                                            <p:cond delay="0"/>
                                          </p:stCondLst>
                                        </p:cTn>
                                        <p:tgtEl>
                                          <p:spTgt spid="398348"/>
                                        </p:tgtEl>
                                        <p:attrNameLst>
                                          <p:attrName>style.visibility</p:attrName>
                                        </p:attrNameLst>
                                      </p:cBhvr>
                                      <p:to>
                                        <p:strVal val="visible"/>
                                      </p:to>
                                    </p:set>
                                    <p:anim calcmode="lin" valueType="num">
                                      <p:cBhvr>
                                        <p:cTn id="78" dur="500" fill="hold"/>
                                        <p:tgtEl>
                                          <p:spTgt spid="398348"/>
                                        </p:tgtEl>
                                        <p:attrNameLst>
                                          <p:attrName>ppt_x</p:attrName>
                                        </p:attrNameLst>
                                      </p:cBhvr>
                                      <p:tavLst>
                                        <p:tav tm="0">
                                          <p:val>
                                            <p:strVal val="#ppt_x-#ppt_w/2"/>
                                          </p:val>
                                        </p:tav>
                                        <p:tav tm="100000">
                                          <p:val>
                                            <p:strVal val="#ppt_x"/>
                                          </p:val>
                                        </p:tav>
                                      </p:tavLst>
                                    </p:anim>
                                    <p:anim calcmode="lin" valueType="num">
                                      <p:cBhvr>
                                        <p:cTn id="79" dur="500" fill="hold"/>
                                        <p:tgtEl>
                                          <p:spTgt spid="398348"/>
                                        </p:tgtEl>
                                        <p:attrNameLst>
                                          <p:attrName>ppt_y</p:attrName>
                                        </p:attrNameLst>
                                      </p:cBhvr>
                                      <p:tavLst>
                                        <p:tav tm="0">
                                          <p:val>
                                            <p:strVal val="#ppt_y"/>
                                          </p:val>
                                        </p:tav>
                                        <p:tav tm="100000">
                                          <p:val>
                                            <p:strVal val="#ppt_y"/>
                                          </p:val>
                                        </p:tav>
                                      </p:tavLst>
                                    </p:anim>
                                    <p:anim calcmode="lin" valueType="num">
                                      <p:cBhvr>
                                        <p:cTn id="80" dur="500" fill="hold"/>
                                        <p:tgtEl>
                                          <p:spTgt spid="398348"/>
                                        </p:tgtEl>
                                        <p:attrNameLst>
                                          <p:attrName>ppt_w</p:attrName>
                                        </p:attrNameLst>
                                      </p:cBhvr>
                                      <p:tavLst>
                                        <p:tav tm="0">
                                          <p:val>
                                            <p:fltVal val="0"/>
                                          </p:val>
                                        </p:tav>
                                        <p:tav tm="100000">
                                          <p:val>
                                            <p:strVal val="#ppt_w"/>
                                          </p:val>
                                        </p:tav>
                                      </p:tavLst>
                                    </p:anim>
                                    <p:anim calcmode="lin" valueType="num">
                                      <p:cBhvr>
                                        <p:cTn id="81" dur="500" fill="hold"/>
                                        <p:tgtEl>
                                          <p:spTgt spid="398348"/>
                                        </p:tgtEl>
                                        <p:attrNameLst>
                                          <p:attrName>ppt_h</p:attrName>
                                        </p:attrNameLst>
                                      </p:cBhvr>
                                      <p:tavLst>
                                        <p:tav tm="0">
                                          <p:val>
                                            <p:strVal val="#ppt_h"/>
                                          </p:val>
                                        </p:tav>
                                        <p:tav tm="100000">
                                          <p:val>
                                            <p:strVal val="#ppt_h"/>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17" presetClass="entr" presetSubtype="4" fill="hold" nodeType="clickEffect">
                                  <p:stCondLst>
                                    <p:cond delay="0"/>
                                  </p:stCondLst>
                                  <p:childTnLst>
                                    <p:set>
                                      <p:cBhvr>
                                        <p:cTn id="85" dur="1" fill="hold">
                                          <p:stCondLst>
                                            <p:cond delay="0"/>
                                          </p:stCondLst>
                                        </p:cTn>
                                        <p:tgtEl>
                                          <p:spTgt spid="398355"/>
                                        </p:tgtEl>
                                        <p:attrNameLst>
                                          <p:attrName>style.visibility</p:attrName>
                                        </p:attrNameLst>
                                      </p:cBhvr>
                                      <p:to>
                                        <p:strVal val="visible"/>
                                      </p:to>
                                    </p:set>
                                    <p:anim calcmode="lin" valueType="num">
                                      <p:cBhvr>
                                        <p:cTn id="86" dur="500" fill="hold"/>
                                        <p:tgtEl>
                                          <p:spTgt spid="398355"/>
                                        </p:tgtEl>
                                        <p:attrNameLst>
                                          <p:attrName>ppt_x</p:attrName>
                                        </p:attrNameLst>
                                      </p:cBhvr>
                                      <p:tavLst>
                                        <p:tav tm="0">
                                          <p:val>
                                            <p:strVal val="#ppt_x"/>
                                          </p:val>
                                        </p:tav>
                                        <p:tav tm="100000">
                                          <p:val>
                                            <p:strVal val="#ppt_x"/>
                                          </p:val>
                                        </p:tav>
                                      </p:tavLst>
                                    </p:anim>
                                    <p:anim calcmode="lin" valueType="num">
                                      <p:cBhvr>
                                        <p:cTn id="87" dur="500" fill="hold"/>
                                        <p:tgtEl>
                                          <p:spTgt spid="398355"/>
                                        </p:tgtEl>
                                        <p:attrNameLst>
                                          <p:attrName>ppt_y</p:attrName>
                                        </p:attrNameLst>
                                      </p:cBhvr>
                                      <p:tavLst>
                                        <p:tav tm="0">
                                          <p:val>
                                            <p:strVal val="#ppt_y+#ppt_h/2"/>
                                          </p:val>
                                        </p:tav>
                                        <p:tav tm="100000">
                                          <p:val>
                                            <p:strVal val="#ppt_y"/>
                                          </p:val>
                                        </p:tav>
                                      </p:tavLst>
                                    </p:anim>
                                    <p:anim calcmode="lin" valueType="num">
                                      <p:cBhvr>
                                        <p:cTn id="88" dur="500" fill="hold"/>
                                        <p:tgtEl>
                                          <p:spTgt spid="398355"/>
                                        </p:tgtEl>
                                        <p:attrNameLst>
                                          <p:attrName>ppt_w</p:attrName>
                                        </p:attrNameLst>
                                      </p:cBhvr>
                                      <p:tavLst>
                                        <p:tav tm="0">
                                          <p:val>
                                            <p:strVal val="#ppt_w"/>
                                          </p:val>
                                        </p:tav>
                                        <p:tav tm="100000">
                                          <p:val>
                                            <p:strVal val="#ppt_w"/>
                                          </p:val>
                                        </p:tav>
                                      </p:tavLst>
                                    </p:anim>
                                    <p:anim calcmode="lin" valueType="num">
                                      <p:cBhvr>
                                        <p:cTn id="89" dur="500" fill="hold"/>
                                        <p:tgtEl>
                                          <p:spTgt spid="398355"/>
                                        </p:tgtEl>
                                        <p:attrNameLst>
                                          <p:attrName>ppt_h</p:attrName>
                                        </p:attrNameLst>
                                      </p:cBhvr>
                                      <p:tavLst>
                                        <p:tav tm="0">
                                          <p:val>
                                            <p:fltVal val="0"/>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17" presetClass="entr" presetSubtype="8" fill="hold" nodeType="clickEffect">
                                  <p:stCondLst>
                                    <p:cond delay="0"/>
                                  </p:stCondLst>
                                  <p:childTnLst>
                                    <p:set>
                                      <p:cBhvr>
                                        <p:cTn id="93" dur="1" fill="hold">
                                          <p:stCondLst>
                                            <p:cond delay="0"/>
                                          </p:stCondLst>
                                        </p:cTn>
                                        <p:tgtEl>
                                          <p:spTgt spid="398362"/>
                                        </p:tgtEl>
                                        <p:attrNameLst>
                                          <p:attrName>style.visibility</p:attrName>
                                        </p:attrNameLst>
                                      </p:cBhvr>
                                      <p:to>
                                        <p:strVal val="visible"/>
                                      </p:to>
                                    </p:set>
                                    <p:anim calcmode="lin" valueType="num">
                                      <p:cBhvr>
                                        <p:cTn id="94" dur="500" fill="hold"/>
                                        <p:tgtEl>
                                          <p:spTgt spid="398362"/>
                                        </p:tgtEl>
                                        <p:attrNameLst>
                                          <p:attrName>ppt_x</p:attrName>
                                        </p:attrNameLst>
                                      </p:cBhvr>
                                      <p:tavLst>
                                        <p:tav tm="0">
                                          <p:val>
                                            <p:strVal val="#ppt_x-#ppt_w/2"/>
                                          </p:val>
                                        </p:tav>
                                        <p:tav tm="100000">
                                          <p:val>
                                            <p:strVal val="#ppt_x"/>
                                          </p:val>
                                        </p:tav>
                                      </p:tavLst>
                                    </p:anim>
                                    <p:anim calcmode="lin" valueType="num">
                                      <p:cBhvr>
                                        <p:cTn id="95" dur="500" fill="hold"/>
                                        <p:tgtEl>
                                          <p:spTgt spid="398362"/>
                                        </p:tgtEl>
                                        <p:attrNameLst>
                                          <p:attrName>ppt_y</p:attrName>
                                        </p:attrNameLst>
                                      </p:cBhvr>
                                      <p:tavLst>
                                        <p:tav tm="0">
                                          <p:val>
                                            <p:strVal val="#ppt_y"/>
                                          </p:val>
                                        </p:tav>
                                        <p:tav tm="100000">
                                          <p:val>
                                            <p:strVal val="#ppt_y"/>
                                          </p:val>
                                        </p:tav>
                                      </p:tavLst>
                                    </p:anim>
                                    <p:anim calcmode="lin" valueType="num">
                                      <p:cBhvr>
                                        <p:cTn id="96" dur="500" fill="hold"/>
                                        <p:tgtEl>
                                          <p:spTgt spid="398362"/>
                                        </p:tgtEl>
                                        <p:attrNameLst>
                                          <p:attrName>ppt_w</p:attrName>
                                        </p:attrNameLst>
                                      </p:cBhvr>
                                      <p:tavLst>
                                        <p:tav tm="0">
                                          <p:val>
                                            <p:fltVal val="0"/>
                                          </p:val>
                                        </p:tav>
                                        <p:tav tm="100000">
                                          <p:val>
                                            <p:strVal val="#ppt_w"/>
                                          </p:val>
                                        </p:tav>
                                      </p:tavLst>
                                    </p:anim>
                                    <p:anim calcmode="lin" valueType="num">
                                      <p:cBhvr>
                                        <p:cTn id="97" dur="500" fill="hold"/>
                                        <p:tgtEl>
                                          <p:spTgt spid="398362"/>
                                        </p:tgtEl>
                                        <p:attrNameLst>
                                          <p:attrName>ppt_h</p:attrName>
                                        </p:attrNameLst>
                                      </p:cBhvr>
                                      <p:tavLst>
                                        <p:tav tm="0">
                                          <p:val>
                                            <p:strVal val="#ppt_h"/>
                                          </p:val>
                                        </p:tav>
                                        <p:tav tm="100000">
                                          <p:val>
                                            <p:strVal val="#ppt_h"/>
                                          </p:val>
                                        </p:tav>
                                      </p:tavLst>
                                    </p:anim>
                                  </p:childTnLst>
                                </p:cTn>
                              </p:par>
                            </p:childTnLst>
                          </p:cTn>
                        </p:par>
                      </p:childTnLst>
                    </p:cTn>
                  </p:par>
                  <p:par>
                    <p:cTn id="98" fill="hold" nodeType="clickPar">
                      <p:stCondLst>
                        <p:cond delay="indefinite"/>
                      </p:stCondLst>
                      <p:childTnLst>
                        <p:par>
                          <p:cTn id="99" fill="hold" nodeType="withGroup">
                            <p:stCondLst>
                              <p:cond delay="0"/>
                            </p:stCondLst>
                            <p:childTnLst>
                              <p:par>
                                <p:cTn id="100" presetID="2" presetClass="entr" presetSubtype="1" fill="hold" nodeType="clickEffect">
                                  <p:stCondLst>
                                    <p:cond delay="0"/>
                                  </p:stCondLst>
                                  <p:childTnLst>
                                    <p:set>
                                      <p:cBhvr>
                                        <p:cTn id="101" dur="1" fill="hold">
                                          <p:stCondLst>
                                            <p:cond delay="0"/>
                                          </p:stCondLst>
                                        </p:cTn>
                                        <p:tgtEl>
                                          <p:spTgt spid="398366"/>
                                        </p:tgtEl>
                                        <p:attrNameLst>
                                          <p:attrName>style.visibility</p:attrName>
                                        </p:attrNameLst>
                                      </p:cBhvr>
                                      <p:to>
                                        <p:strVal val="visible"/>
                                      </p:to>
                                    </p:set>
                                    <p:anim calcmode="lin" valueType="num">
                                      <p:cBhvr additive="base">
                                        <p:cTn id="102" dur="500" fill="hold"/>
                                        <p:tgtEl>
                                          <p:spTgt spid="398366"/>
                                        </p:tgtEl>
                                        <p:attrNameLst>
                                          <p:attrName>ppt_x</p:attrName>
                                        </p:attrNameLst>
                                      </p:cBhvr>
                                      <p:tavLst>
                                        <p:tav tm="0">
                                          <p:val>
                                            <p:strVal val="#ppt_x"/>
                                          </p:val>
                                        </p:tav>
                                        <p:tav tm="100000">
                                          <p:val>
                                            <p:strVal val="#ppt_x"/>
                                          </p:val>
                                        </p:tav>
                                      </p:tavLst>
                                    </p:anim>
                                    <p:anim calcmode="lin" valueType="num">
                                      <p:cBhvr additive="base">
                                        <p:cTn id="103" dur="500" fill="hold"/>
                                        <p:tgtEl>
                                          <p:spTgt spid="398366"/>
                                        </p:tgtEl>
                                        <p:attrNameLst>
                                          <p:attrName>ppt_y</p:attrName>
                                        </p:attrNameLst>
                                      </p:cBhvr>
                                      <p:tavLst>
                                        <p:tav tm="0">
                                          <p:val>
                                            <p:strVal val="0-#ppt_h/2"/>
                                          </p:val>
                                        </p:tav>
                                        <p:tav tm="100000">
                                          <p:val>
                                            <p:strVal val="#ppt_y"/>
                                          </p:val>
                                        </p:tav>
                                      </p:tavLst>
                                    </p:anim>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3" presetClass="entr" presetSubtype="16" fill="hold" nodeType="clickEffect">
                                  <p:stCondLst>
                                    <p:cond delay="0"/>
                                  </p:stCondLst>
                                  <p:childTnLst>
                                    <p:set>
                                      <p:cBhvr>
                                        <p:cTn id="107" dur="1" fill="hold">
                                          <p:stCondLst>
                                            <p:cond delay="0"/>
                                          </p:stCondLst>
                                        </p:cTn>
                                        <p:tgtEl>
                                          <p:spTgt spid="398490"/>
                                        </p:tgtEl>
                                        <p:attrNameLst>
                                          <p:attrName>style.visibility</p:attrName>
                                        </p:attrNameLst>
                                      </p:cBhvr>
                                      <p:to>
                                        <p:strVal val="visible"/>
                                      </p:to>
                                    </p:set>
                                    <p:anim calcmode="lin" valueType="num">
                                      <p:cBhvr>
                                        <p:cTn id="108" dur="500" fill="hold"/>
                                        <p:tgtEl>
                                          <p:spTgt spid="398490"/>
                                        </p:tgtEl>
                                        <p:attrNameLst>
                                          <p:attrName>ppt_w</p:attrName>
                                        </p:attrNameLst>
                                      </p:cBhvr>
                                      <p:tavLst>
                                        <p:tav tm="0">
                                          <p:val>
                                            <p:fltVal val="0"/>
                                          </p:val>
                                        </p:tav>
                                        <p:tav tm="100000">
                                          <p:val>
                                            <p:strVal val="#ppt_w"/>
                                          </p:val>
                                        </p:tav>
                                      </p:tavLst>
                                    </p:anim>
                                    <p:anim calcmode="lin" valueType="num">
                                      <p:cBhvr>
                                        <p:cTn id="109" dur="500" fill="hold"/>
                                        <p:tgtEl>
                                          <p:spTgt spid="398490"/>
                                        </p:tgtEl>
                                        <p:attrNameLst>
                                          <p:attrName>ppt_h</p:attrName>
                                        </p:attrNameLst>
                                      </p:cBhvr>
                                      <p:tavLst>
                                        <p:tav tm="0">
                                          <p:val>
                                            <p:fltVal val="0"/>
                                          </p:val>
                                        </p:tav>
                                        <p:tav tm="100000">
                                          <p:val>
                                            <p:strVal val="#ppt_h"/>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2" presetClass="entr" presetSubtype="8" fill="hold" grpId="0" nodeType="clickEffect">
                                  <p:stCondLst>
                                    <p:cond delay="0"/>
                                  </p:stCondLst>
                                  <p:childTnLst>
                                    <p:set>
                                      <p:cBhvr>
                                        <p:cTn id="113" dur="1" fill="hold">
                                          <p:stCondLst>
                                            <p:cond delay="0"/>
                                          </p:stCondLst>
                                        </p:cTn>
                                        <p:tgtEl>
                                          <p:spTgt spid="398421"/>
                                        </p:tgtEl>
                                        <p:attrNameLst>
                                          <p:attrName>style.visibility</p:attrName>
                                        </p:attrNameLst>
                                      </p:cBhvr>
                                      <p:to>
                                        <p:strVal val="visible"/>
                                      </p:to>
                                    </p:set>
                                    <p:anim calcmode="lin" valueType="num">
                                      <p:cBhvr additive="base">
                                        <p:cTn id="114" dur="500" fill="hold"/>
                                        <p:tgtEl>
                                          <p:spTgt spid="398421"/>
                                        </p:tgtEl>
                                        <p:attrNameLst>
                                          <p:attrName>ppt_x</p:attrName>
                                        </p:attrNameLst>
                                      </p:cBhvr>
                                      <p:tavLst>
                                        <p:tav tm="0">
                                          <p:val>
                                            <p:strVal val="0-#ppt_w/2"/>
                                          </p:val>
                                        </p:tav>
                                        <p:tav tm="100000">
                                          <p:val>
                                            <p:strVal val="#ppt_x"/>
                                          </p:val>
                                        </p:tav>
                                      </p:tavLst>
                                    </p:anim>
                                    <p:anim calcmode="lin" valueType="num">
                                      <p:cBhvr additive="base">
                                        <p:cTn id="115" dur="500" fill="hold"/>
                                        <p:tgtEl>
                                          <p:spTgt spid="398421"/>
                                        </p:tgtEl>
                                        <p:attrNameLst>
                                          <p:attrName>ppt_y</p:attrName>
                                        </p:attrNameLst>
                                      </p:cBhvr>
                                      <p:tavLst>
                                        <p:tav tm="0">
                                          <p:val>
                                            <p:strVal val="#ppt_y"/>
                                          </p:val>
                                        </p:tav>
                                        <p:tav tm="100000">
                                          <p:val>
                                            <p:strVal val="#ppt_y"/>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8" presetClass="entr" presetSubtype="6" fill="hold" grpId="0" nodeType="clickEffect">
                                  <p:stCondLst>
                                    <p:cond delay="0"/>
                                  </p:stCondLst>
                                  <p:childTnLst>
                                    <p:set>
                                      <p:cBhvr>
                                        <p:cTn id="119" dur="1" fill="hold">
                                          <p:stCondLst>
                                            <p:cond delay="0"/>
                                          </p:stCondLst>
                                        </p:cTn>
                                        <p:tgtEl>
                                          <p:spTgt spid="398372"/>
                                        </p:tgtEl>
                                        <p:attrNameLst>
                                          <p:attrName>style.visibility</p:attrName>
                                        </p:attrNameLst>
                                      </p:cBhvr>
                                      <p:to>
                                        <p:strVal val="visible"/>
                                      </p:to>
                                    </p:set>
                                    <p:animEffect transition="in" filter="strips(downRight)">
                                      <p:cBhvr>
                                        <p:cTn id="120" dur="500"/>
                                        <p:tgtEl>
                                          <p:spTgt spid="398372"/>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8" presetClass="entr" presetSubtype="12" fill="hold" grpId="0" nodeType="clickEffect">
                                  <p:stCondLst>
                                    <p:cond delay="0"/>
                                  </p:stCondLst>
                                  <p:childTnLst>
                                    <p:set>
                                      <p:cBhvr>
                                        <p:cTn id="124" dur="1" fill="hold">
                                          <p:stCondLst>
                                            <p:cond delay="0"/>
                                          </p:stCondLst>
                                        </p:cTn>
                                        <p:tgtEl>
                                          <p:spTgt spid="398373"/>
                                        </p:tgtEl>
                                        <p:attrNameLst>
                                          <p:attrName>style.visibility</p:attrName>
                                        </p:attrNameLst>
                                      </p:cBhvr>
                                      <p:to>
                                        <p:strVal val="visible"/>
                                      </p:to>
                                    </p:set>
                                    <p:animEffect transition="in" filter="strips(downLeft)">
                                      <p:cBhvr>
                                        <p:cTn id="125" dur="500"/>
                                        <p:tgtEl>
                                          <p:spTgt spid="398373"/>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8" presetClass="entr" presetSubtype="9" fill="hold" grpId="0" nodeType="clickEffect">
                                  <p:stCondLst>
                                    <p:cond delay="0"/>
                                  </p:stCondLst>
                                  <p:childTnLst>
                                    <p:set>
                                      <p:cBhvr>
                                        <p:cTn id="129" dur="1" fill="hold">
                                          <p:stCondLst>
                                            <p:cond delay="0"/>
                                          </p:stCondLst>
                                        </p:cTn>
                                        <p:tgtEl>
                                          <p:spTgt spid="398374"/>
                                        </p:tgtEl>
                                        <p:attrNameLst>
                                          <p:attrName>style.visibility</p:attrName>
                                        </p:attrNameLst>
                                      </p:cBhvr>
                                      <p:to>
                                        <p:strVal val="visible"/>
                                      </p:to>
                                    </p:set>
                                    <p:animEffect transition="in" filter="strips(upLeft)">
                                      <p:cBhvr>
                                        <p:cTn id="130" dur="500"/>
                                        <p:tgtEl>
                                          <p:spTgt spid="398374"/>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8" presetClass="entr" presetSubtype="3" fill="hold" grpId="0" nodeType="clickEffect">
                                  <p:stCondLst>
                                    <p:cond delay="0"/>
                                  </p:stCondLst>
                                  <p:childTnLst>
                                    <p:set>
                                      <p:cBhvr>
                                        <p:cTn id="134" dur="1" fill="hold">
                                          <p:stCondLst>
                                            <p:cond delay="0"/>
                                          </p:stCondLst>
                                        </p:cTn>
                                        <p:tgtEl>
                                          <p:spTgt spid="398375"/>
                                        </p:tgtEl>
                                        <p:attrNameLst>
                                          <p:attrName>style.visibility</p:attrName>
                                        </p:attrNameLst>
                                      </p:cBhvr>
                                      <p:to>
                                        <p:strVal val="visible"/>
                                      </p:to>
                                    </p:set>
                                    <p:animEffect transition="in" filter="strips(upRight)">
                                      <p:cBhvr>
                                        <p:cTn id="135" dur="500"/>
                                        <p:tgtEl>
                                          <p:spTgt spid="398375"/>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7" presetClass="entr" presetSubtype="4" fill="hold" grpId="0" nodeType="clickEffect">
                                  <p:stCondLst>
                                    <p:cond delay="0"/>
                                  </p:stCondLst>
                                  <p:childTnLst>
                                    <p:set>
                                      <p:cBhvr>
                                        <p:cTn id="139" dur="1" fill="hold">
                                          <p:stCondLst>
                                            <p:cond delay="0"/>
                                          </p:stCondLst>
                                        </p:cTn>
                                        <p:tgtEl>
                                          <p:spTgt spid="398376"/>
                                        </p:tgtEl>
                                        <p:attrNameLst>
                                          <p:attrName>style.visibility</p:attrName>
                                        </p:attrNameLst>
                                      </p:cBhvr>
                                      <p:to>
                                        <p:strVal val="visible"/>
                                      </p:to>
                                    </p:set>
                                    <p:anim calcmode="lin" valueType="num">
                                      <p:cBhvr>
                                        <p:cTn id="140" dur="500" fill="hold"/>
                                        <p:tgtEl>
                                          <p:spTgt spid="398376"/>
                                        </p:tgtEl>
                                        <p:attrNameLst>
                                          <p:attrName>ppt_x</p:attrName>
                                        </p:attrNameLst>
                                      </p:cBhvr>
                                      <p:tavLst>
                                        <p:tav tm="0">
                                          <p:val>
                                            <p:strVal val="#ppt_x"/>
                                          </p:val>
                                        </p:tav>
                                        <p:tav tm="100000">
                                          <p:val>
                                            <p:strVal val="#ppt_x"/>
                                          </p:val>
                                        </p:tav>
                                      </p:tavLst>
                                    </p:anim>
                                    <p:anim calcmode="lin" valueType="num">
                                      <p:cBhvr>
                                        <p:cTn id="141" dur="500" fill="hold"/>
                                        <p:tgtEl>
                                          <p:spTgt spid="398376"/>
                                        </p:tgtEl>
                                        <p:attrNameLst>
                                          <p:attrName>ppt_y</p:attrName>
                                        </p:attrNameLst>
                                      </p:cBhvr>
                                      <p:tavLst>
                                        <p:tav tm="0">
                                          <p:val>
                                            <p:strVal val="#ppt_y+#ppt_h/2"/>
                                          </p:val>
                                        </p:tav>
                                        <p:tav tm="100000">
                                          <p:val>
                                            <p:strVal val="#ppt_y"/>
                                          </p:val>
                                        </p:tav>
                                      </p:tavLst>
                                    </p:anim>
                                    <p:anim calcmode="lin" valueType="num">
                                      <p:cBhvr>
                                        <p:cTn id="142" dur="500" fill="hold"/>
                                        <p:tgtEl>
                                          <p:spTgt spid="398376"/>
                                        </p:tgtEl>
                                        <p:attrNameLst>
                                          <p:attrName>ppt_w</p:attrName>
                                        </p:attrNameLst>
                                      </p:cBhvr>
                                      <p:tavLst>
                                        <p:tav tm="0">
                                          <p:val>
                                            <p:strVal val="#ppt_w"/>
                                          </p:val>
                                        </p:tav>
                                        <p:tav tm="100000">
                                          <p:val>
                                            <p:strVal val="#ppt_w"/>
                                          </p:val>
                                        </p:tav>
                                      </p:tavLst>
                                    </p:anim>
                                    <p:anim calcmode="lin" valueType="num">
                                      <p:cBhvr>
                                        <p:cTn id="143" dur="500" fill="hold"/>
                                        <p:tgtEl>
                                          <p:spTgt spid="398376"/>
                                        </p:tgtEl>
                                        <p:attrNameLst>
                                          <p:attrName>ppt_h</p:attrName>
                                        </p:attrNameLst>
                                      </p:cBhvr>
                                      <p:tavLst>
                                        <p:tav tm="0">
                                          <p:val>
                                            <p:fltVal val="0"/>
                                          </p:val>
                                        </p:tav>
                                        <p:tav tm="100000">
                                          <p:val>
                                            <p:strVal val="#ppt_h"/>
                                          </p:val>
                                        </p:tav>
                                      </p:tavLst>
                                    </p:anim>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7" presetClass="entr" presetSubtype="4" fill="hold" grpId="0" nodeType="clickEffect">
                                  <p:stCondLst>
                                    <p:cond delay="0"/>
                                  </p:stCondLst>
                                  <p:childTnLst>
                                    <p:set>
                                      <p:cBhvr>
                                        <p:cTn id="147" dur="1" fill="hold">
                                          <p:stCondLst>
                                            <p:cond delay="0"/>
                                          </p:stCondLst>
                                        </p:cTn>
                                        <p:tgtEl>
                                          <p:spTgt spid="398378"/>
                                        </p:tgtEl>
                                        <p:attrNameLst>
                                          <p:attrName>style.visibility</p:attrName>
                                        </p:attrNameLst>
                                      </p:cBhvr>
                                      <p:to>
                                        <p:strVal val="visible"/>
                                      </p:to>
                                    </p:set>
                                    <p:anim calcmode="lin" valueType="num">
                                      <p:cBhvr>
                                        <p:cTn id="148" dur="500" fill="hold"/>
                                        <p:tgtEl>
                                          <p:spTgt spid="398378"/>
                                        </p:tgtEl>
                                        <p:attrNameLst>
                                          <p:attrName>ppt_x</p:attrName>
                                        </p:attrNameLst>
                                      </p:cBhvr>
                                      <p:tavLst>
                                        <p:tav tm="0">
                                          <p:val>
                                            <p:strVal val="#ppt_x"/>
                                          </p:val>
                                        </p:tav>
                                        <p:tav tm="100000">
                                          <p:val>
                                            <p:strVal val="#ppt_x"/>
                                          </p:val>
                                        </p:tav>
                                      </p:tavLst>
                                    </p:anim>
                                    <p:anim calcmode="lin" valueType="num">
                                      <p:cBhvr>
                                        <p:cTn id="149" dur="500" fill="hold"/>
                                        <p:tgtEl>
                                          <p:spTgt spid="398378"/>
                                        </p:tgtEl>
                                        <p:attrNameLst>
                                          <p:attrName>ppt_y</p:attrName>
                                        </p:attrNameLst>
                                      </p:cBhvr>
                                      <p:tavLst>
                                        <p:tav tm="0">
                                          <p:val>
                                            <p:strVal val="#ppt_y+#ppt_h/2"/>
                                          </p:val>
                                        </p:tav>
                                        <p:tav tm="100000">
                                          <p:val>
                                            <p:strVal val="#ppt_y"/>
                                          </p:val>
                                        </p:tav>
                                      </p:tavLst>
                                    </p:anim>
                                    <p:anim calcmode="lin" valueType="num">
                                      <p:cBhvr>
                                        <p:cTn id="150" dur="500" fill="hold"/>
                                        <p:tgtEl>
                                          <p:spTgt spid="398378"/>
                                        </p:tgtEl>
                                        <p:attrNameLst>
                                          <p:attrName>ppt_w</p:attrName>
                                        </p:attrNameLst>
                                      </p:cBhvr>
                                      <p:tavLst>
                                        <p:tav tm="0">
                                          <p:val>
                                            <p:strVal val="#ppt_w"/>
                                          </p:val>
                                        </p:tav>
                                        <p:tav tm="100000">
                                          <p:val>
                                            <p:strVal val="#ppt_w"/>
                                          </p:val>
                                        </p:tav>
                                      </p:tavLst>
                                    </p:anim>
                                    <p:anim calcmode="lin" valueType="num">
                                      <p:cBhvr>
                                        <p:cTn id="151" dur="500" fill="hold"/>
                                        <p:tgtEl>
                                          <p:spTgt spid="398378"/>
                                        </p:tgtEl>
                                        <p:attrNameLst>
                                          <p:attrName>ppt_h</p:attrName>
                                        </p:attrNameLst>
                                      </p:cBhvr>
                                      <p:tavLst>
                                        <p:tav tm="0">
                                          <p:val>
                                            <p:fltVal val="0"/>
                                          </p:val>
                                        </p:tav>
                                        <p:tav tm="100000">
                                          <p:val>
                                            <p:strVal val="#ppt_h"/>
                                          </p:val>
                                        </p:tav>
                                      </p:tavLst>
                                    </p:anim>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7" presetClass="entr" presetSubtype="4" fill="hold" grpId="0" nodeType="clickEffect">
                                  <p:stCondLst>
                                    <p:cond delay="0"/>
                                  </p:stCondLst>
                                  <p:childTnLst>
                                    <p:set>
                                      <p:cBhvr>
                                        <p:cTn id="155" dur="1" fill="hold">
                                          <p:stCondLst>
                                            <p:cond delay="0"/>
                                          </p:stCondLst>
                                        </p:cTn>
                                        <p:tgtEl>
                                          <p:spTgt spid="398379"/>
                                        </p:tgtEl>
                                        <p:attrNameLst>
                                          <p:attrName>style.visibility</p:attrName>
                                        </p:attrNameLst>
                                      </p:cBhvr>
                                      <p:to>
                                        <p:strVal val="visible"/>
                                      </p:to>
                                    </p:set>
                                    <p:anim calcmode="lin" valueType="num">
                                      <p:cBhvr>
                                        <p:cTn id="156" dur="500" fill="hold"/>
                                        <p:tgtEl>
                                          <p:spTgt spid="398379"/>
                                        </p:tgtEl>
                                        <p:attrNameLst>
                                          <p:attrName>ppt_x</p:attrName>
                                        </p:attrNameLst>
                                      </p:cBhvr>
                                      <p:tavLst>
                                        <p:tav tm="0">
                                          <p:val>
                                            <p:strVal val="#ppt_x"/>
                                          </p:val>
                                        </p:tav>
                                        <p:tav tm="100000">
                                          <p:val>
                                            <p:strVal val="#ppt_x"/>
                                          </p:val>
                                        </p:tav>
                                      </p:tavLst>
                                    </p:anim>
                                    <p:anim calcmode="lin" valueType="num">
                                      <p:cBhvr>
                                        <p:cTn id="157" dur="500" fill="hold"/>
                                        <p:tgtEl>
                                          <p:spTgt spid="398379"/>
                                        </p:tgtEl>
                                        <p:attrNameLst>
                                          <p:attrName>ppt_y</p:attrName>
                                        </p:attrNameLst>
                                      </p:cBhvr>
                                      <p:tavLst>
                                        <p:tav tm="0">
                                          <p:val>
                                            <p:strVal val="#ppt_y+#ppt_h/2"/>
                                          </p:val>
                                        </p:tav>
                                        <p:tav tm="100000">
                                          <p:val>
                                            <p:strVal val="#ppt_y"/>
                                          </p:val>
                                        </p:tav>
                                      </p:tavLst>
                                    </p:anim>
                                    <p:anim calcmode="lin" valueType="num">
                                      <p:cBhvr>
                                        <p:cTn id="158" dur="500" fill="hold"/>
                                        <p:tgtEl>
                                          <p:spTgt spid="398379"/>
                                        </p:tgtEl>
                                        <p:attrNameLst>
                                          <p:attrName>ppt_w</p:attrName>
                                        </p:attrNameLst>
                                      </p:cBhvr>
                                      <p:tavLst>
                                        <p:tav tm="0">
                                          <p:val>
                                            <p:strVal val="#ppt_w"/>
                                          </p:val>
                                        </p:tav>
                                        <p:tav tm="100000">
                                          <p:val>
                                            <p:strVal val="#ppt_w"/>
                                          </p:val>
                                        </p:tav>
                                      </p:tavLst>
                                    </p:anim>
                                    <p:anim calcmode="lin" valueType="num">
                                      <p:cBhvr>
                                        <p:cTn id="159" dur="500" fill="hold"/>
                                        <p:tgtEl>
                                          <p:spTgt spid="398379"/>
                                        </p:tgtEl>
                                        <p:attrNameLst>
                                          <p:attrName>ppt_h</p:attrName>
                                        </p:attrNameLst>
                                      </p:cBhvr>
                                      <p:tavLst>
                                        <p:tav tm="0">
                                          <p:val>
                                            <p:fltVal val="0"/>
                                          </p:val>
                                        </p:tav>
                                        <p:tav tm="100000">
                                          <p:val>
                                            <p:strVal val="#ppt_h"/>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7" presetClass="entr" presetSubtype="4" fill="hold" grpId="0" nodeType="clickEffect">
                                  <p:stCondLst>
                                    <p:cond delay="0"/>
                                  </p:stCondLst>
                                  <p:childTnLst>
                                    <p:set>
                                      <p:cBhvr>
                                        <p:cTn id="163" dur="1" fill="hold">
                                          <p:stCondLst>
                                            <p:cond delay="0"/>
                                          </p:stCondLst>
                                        </p:cTn>
                                        <p:tgtEl>
                                          <p:spTgt spid="398380"/>
                                        </p:tgtEl>
                                        <p:attrNameLst>
                                          <p:attrName>style.visibility</p:attrName>
                                        </p:attrNameLst>
                                      </p:cBhvr>
                                      <p:to>
                                        <p:strVal val="visible"/>
                                      </p:to>
                                    </p:set>
                                    <p:anim calcmode="lin" valueType="num">
                                      <p:cBhvr>
                                        <p:cTn id="164" dur="500" fill="hold"/>
                                        <p:tgtEl>
                                          <p:spTgt spid="398380"/>
                                        </p:tgtEl>
                                        <p:attrNameLst>
                                          <p:attrName>ppt_x</p:attrName>
                                        </p:attrNameLst>
                                      </p:cBhvr>
                                      <p:tavLst>
                                        <p:tav tm="0">
                                          <p:val>
                                            <p:strVal val="#ppt_x"/>
                                          </p:val>
                                        </p:tav>
                                        <p:tav tm="100000">
                                          <p:val>
                                            <p:strVal val="#ppt_x"/>
                                          </p:val>
                                        </p:tav>
                                      </p:tavLst>
                                    </p:anim>
                                    <p:anim calcmode="lin" valueType="num">
                                      <p:cBhvr>
                                        <p:cTn id="165" dur="500" fill="hold"/>
                                        <p:tgtEl>
                                          <p:spTgt spid="398380"/>
                                        </p:tgtEl>
                                        <p:attrNameLst>
                                          <p:attrName>ppt_y</p:attrName>
                                        </p:attrNameLst>
                                      </p:cBhvr>
                                      <p:tavLst>
                                        <p:tav tm="0">
                                          <p:val>
                                            <p:strVal val="#ppt_y+#ppt_h/2"/>
                                          </p:val>
                                        </p:tav>
                                        <p:tav tm="100000">
                                          <p:val>
                                            <p:strVal val="#ppt_y"/>
                                          </p:val>
                                        </p:tav>
                                      </p:tavLst>
                                    </p:anim>
                                    <p:anim calcmode="lin" valueType="num">
                                      <p:cBhvr>
                                        <p:cTn id="166" dur="500" fill="hold"/>
                                        <p:tgtEl>
                                          <p:spTgt spid="398380"/>
                                        </p:tgtEl>
                                        <p:attrNameLst>
                                          <p:attrName>ppt_w</p:attrName>
                                        </p:attrNameLst>
                                      </p:cBhvr>
                                      <p:tavLst>
                                        <p:tav tm="0">
                                          <p:val>
                                            <p:strVal val="#ppt_w"/>
                                          </p:val>
                                        </p:tav>
                                        <p:tav tm="100000">
                                          <p:val>
                                            <p:strVal val="#ppt_w"/>
                                          </p:val>
                                        </p:tav>
                                      </p:tavLst>
                                    </p:anim>
                                    <p:anim calcmode="lin" valueType="num">
                                      <p:cBhvr>
                                        <p:cTn id="167" dur="500" fill="hold"/>
                                        <p:tgtEl>
                                          <p:spTgt spid="398380"/>
                                        </p:tgtEl>
                                        <p:attrNameLst>
                                          <p:attrName>ppt_h</p:attrName>
                                        </p:attrNameLst>
                                      </p:cBhvr>
                                      <p:tavLst>
                                        <p:tav tm="0">
                                          <p:val>
                                            <p:fltVal val="0"/>
                                          </p:val>
                                        </p:tav>
                                        <p:tav tm="100000">
                                          <p:val>
                                            <p:strVal val="#ppt_h"/>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7" presetClass="entr" presetSubtype="4" fill="hold" grpId="0" nodeType="clickEffect">
                                  <p:stCondLst>
                                    <p:cond delay="0"/>
                                  </p:stCondLst>
                                  <p:childTnLst>
                                    <p:set>
                                      <p:cBhvr>
                                        <p:cTn id="171" dur="1" fill="hold">
                                          <p:stCondLst>
                                            <p:cond delay="0"/>
                                          </p:stCondLst>
                                        </p:cTn>
                                        <p:tgtEl>
                                          <p:spTgt spid="398381"/>
                                        </p:tgtEl>
                                        <p:attrNameLst>
                                          <p:attrName>style.visibility</p:attrName>
                                        </p:attrNameLst>
                                      </p:cBhvr>
                                      <p:to>
                                        <p:strVal val="visible"/>
                                      </p:to>
                                    </p:set>
                                    <p:anim calcmode="lin" valueType="num">
                                      <p:cBhvr>
                                        <p:cTn id="172" dur="500" fill="hold"/>
                                        <p:tgtEl>
                                          <p:spTgt spid="398381"/>
                                        </p:tgtEl>
                                        <p:attrNameLst>
                                          <p:attrName>ppt_x</p:attrName>
                                        </p:attrNameLst>
                                      </p:cBhvr>
                                      <p:tavLst>
                                        <p:tav tm="0">
                                          <p:val>
                                            <p:strVal val="#ppt_x"/>
                                          </p:val>
                                        </p:tav>
                                        <p:tav tm="100000">
                                          <p:val>
                                            <p:strVal val="#ppt_x"/>
                                          </p:val>
                                        </p:tav>
                                      </p:tavLst>
                                    </p:anim>
                                    <p:anim calcmode="lin" valueType="num">
                                      <p:cBhvr>
                                        <p:cTn id="173" dur="500" fill="hold"/>
                                        <p:tgtEl>
                                          <p:spTgt spid="398381"/>
                                        </p:tgtEl>
                                        <p:attrNameLst>
                                          <p:attrName>ppt_y</p:attrName>
                                        </p:attrNameLst>
                                      </p:cBhvr>
                                      <p:tavLst>
                                        <p:tav tm="0">
                                          <p:val>
                                            <p:strVal val="#ppt_y+#ppt_h/2"/>
                                          </p:val>
                                        </p:tav>
                                        <p:tav tm="100000">
                                          <p:val>
                                            <p:strVal val="#ppt_y"/>
                                          </p:val>
                                        </p:tav>
                                      </p:tavLst>
                                    </p:anim>
                                    <p:anim calcmode="lin" valueType="num">
                                      <p:cBhvr>
                                        <p:cTn id="174" dur="500" fill="hold"/>
                                        <p:tgtEl>
                                          <p:spTgt spid="398381"/>
                                        </p:tgtEl>
                                        <p:attrNameLst>
                                          <p:attrName>ppt_w</p:attrName>
                                        </p:attrNameLst>
                                      </p:cBhvr>
                                      <p:tavLst>
                                        <p:tav tm="0">
                                          <p:val>
                                            <p:strVal val="#ppt_w"/>
                                          </p:val>
                                        </p:tav>
                                        <p:tav tm="100000">
                                          <p:val>
                                            <p:strVal val="#ppt_w"/>
                                          </p:val>
                                        </p:tav>
                                      </p:tavLst>
                                    </p:anim>
                                    <p:anim calcmode="lin" valueType="num">
                                      <p:cBhvr>
                                        <p:cTn id="175" dur="500" fill="hold"/>
                                        <p:tgtEl>
                                          <p:spTgt spid="398381"/>
                                        </p:tgtEl>
                                        <p:attrNameLst>
                                          <p:attrName>ppt_h</p:attrName>
                                        </p:attrNameLst>
                                      </p:cBhvr>
                                      <p:tavLst>
                                        <p:tav tm="0">
                                          <p:val>
                                            <p:fltVal val="0"/>
                                          </p:val>
                                        </p:tav>
                                        <p:tav tm="100000">
                                          <p:val>
                                            <p:strVal val="#ppt_h"/>
                                          </p:val>
                                        </p:tav>
                                      </p:tavLst>
                                    </p:anim>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7" presetClass="entr" presetSubtype="4" fill="hold" grpId="0" nodeType="clickEffect">
                                  <p:stCondLst>
                                    <p:cond delay="0"/>
                                  </p:stCondLst>
                                  <p:childTnLst>
                                    <p:set>
                                      <p:cBhvr>
                                        <p:cTn id="179" dur="1" fill="hold">
                                          <p:stCondLst>
                                            <p:cond delay="0"/>
                                          </p:stCondLst>
                                        </p:cTn>
                                        <p:tgtEl>
                                          <p:spTgt spid="398377"/>
                                        </p:tgtEl>
                                        <p:attrNameLst>
                                          <p:attrName>style.visibility</p:attrName>
                                        </p:attrNameLst>
                                      </p:cBhvr>
                                      <p:to>
                                        <p:strVal val="visible"/>
                                      </p:to>
                                    </p:set>
                                    <p:anim calcmode="lin" valueType="num">
                                      <p:cBhvr>
                                        <p:cTn id="180" dur="500" fill="hold"/>
                                        <p:tgtEl>
                                          <p:spTgt spid="398377"/>
                                        </p:tgtEl>
                                        <p:attrNameLst>
                                          <p:attrName>ppt_x</p:attrName>
                                        </p:attrNameLst>
                                      </p:cBhvr>
                                      <p:tavLst>
                                        <p:tav tm="0">
                                          <p:val>
                                            <p:strVal val="#ppt_x"/>
                                          </p:val>
                                        </p:tav>
                                        <p:tav tm="100000">
                                          <p:val>
                                            <p:strVal val="#ppt_x"/>
                                          </p:val>
                                        </p:tav>
                                      </p:tavLst>
                                    </p:anim>
                                    <p:anim calcmode="lin" valueType="num">
                                      <p:cBhvr>
                                        <p:cTn id="181" dur="500" fill="hold"/>
                                        <p:tgtEl>
                                          <p:spTgt spid="398377"/>
                                        </p:tgtEl>
                                        <p:attrNameLst>
                                          <p:attrName>ppt_y</p:attrName>
                                        </p:attrNameLst>
                                      </p:cBhvr>
                                      <p:tavLst>
                                        <p:tav tm="0">
                                          <p:val>
                                            <p:strVal val="#ppt_y+#ppt_h/2"/>
                                          </p:val>
                                        </p:tav>
                                        <p:tav tm="100000">
                                          <p:val>
                                            <p:strVal val="#ppt_y"/>
                                          </p:val>
                                        </p:tav>
                                      </p:tavLst>
                                    </p:anim>
                                    <p:anim calcmode="lin" valueType="num">
                                      <p:cBhvr>
                                        <p:cTn id="182" dur="500" fill="hold"/>
                                        <p:tgtEl>
                                          <p:spTgt spid="398377"/>
                                        </p:tgtEl>
                                        <p:attrNameLst>
                                          <p:attrName>ppt_w</p:attrName>
                                        </p:attrNameLst>
                                      </p:cBhvr>
                                      <p:tavLst>
                                        <p:tav tm="0">
                                          <p:val>
                                            <p:strVal val="#ppt_w"/>
                                          </p:val>
                                        </p:tav>
                                        <p:tav tm="100000">
                                          <p:val>
                                            <p:strVal val="#ppt_w"/>
                                          </p:val>
                                        </p:tav>
                                      </p:tavLst>
                                    </p:anim>
                                    <p:anim calcmode="lin" valueType="num">
                                      <p:cBhvr>
                                        <p:cTn id="183" dur="500" fill="hold"/>
                                        <p:tgtEl>
                                          <p:spTgt spid="398377"/>
                                        </p:tgtEl>
                                        <p:attrNameLst>
                                          <p:attrName>ppt_h</p:attrName>
                                        </p:attrNameLst>
                                      </p:cBhvr>
                                      <p:tavLst>
                                        <p:tav tm="0">
                                          <p:val>
                                            <p:fltVal val="0"/>
                                          </p:val>
                                        </p:tav>
                                        <p:tav tm="100000">
                                          <p:val>
                                            <p:strVal val="#ppt_h"/>
                                          </p:val>
                                        </p:tav>
                                      </p:tavLst>
                                    </p:anim>
                                  </p:childTnLst>
                                </p:cTn>
                              </p:par>
                            </p:childTnLst>
                          </p:cTn>
                        </p:par>
                      </p:childTnLst>
                    </p:cTn>
                  </p:par>
                  <p:par>
                    <p:cTn id="184" fill="hold" nodeType="clickPar">
                      <p:stCondLst>
                        <p:cond delay="indefinite"/>
                      </p:stCondLst>
                      <p:childTnLst>
                        <p:par>
                          <p:cTn id="185" fill="hold" nodeType="withGroup">
                            <p:stCondLst>
                              <p:cond delay="0"/>
                            </p:stCondLst>
                            <p:childTnLst>
                              <p:par>
                                <p:cTn id="186" presetID="18" presetClass="entr" presetSubtype="6" fill="hold" nodeType="clickEffect">
                                  <p:stCondLst>
                                    <p:cond delay="0"/>
                                  </p:stCondLst>
                                  <p:childTnLst>
                                    <p:set>
                                      <p:cBhvr>
                                        <p:cTn id="187" dur="1" fill="hold">
                                          <p:stCondLst>
                                            <p:cond delay="0"/>
                                          </p:stCondLst>
                                        </p:cTn>
                                        <p:tgtEl>
                                          <p:spTgt spid="398392"/>
                                        </p:tgtEl>
                                        <p:attrNameLst>
                                          <p:attrName>style.visibility</p:attrName>
                                        </p:attrNameLst>
                                      </p:cBhvr>
                                      <p:to>
                                        <p:strVal val="visible"/>
                                      </p:to>
                                    </p:set>
                                    <p:animEffect transition="in" filter="strips(downRight)">
                                      <p:cBhvr>
                                        <p:cTn id="188" dur="500"/>
                                        <p:tgtEl>
                                          <p:spTgt spid="398392"/>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18" presetClass="entr" presetSubtype="6" fill="hold" nodeType="clickEffect">
                                  <p:stCondLst>
                                    <p:cond delay="0"/>
                                  </p:stCondLst>
                                  <p:childTnLst>
                                    <p:set>
                                      <p:cBhvr>
                                        <p:cTn id="192" dur="1" fill="hold">
                                          <p:stCondLst>
                                            <p:cond delay="0"/>
                                          </p:stCondLst>
                                        </p:cTn>
                                        <p:tgtEl>
                                          <p:spTgt spid="398382"/>
                                        </p:tgtEl>
                                        <p:attrNameLst>
                                          <p:attrName>style.visibility</p:attrName>
                                        </p:attrNameLst>
                                      </p:cBhvr>
                                      <p:to>
                                        <p:strVal val="visible"/>
                                      </p:to>
                                    </p:set>
                                    <p:animEffect transition="in" filter="strips(downRight)">
                                      <p:cBhvr>
                                        <p:cTn id="193" dur="500"/>
                                        <p:tgtEl>
                                          <p:spTgt spid="398382"/>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3" presetClass="entr" presetSubtype="16" fill="hold" nodeType="clickEffect">
                                  <p:stCondLst>
                                    <p:cond delay="0"/>
                                  </p:stCondLst>
                                  <p:childTnLst>
                                    <p:set>
                                      <p:cBhvr>
                                        <p:cTn id="197" dur="1" fill="hold">
                                          <p:stCondLst>
                                            <p:cond delay="0"/>
                                          </p:stCondLst>
                                        </p:cTn>
                                        <p:tgtEl>
                                          <p:spTgt spid="398502"/>
                                        </p:tgtEl>
                                        <p:attrNameLst>
                                          <p:attrName>style.visibility</p:attrName>
                                        </p:attrNameLst>
                                      </p:cBhvr>
                                      <p:to>
                                        <p:strVal val="visible"/>
                                      </p:to>
                                    </p:set>
                                    <p:anim calcmode="lin" valueType="num">
                                      <p:cBhvr>
                                        <p:cTn id="198" dur="500" fill="hold"/>
                                        <p:tgtEl>
                                          <p:spTgt spid="398502"/>
                                        </p:tgtEl>
                                        <p:attrNameLst>
                                          <p:attrName>ppt_w</p:attrName>
                                        </p:attrNameLst>
                                      </p:cBhvr>
                                      <p:tavLst>
                                        <p:tav tm="0">
                                          <p:val>
                                            <p:fltVal val="0"/>
                                          </p:val>
                                        </p:tav>
                                        <p:tav tm="100000">
                                          <p:val>
                                            <p:strVal val="#ppt_w"/>
                                          </p:val>
                                        </p:tav>
                                      </p:tavLst>
                                    </p:anim>
                                    <p:anim calcmode="lin" valueType="num">
                                      <p:cBhvr>
                                        <p:cTn id="199" dur="500" fill="hold"/>
                                        <p:tgtEl>
                                          <p:spTgt spid="398502"/>
                                        </p:tgtEl>
                                        <p:attrNameLst>
                                          <p:attrName>ppt_h</p:attrName>
                                        </p:attrNameLst>
                                      </p:cBhvr>
                                      <p:tavLst>
                                        <p:tav tm="0">
                                          <p:val>
                                            <p:fltVal val="0"/>
                                          </p:val>
                                        </p:tav>
                                        <p:tav tm="100000">
                                          <p:val>
                                            <p:strVal val="#ppt_h"/>
                                          </p:val>
                                        </p:tav>
                                      </p:tavLst>
                                    </p:anim>
                                  </p:childTnLst>
                                </p:cTn>
                              </p:par>
                            </p:childTnLst>
                          </p:cTn>
                        </p:par>
                      </p:childTnLst>
                    </p:cTn>
                  </p:par>
                  <p:par>
                    <p:cTn id="200" fill="hold" nodeType="clickPar">
                      <p:stCondLst>
                        <p:cond delay="indefinite"/>
                      </p:stCondLst>
                      <p:childTnLst>
                        <p:par>
                          <p:cTn id="201" fill="hold" nodeType="withGroup">
                            <p:stCondLst>
                              <p:cond delay="0"/>
                            </p:stCondLst>
                            <p:childTnLst>
                              <p:par>
                                <p:cTn id="202" presetID="18" presetClass="entr" presetSubtype="3" fill="hold" nodeType="clickEffect">
                                  <p:stCondLst>
                                    <p:cond delay="0"/>
                                  </p:stCondLst>
                                  <p:childTnLst>
                                    <p:set>
                                      <p:cBhvr>
                                        <p:cTn id="203" dur="1" fill="hold">
                                          <p:stCondLst>
                                            <p:cond delay="0"/>
                                          </p:stCondLst>
                                        </p:cTn>
                                        <p:tgtEl>
                                          <p:spTgt spid="398422"/>
                                        </p:tgtEl>
                                        <p:attrNameLst>
                                          <p:attrName>style.visibility</p:attrName>
                                        </p:attrNameLst>
                                      </p:cBhvr>
                                      <p:to>
                                        <p:strVal val="visible"/>
                                      </p:to>
                                    </p:set>
                                    <p:animEffect transition="in" filter="strips(upRight)">
                                      <p:cBhvr>
                                        <p:cTn id="204" dur="500"/>
                                        <p:tgtEl>
                                          <p:spTgt spid="398422"/>
                                        </p:tgtEl>
                                      </p:cBhvr>
                                    </p:animEffec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18" presetClass="entr" presetSubtype="9" fill="hold" nodeType="clickEffect">
                                  <p:stCondLst>
                                    <p:cond delay="0"/>
                                  </p:stCondLst>
                                  <p:childTnLst>
                                    <p:set>
                                      <p:cBhvr>
                                        <p:cTn id="208" dur="1" fill="hold">
                                          <p:stCondLst>
                                            <p:cond delay="0"/>
                                          </p:stCondLst>
                                        </p:cTn>
                                        <p:tgtEl>
                                          <p:spTgt spid="398405"/>
                                        </p:tgtEl>
                                        <p:attrNameLst>
                                          <p:attrName>style.visibility</p:attrName>
                                        </p:attrNameLst>
                                      </p:cBhvr>
                                      <p:to>
                                        <p:strVal val="visible"/>
                                      </p:to>
                                    </p:set>
                                    <p:animEffect transition="in" filter="strips(upLeft)">
                                      <p:cBhvr>
                                        <p:cTn id="209" dur="500"/>
                                        <p:tgtEl>
                                          <p:spTgt spid="398405"/>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1" presetClass="entr" presetSubtype="0" fill="hold" grpId="0" nodeType="clickEffect">
                                  <p:stCondLst>
                                    <p:cond delay="0"/>
                                  </p:stCondLst>
                                  <p:childTnLst>
                                    <p:set>
                                      <p:cBhvr>
                                        <p:cTn id="213" dur="1" fill="hold">
                                          <p:stCondLst>
                                            <p:cond delay="499"/>
                                          </p:stCondLst>
                                        </p:cTn>
                                        <p:tgtEl>
                                          <p:spTgt spid="398409"/>
                                        </p:tgtEl>
                                        <p:attrNameLst>
                                          <p:attrName>style.visibility</p:attrName>
                                        </p:attrNameLst>
                                      </p:cBhvr>
                                      <p:to>
                                        <p:strVal val="visible"/>
                                      </p:to>
                                    </p:se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 presetClass="entr" presetSubtype="0" fill="hold" grpId="0" nodeType="clickEffect">
                                  <p:stCondLst>
                                    <p:cond delay="0"/>
                                  </p:stCondLst>
                                  <p:childTnLst>
                                    <p:set>
                                      <p:cBhvr>
                                        <p:cTn id="217" dur="1" fill="hold">
                                          <p:stCondLst>
                                            <p:cond delay="499"/>
                                          </p:stCondLst>
                                        </p:cTn>
                                        <p:tgtEl>
                                          <p:spTgt spid="398410"/>
                                        </p:tgtEl>
                                        <p:attrNameLst>
                                          <p:attrName>style.visibility</p:attrName>
                                        </p:attrNameLst>
                                      </p:cBhvr>
                                      <p:to>
                                        <p:strVal val="visible"/>
                                      </p:to>
                                    </p:se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1" presetClass="entr" presetSubtype="0" fill="hold" grpId="0" nodeType="clickEffect">
                                  <p:stCondLst>
                                    <p:cond delay="0"/>
                                  </p:stCondLst>
                                  <p:childTnLst>
                                    <p:set>
                                      <p:cBhvr>
                                        <p:cTn id="221" dur="1" fill="hold">
                                          <p:stCondLst>
                                            <p:cond delay="499"/>
                                          </p:stCondLst>
                                        </p:cTn>
                                        <p:tgtEl>
                                          <p:spTgt spid="398411"/>
                                        </p:tgtEl>
                                        <p:attrNameLst>
                                          <p:attrName>style.visibility</p:attrName>
                                        </p:attrNameLst>
                                      </p:cBhvr>
                                      <p:to>
                                        <p:strVal val="visible"/>
                                      </p:to>
                                    </p:set>
                                  </p:childTnLst>
                                </p:cTn>
                              </p:par>
                            </p:childTnLst>
                          </p:cTn>
                        </p:par>
                      </p:childTnLst>
                    </p:cTn>
                  </p:par>
                  <p:par>
                    <p:cTn id="222" fill="hold" nodeType="clickPar">
                      <p:stCondLst>
                        <p:cond delay="indefinite"/>
                      </p:stCondLst>
                      <p:childTnLst>
                        <p:par>
                          <p:cTn id="223" fill="hold" nodeType="withGroup">
                            <p:stCondLst>
                              <p:cond delay="0"/>
                            </p:stCondLst>
                            <p:childTnLst>
                              <p:par>
                                <p:cTn id="224" presetID="1" presetClass="entr" presetSubtype="0" fill="hold" grpId="0" nodeType="clickEffect">
                                  <p:stCondLst>
                                    <p:cond delay="0"/>
                                  </p:stCondLst>
                                  <p:childTnLst>
                                    <p:set>
                                      <p:cBhvr>
                                        <p:cTn id="225" dur="1" fill="hold">
                                          <p:stCondLst>
                                            <p:cond delay="499"/>
                                          </p:stCondLst>
                                        </p:cTn>
                                        <p:tgtEl>
                                          <p:spTgt spid="398412"/>
                                        </p:tgtEl>
                                        <p:attrNameLst>
                                          <p:attrName>style.visibility</p:attrName>
                                        </p:attrNameLst>
                                      </p:cBhvr>
                                      <p:to>
                                        <p:strVal val="visible"/>
                                      </p:to>
                                    </p:set>
                                  </p:childTnLst>
                                </p:cTn>
                              </p:par>
                            </p:childTnLst>
                          </p:cTn>
                        </p:par>
                      </p:childTnLst>
                    </p:cTn>
                  </p:par>
                  <p:par>
                    <p:cTn id="226" fill="hold" nodeType="clickPar">
                      <p:stCondLst>
                        <p:cond delay="indefinite"/>
                      </p:stCondLst>
                      <p:childTnLst>
                        <p:par>
                          <p:cTn id="227" fill="hold" nodeType="withGroup">
                            <p:stCondLst>
                              <p:cond delay="0"/>
                            </p:stCondLst>
                            <p:childTnLst>
                              <p:par>
                                <p:cTn id="228" presetID="1" presetClass="entr" presetSubtype="0" fill="hold" grpId="0" nodeType="clickEffect">
                                  <p:stCondLst>
                                    <p:cond delay="0"/>
                                  </p:stCondLst>
                                  <p:childTnLst>
                                    <p:set>
                                      <p:cBhvr>
                                        <p:cTn id="229" dur="1" fill="hold">
                                          <p:stCondLst>
                                            <p:cond delay="499"/>
                                          </p:stCondLst>
                                        </p:cTn>
                                        <p:tgtEl>
                                          <p:spTgt spid="398413"/>
                                        </p:tgtEl>
                                        <p:attrNameLst>
                                          <p:attrName>style.visibility</p:attrName>
                                        </p:attrNameLst>
                                      </p:cBhvr>
                                      <p:to>
                                        <p:strVal val="visible"/>
                                      </p:to>
                                    </p:set>
                                  </p:childTnLst>
                                </p:cTn>
                              </p:par>
                            </p:childTnLst>
                          </p:cTn>
                        </p:par>
                      </p:childTnLst>
                    </p:cTn>
                  </p:par>
                  <p:par>
                    <p:cTn id="230" fill="hold" nodeType="clickPar">
                      <p:stCondLst>
                        <p:cond delay="indefinite"/>
                      </p:stCondLst>
                      <p:childTnLst>
                        <p:par>
                          <p:cTn id="231" fill="hold" nodeType="withGroup">
                            <p:stCondLst>
                              <p:cond delay="0"/>
                            </p:stCondLst>
                            <p:childTnLst>
                              <p:par>
                                <p:cTn id="232" presetID="23" presetClass="entr" presetSubtype="16" fill="hold" nodeType="clickEffect">
                                  <p:stCondLst>
                                    <p:cond delay="0"/>
                                  </p:stCondLst>
                                  <p:childTnLst>
                                    <p:set>
                                      <p:cBhvr>
                                        <p:cTn id="233" dur="1" fill="hold">
                                          <p:stCondLst>
                                            <p:cond delay="0"/>
                                          </p:stCondLst>
                                        </p:cTn>
                                        <p:tgtEl>
                                          <p:spTgt spid="398442"/>
                                        </p:tgtEl>
                                        <p:attrNameLst>
                                          <p:attrName>style.visibility</p:attrName>
                                        </p:attrNameLst>
                                      </p:cBhvr>
                                      <p:to>
                                        <p:strVal val="visible"/>
                                      </p:to>
                                    </p:set>
                                    <p:anim calcmode="lin" valueType="num">
                                      <p:cBhvr>
                                        <p:cTn id="234" dur="500" fill="hold"/>
                                        <p:tgtEl>
                                          <p:spTgt spid="398442"/>
                                        </p:tgtEl>
                                        <p:attrNameLst>
                                          <p:attrName>ppt_w</p:attrName>
                                        </p:attrNameLst>
                                      </p:cBhvr>
                                      <p:tavLst>
                                        <p:tav tm="0">
                                          <p:val>
                                            <p:fltVal val="0"/>
                                          </p:val>
                                        </p:tav>
                                        <p:tav tm="100000">
                                          <p:val>
                                            <p:strVal val="#ppt_w"/>
                                          </p:val>
                                        </p:tav>
                                      </p:tavLst>
                                    </p:anim>
                                    <p:anim calcmode="lin" valueType="num">
                                      <p:cBhvr>
                                        <p:cTn id="235" dur="500" fill="hold"/>
                                        <p:tgtEl>
                                          <p:spTgt spid="398442"/>
                                        </p:tgtEl>
                                        <p:attrNameLst>
                                          <p:attrName>ppt_h</p:attrName>
                                        </p:attrNameLst>
                                      </p:cBhvr>
                                      <p:tavLst>
                                        <p:tav tm="0">
                                          <p:val>
                                            <p:fltVal val="0"/>
                                          </p:val>
                                        </p:tav>
                                        <p:tav tm="100000">
                                          <p:val>
                                            <p:strVal val="#ppt_h"/>
                                          </p:val>
                                        </p:tav>
                                      </p:tavLst>
                                    </p:anim>
                                  </p:childTnLst>
                                </p:cTn>
                              </p:par>
                            </p:childTnLst>
                          </p:cTn>
                        </p:par>
                      </p:childTnLst>
                    </p:cTn>
                  </p:par>
                  <p:par>
                    <p:cTn id="236" fill="hold" nodeType="clickPar">
                      <p:stCondLst>
                        <p:cond delay="indefinite"/>
                      </p:stCondLst>
                      <p:childTnLst>
                        <p:par>
                          <p:cTn id="237" fill="hold" nodeType="withGroup">
                            <p:stCondLst>
                              <p:cond delay="0"/>
                            </p:stCondLst>
                            <p:childTnLst>
                              <p:par>
                                <p:cTn id="238" presetID="17" presetClass="entr" presetSubtype="10" fill="hold" grpId="0" nodeType="clickEffect">
                                  <p:stCondLst>
                                    <p:cond delay="0"/>
                                  </p:stCondLst>
                                  <p:childTnLst>
                                    <p:set>
                                      <p:cBhvr>
                                        <p:cTn id="239" dur="1" fill="hold">
                                          <p:stCondLst>
                                            <p:cond delay="0"/>
                                          </p:stCondLst>
                                        </p:cTn>
                                        <p:tgtEl>
                                          <p:spTgt spid="398414"/>
                                        </p:tgtEl>
                                        <p:attrNameLst>
                                          <p:attrName>style.visibility</p:attrName>
                                        </p:attrNameLst>
                                      </p:cBhvr>
                                      <p:to>
                                        <p:strVal val="visible"/>
                                      </p:to>
                                    </p:set>
                                    <p:anim calcmode="lin" valueType="num">
                                      <p:cBhvr>
                                        <p:cTn id="240" dur="500" fill="hold"/>
                                        <p:tgtEl>
                                          <p:spTgt spid="398414"/>
                                        </p:tgtEl>
                                        <p:attrNameLst>
                                          <p:attrName>ppt_w</p:attrName>
                                        </p:attrNameLst>
                                      </p:cBhvr>
                                      <p:tavLst>
                                        <p:tav tm="0">
                                          <p:val>
                                            <p:fltVal val="0"/>
                                          </p:val>
                                        </p:tav>
                                        <p:tav tm="100000">
                                          <p:val>
                                            <p:strVal val="#ppt_w"/>
                                          </p:val>
                                        </p:tav>
                                      </p:tavLst>
                                    </p:anim>
                                    <p:anim calcmode="lin" valueType="num">
                                      <p:cBhvr>
                                        <p:cTn id="241" dur="500" fill="hold"/>
                                        <p:tgtEl>
                                          <p:spTgt spid="398414"/>
                                        </p:tgtEl>
                                        <p:attrNameLst>
                                          <p:attrName>ppt_h</p:attrName>
                                        </p:attrNameLst>
                                      </p:cBhvr>
                                      <p:tavLst>
                                        <p:tav tm="0">
                                          <p:val>
                                            <p:strVal val="#ppt_h"/>
                                          </p:val>
                                        </p:tav>
                                        <p:tav tm="100000">
                                          <p:val>
                                            <p:strVal val="#ppt_h"/>
                                          </p:val>
                                        </p:tav>
                                      </p:tavLst>
                                    </p:anim>
                                  </p:childTnLst>
                                </p:cTn>
                              </p:par>
                            </p:childTnLst>
                          </p:cTn>
                        </p:par>
                      </p:childTnLst>
                    </p:cTn>
                  </p:par>
                  <p:par>
                    <p:cTn id="242" fill="hold" nodeType="clickPar">
                      <p:stCondLst>
                        <p:cond delay="indefinite"/>
                      </p:stCondLst>
                      <p:childTnLst>
                        <p:par>
                          <p:cTn id="243" fill="hold" nodeType="withGroup">
                            <p:stCondLst>
                              <p:cond delay="0"/>
                            </p:stCondLst>
                            <p:childTnLst>
                              <p:par>
                                <p:cTn id="244" presetID="17" presetClass="entr" presetSubtype="10" fill="hold" grpId="0" nodeType="clickEffect">
                                  <p:stCondLst>
                                    <p:cond delay="0"/>
                                  </p:stCondLst>
                                  <p:childTnLst>
                                    <p:set>
                                      <p:cBhvr>
                                        <p:cTn id="245" dur="1" fill="hold">
                                          <p:stCondLst>
                                            <p:cond delay="0"/>
                                          </p:stCondLst>
                                        </p:cTn>
                                        <p:tgtEl>
                                          <p:spTgt spid="398415"/>
                                        </p:tgtEl>
                                        <p:attrNameLst>
                                          <p:attrName>style.visibility</p:attrName>
                                        </p:attrNameLst>
                                      </p:cBhvr>
                                      <p:to>
                                        <p:strVal val="visible"/>
                                      </p:to>
                                    </p:set>
                                    <p:anim calcmode="lin" valueType="num">
                                      <p:cBhvr>
                                        <p:cTn id="246" dur="500" fill="hold"/>
                                        <p:tgtEl>
                                          <p:spTgt spid="398415"/>
                                        </p:tgtEl>
                                        <p:attrNameLst>
                                          <p:attrName>ppt_w</p:attrName>
                                        </p:attrNameLst>
                                      </p:cBhvr>
                                      <p:tavLst>
                                        <p:tav tm="0">
                                          <p:val>
                                            <p:fltVal val="0"/>
                                          </p:val>
                                        </p:tav>
                                        <p:tav tm="100000">
                                          <p:val>
                                            <p:strVal val="#ppt_w"/>
                                          </p:val>
                                        </p:tav>
                                      </p:tavLst>
                                    </p:anim>
                                    <p:anim calcmode="lin" valueType="num">
                                      <p:cBhvr>
                                        <p:cTn id="247" dur="500" fill="hold"/>
                                        <p:tgtEl>
                                          <p:spTgt spid="398415"/>
                                        </p:tgtEl>
                                        <p:attrNameLst>
                                          <p:attrName>ppt_h</p:attrName>
                                        </p:attrNameLst>
                                      </p:cBhvr>
                                      <p:tavLst>
                                        <p:tav tm="0">
                                          <p:val>
                                            <p:strVal val="#ppt_h"/>
                                          </p:val>
                                        </p:tav>
                                        <p:tav tm="100000">
                                          <p:val>
                                            <p:strVal val="#ppt_h"/>
                                          </p:val>
                                        </p:tav>
                                      </p:tavLst>
                                    </p:anim>
                                  </p:childTnLst>
                                </p:cTn>
                              </p:par>
                            </p:childTnLst>
                          </p:cTn>
                        </p:par>
                      </p:childTnLst>
                    </p:cTn>
                  </p:par>
                  <p:par>
                    <p:cTn id="248" fill="hold" nodeType="clickPar">
                      <p:stCondLst>
                        <p:cond delay="indefinite"/>
                      </p:stCondLst>
                      <p:childTnLst>
                        <p:par>
                          <p:cTn id="249" fill="hold" nodeType="withGroup">
                            <p:stCondLst>
                              <p:cond delay="0"/>
                            </p:stCondLst>
                            <p:childTnLst>
                              <p:par>
                                <p:cTn id="250" presetID="17" presetClass="entr" presetSubtype="10" fill="hold" grpId="0" nodeType="clickEffect">
                                  <p:stCondLst>
                                    <p:cond delay="0"/>
                                  </p:stCondLst>
                                  <p:childTnLst>
                                    <p:set>
                                      <p:cBhvr>
                                        <p:cTn id="251" dur="1" fill="hold">
                                          <p:stCondLst>
                                            <p:cond delay="0"/>
                                          </p:stCondLst>
                                        </p:cTn>
                                        <p:tgtEl>
                                          <p:spTgt spid="398416"/>
                                        </p:tgtEl>
                                        <p:attrNameLst>
                                          <p:attrName>style.visibility</p:attrName>
                                        </p:attrNameLst>
                                      </p:cBhvr>
                                      <p:to>
                                        <p:strVal val="visible"/>
                                      </p:to>
                                    </p:set>
                                    <p:anim calcmode="lin" valueType="num">
                                      <p:cBhvr>
                                        <p:cTn id="252" dur="500" fill="hold"/>
                                        <p:tgtEl>
                                          <p:spTgt spid="398416"/>
                                        </p:tgtEl>
                                        <p:attrNameLst>
                                          <p:attrName>ppt_w</p:attrName>
                                        </p:attrNameLst>
                                      </p:cBhvr>
                                      <p:tavLst>
                                        <p:tav tm="0">
                                          <p:val>
                                            <p:fltVal val="0"/>
                                          </p:val>
                                        </p:tav>
                                        <p:tav tm="100000">
                                          <p:val>
                                            <p:strVal val="#ppt_w"/>
                                          </p:val>
                                        </p:tav>
                                      </p:tavLst>
                                    </p:anim>
                                    <p:anim calcmode="lin" valueType="num">
                                      <p:cBhvr>
                                        <p:cTn id="253" dur="500" fill="hold"/>
                                        <p:tgtEl>
                                          <p:spTgt spid="398416"/>
                                        </p:tgtEl>
                                        <p:attrNameLst>
                                          <p:attrName>ppt_h</p:attrName>
                                        </p:attrNameLst>
                                      </p:cBhvr>
                                      <p:tavLst>
                                        <p:tav tm="0">
                                          <p:val>
                                            <p:strVal val="#ppt_h"/>
                                          </p:val>
                                        </p:tav>
                                        <p:tav tm="100000">
                                          <p:val>
                                            <p:strVal val="#ppt_h"/>
                                          </p:val>
                                        </p:tav>
                                      </p:tavLst>
                                    </p:anim>
                                  </p:childTnLst>
                                </p:cTn>
                              </p:par>
                            </p:childTnLst>
                          </p:cTn>
                        </p:par>
                      </p:childTnLst>
                    </p:cTn>
                  </p:par>
                  <p:par>
                    <p:cTn id="254" fill="hold" nodeType="clickPar">
                      <p:stCondLst>
                        <p:cond delay="indefinite"/>
                      </p:stCondLst>
                      <p:childTnLst>
                        <p:par>
                          <p:cTn id="255" fill="hold" nodeType="withGroup">
                            <p:stCondLst>
                              <p:cond delay="0"/>
                            </p:stCondLst>
                            <p:childTnLst>
                              <p:par>
                                <p:cTn id="256" presetID="17" presetClass="entr" presetSubtype="10" fill="hold" grpId="0" nodeType="clickEffect">
                                  <p:stCondLst>
                                    <p:cond delay="0"/>
                                  </p:stCondLst>
                                  <p:childTnLst>
                                    <p:set>
                                      <p:cBhvr>
                                        <p:cTn id="257" dur="1" fill="hold">
                                          <p:stCondLst>
                                            <p:cond delay="0"/>
                                          </p:stCondLst>
                                        </p:cTn>
                                        <p:tgtEl>
                                          <p:spTgt spid="398418"/>
                                        </p:tgtEl>
                                        <p:attrNameLst>
                                          <p:attrName>style.visibility</p:attrName>
                                        </p:attrNameLst>
                                      </p:cBhvr>
                                      <p:to>
                                        <p:strVal val="visible"/>
                                      </p:to>
                                    </p:set>
                                    <p:anim calcmode="lin" valueType="num">
                                      <p:cBhvr>
                                        <p:cTn id="258" dur="500" fill="hold"/>
                                        <p:tgtEl>
                                          <p:spTgt spid="398418"/>
                                        </p:tgtEl>
                                        <p:attrNameLst>
                                          <p:attrName>ppt_w</p:attrName>
                                        </p:attrNameLst>
                                      </p:cBhvr>
                                      <p:tavLst>
                                        <p:tav tm="0">
                                          <p:val>
                                            <p:fltVal val="0"/>
                                          </p:val>
                                        </p:tav>
                                        <p:tav tm="100000">
                                          <p:val>
                                            <p:strVal val="#ppt_w"/>
                                          </p:val>
                                        </p:tav>
                                      </p:tavLst>
                                    </p:anim>
                                    <p:anim calcmode="lin" valueType="num">
                                      <p:cBhvr>
                                        <p:cTn id="259" dur="500" fill="hold"/>
                                        <p:tgtEl>
                                          <p:spTgt spid="398418"/>
                                        </p:tgtEl>
                                        <p:attrNameLst>
                                          <p:attrName>ppt_h</p:attrName>
                                        </p:attrNameLst>
                                      </p:cBhvr>
                                      <p:tavLst>
                                        <p:tav tm="0">
                                          <p:val>
                                            <p:strVal val="#ppt_h"/>
                                          </p:val>
                                        </p:tav>
                                        <p:tav tm="100000">
                                          <p:val>
                                            <p:strVal val="#ppt_h"/>
                                          </p:val>
                                        </p:tav>
                                      </p:tavLst>
                                    </p:anim>
                                  </p:childTnLst>
                                </p:cTn>
                              </p:par>
                            </p:childTnLst>
                          </p:cTn>
                        </p:par>
                      </p:childTnLst>
                    </p:cTn>
                  </p:par>
                  <p:par>
                    <p:cTn id="260" fill="hold" nodeType="clickPar">
                      <p:stCondLst>
                        <p:cond delay="indefinite"/>
                      </p:stCondLst>
                      <p:childTnLst>
                        <p:par>
                          <p:cTn id="261" fill="hold" nodeType="withGroup">
                            <p:stCondLst>
                              <p:cond delay="0"/>
                            </p:stCondLst>
                            <p:childTnLst>
                              <p:par>
                                <p:cTn id="262" presetID="17" presetClass="entr" presetSubtype="10" fill="hold" grpId="0" nodeType="clickEffect">
                                  <p:stCondLst>
                                    <p:cond delay="0"/>
                                  </p:stCondLst>
                                  <p:childTnLst>
                                    <p:set>
                                      <p:cBhvr>
                                        <p:cTn id="263" dur="1" fill="hold">
                                          <p:stCondLst>
                                            <p:cond delay="0"/>
                                          </p:stCondLst>
                                        </p:cTn>
                                        <p:tgtEl>
                                          <p:spTgt spid="398417"/>
                                        </p:tgtEl>
                                        <p:attrNameLst>
                                          <p:attrName>style.visibility</p:attrName>
                                        </p:attrNameLst>
                                      </p:cBhvr>
                                      <p:to>
                                        <p:strVal val="visible"/>
                                      </p:to>
                                    </p:set>
                                    <p:anim calcmode="lin" valueType="num">
                                      <p:cBhvr>
                                        <p:cTn id="264" dur="500" fill="hold"/>
                                        <p:tgtEl>
                                          <p:spTgt spid="398417"/>
                                        </p:tgtEl>
                                        <p:attrNameLst>
                                          <p:attrName>ppt_w</p:attrName>
                                        </p:attrNameLst>
                                      </p:cBhvr>
                                      <p:tavLst>
                                        <p:tav tm="0">
                                          <p:val>
                                            <p:fltVal val="0"/>
                                          </p:val>
                                        </p:tav>
                                        <p:tav tm="100000">
                                          <p:val>
                                            <p:strVal val="#ppt_w"/>
                                          </p:val>
                                        </p:tav>
                                      </p:tavLst>
                                    </p:anim>
                                    <p:anim calcmode="lin" valueType="num">
                                      <p:cBhvr>
                                        <p:cTn id="265" dur="500" fill="hold"/>
                                        <p:tgtEl>
                                          <p:spTgt spid="398417"/>
                                        </p:tgtEl>
                                        <p:attrNameLst>
                                          <p:attrName>ppt_h</p:attrName>
                                        </p:attrNameLst>
                                      </p:cBhvr>
                                      <p:tavLst>
                                        <p:tav tm="0">
                                          <p:val>
                                            <p:strVal val="#ppt_h"/>
                                          </p:val>
                                        </p:tav>
                                        <p:tav tm="100000">
                                          <p:val>
                                            <p:strVal val="#ppt_h"/>
                                          </p:val>
                                        </p:tav>
                                      </p:tavLst>
                                    </p:anim>
                                  </p:childTnLst>
                                </p:cTn>
                              </p:par>
                            </p:childTnLst>
                          </p:cTn>
                        </p:par>
                      </p:childTnLst>
                    </p:cTn>
                  </p:par>
                  <p:par>
                    <p:cTn id="266" fill="hold" nodeType="clickPar">
                      <p:stCondLst>
                        <p:cond delay="indefinite"/>
                      </p:stCondLst>
                      <p:childTnLst>
                        <p:par>
                          <p:cTn id="267" fill="hold" nodeType="withGroup">
                            <p:stCondLst>
                              <p:cond delay="0"/>
                            </p:stCondLst>
                            <p:childTnLst>
                              <p:par>
                                <p:cTn id="268" presetID="18" presetClass="entr" presetSubtype="6" fill="hold" nodeType="clickEffect">
                                  <p:stCondLst>
                                    <p:cond delay="0"/>
                                  </p:stCondLst>
                                  <p:childTnLst>
                                    <p:set>
                                      <p:cBhvr>
                                        <p:cTn id="269" dur="1" fill="hold">
                                          <p:stCondLst>
                                            <p:cond delay="0"/>
                                          </p:stCondLst>
                                        </p:cTn>
                                        <p:tgtEl>
                                          <p:spTgt spid="398426"/>
                                        </p:tgtEl>
                                        <p:attrNameLst>
                                          <p:attrName>style.visibility</p:attrName>
                                        </p:attrNameLst>
                                      </p:cBhvr>
                                      <p:to>
                                        <p:strVal val="visible"/>
                                      </p:to>
                                    </p:set>
                                    <p:animEffect transition="in" filter="strips(downRight)">
                                      <p:cBhvr>
                                        <p:cTn id="270" dur="500"/>
                                        <p:tgtEl>
                                          <p:spTgt spid="398426"/>
                                        </p:tgtEl>
                                      </p:cBhvr>
                                    </p:animEffect>
                                  </p:childTnLst>
                                </p:cTn>
                              </p:par>
                            </p:childTnLst>
                          </p:cTn>
                        </p:par>
                      </p:childTnLst>
                    </p:cTn>
                  </p:par>
                  <p:par>
                    <p:cTn id="271" fill="hold" nodeType="clickPar">
                      <p:stCondLst>
                        <p:cond delay="indefinite"/>
                      </p:stCondLst>
                      <p:childTnLst>
                        <p:par>
                          <p:cTn id="272" fill="hold" nodeType="withGroup">
                            <p:stCondLst>
                              <p:cond delay="0"/>
                            </p:stCondLst>
                            <p:childTnLst>
                              <p:par>
                                <p:cTn id="273" presetID="18" presetClass="entr" presetSubtype="3" fill="hold" grpId="0" nodeType="clickEffect">
                                  <p:stCondLst>
                                    <p:cond delay="0"/>
                                  </p:stCondLst>
                                  <p:childTnLst>
                                    <p:set>
                                      <p:cBhvr>
                                        <p:cTn id="274" dur="1" fill="hold">
                                          <p:stCondLst>
                                            <p:cond delay="0"/>
                                          </p:stCondLst>
                                        </p:cTn>
                                        <p:tgtEl>
                                          <p:spTgt spid="398454"/>
                                        </p:tgtEl>
                                        <p:attrNameLst>
                                          <p:attrName>style.visibility</p:attrName>
                                        </p:attrNameLst>
                                      </p:cBhvr>
                                      <p:to>
                                        <p:strVal val="visible"/>
                                      </p:to>
                                    </p:set>
                                    <p:animEffect transition="in" filter="strips(upRight)">
                                      <p:cBhvr>
                                        <p:cTn id="275" dur="500"/>
                                        <p:tgtEl>
                                          <p:spTgt spid="398454"/>
                                        </p:tgtEl>
                                      </p:cBhvr>
                                    </p:animEffect>
                                  </p:childTnLst>
                                </p:cTn>
                              </p:par>
                            </p:childTnLst>
                          </p:cTn>
                        </p:par>
                      </p:childTnLst>
                    </p:cTn>
                  </p:par>
                  <p:par>
                    <p:cTn id="276" fill="hold" nodeType="clickPar">
                      <p:stCondLst>
                        <p:cond delay="indefinite"/>
                      </p:stCondLst>
                      <p:childTnLst>
                        <p:par>
                          <p:cTn id="277" fill="hold" nodeType="withGroup">
                            <p:stCondLst>
                              <p:cond delay="0"/>
                            </p:stCondLst>
                            <p:childTnLst>
                              <p:par>
                                <p:cTn id="278" presetID="23" presetClass="entr" presetSubtype="16" fill="hold" nodeType="clickEffect">
                                  <p:stCondLst>
                                    <p:cond delay="0"/>
                                  </p:stCondLst>
                                  <p:childTnLst>
                                    <p:set>
                                      <p:cBhvr>
                                        <p:cTn id="279" dur="1" fill="hold">
                                          <p:stCondLst>
                                            <p:cond delay="0"/>
                                          </p:stCondLst>
                                        </p:cTn>
                                        <p:tgtEl>
                                          <p:spTgt spid="398505"/>
                                        </p:tgtEl>
                                        <p:attrNameLst>
                                          <p:attrName>style.visibility</p:attrName>
                                        </p:attrNameLst>
                                      </p:cBhvr>
                                      <p:to>
                                        <p:strVal val="visible"/>
                                      </p:to>
                                    </p:set>
                                    <p:anim calcmode="lin" valueType="num">
                                      <p:cBhvr>
                                        <p:cTn id="280" dur="500" fill="hold"/>
                                        <p:tgtEl>
                                          <p:spTgt spid="398505"/>
                                        </p:tgtEl>
                                        <p:attrNameLst>
                                          <p:attrName>ppt_w</p:attrName>
                                        </p:attrNameLst>
                                      </p:cBhvr>
                                      <p:tavLst>
                                        <p:tav tm="0">
                                          <p:val>
                                            <p:fltVal val="0"/>
                                          </p:val>
                                        </p:tav>
                                        <p:tav tm="100000">
                                          <p:val>
                                            <p:strVal val="#ppt_w"/>
                                          </p:val>
                                        </p:tav>
                                      </p:tavLst>
                                    </p:anim>
                                    <p:anim calcmode="lin" valueType="num">
                                      <p:cBhvr>
                                        <p:cTn id="281" dur="500" fill="hold"/>
                                        <p:tgtEl>
                                          <p:spTgt spid="398505"/>
                                        </p:tgtEl>
                                        <p:attrNameLst>
                                          <p:attrName>ppt_h</p:attrName>
                                        </p:attrNameLst>
                                      </p:cBhvr>
                                      <p:tavLst>
                                        <p:tav tm="0">
                                          <p:val>
                                            <p:fltVal val="0"/>
                                          </p:val>
                                        </p:tav>
                                        <p:tav tm="100000">
                                          <p:val>
                                            <p:strVal val="#ppt_h"/>
                                          </p:val>
                                        </p:tav>
                                      </p:tavLst>
                                    </p:anim>
                                  </p:childTnLst>
                                </p:cTn>
                              </p:par>
                            </p:childTnLst>
                          </p:cTn>
                        </p:par>
                      </p:childTnLst>
                    </p:cTn>
                  </p:par>
                  <p:par>
                    <p:cTn id="282" fill="hold" nodeType="clickPar">
                      <p:stCondLst>
                        <p:cond delay="indefinite"/>
                      </p:stCondLst>
                      <p:childTnLst>
                        <p:par>
                          <p:cTn id="283" fill="hold" nodeType="withGroup">
                            <p:stCondLst>
                              <p:cond delay="0"/>
                            </p:stCondLst>
                            <p:childTnLst>
                              <p:par>
                                <p:cTn id="284" presetID="17" presetClass="entr" presetSubtype="8" fill="hold" nodeType="clickEffect">
                                  <p:stCondLst>
                                    <p:cond delay="0"/>
                                  </p:stCondLst>
                                  <p:childTnLst>
                                    <p:set>
                                      <p:cBhvr>
                                        <p:cTn id="285" dur="1" fill="hold">
                                          <p:stCondLst>
                                            <p:cond delay="0"/>
                                          </p:stCondLst>
                                        </p:cTn>
                                        <p:tgtEl>
                                          <p:spTgt spid="398461"/>
                                        </p:tgtEl>
                                        <p:attrNameLst>
                                          <p:attrName>style.visibility</p:attrName>
                                        </p:attrNameLst>
                                      </p:cBhvr>
                                      <p:to>
                                        <p:strVal val="visible"/>
                                      </p:to>
                                    </p:set>
                                    <p:anim calcmode="lin" valueType="num">
                                      <p:cBhvr>
                                        <p:cTn id="286" dur="500" fill="hold"/>
                                        <p:tgtEl>
                                          <p:spTgt spid="398461"/>
                                        </p:tgtEl>
                                        <p:attrNameLst>
                                          <p:attrName>ppt_x</p:attrName>
                                        </p:attrNameLst>
                                      </p:cBhvr>
                                      <p:tavLst>
                                        <p:tav tm="0">
                                          <p:val>
                                            <p:strVal val="#ppt_x-#ppt_w/2"/>
                                          </p:val>
                                        </p:tav>
                                        <p:tav tm="100000">
                                          <p:val>
                                            <p:strVal val="#ppt_x"/>
                                          </p:val>
                                        </p:tav>
                                      </p:tavLst>
                                    </p:anim>
                                    <p:anim calcmode="lin" valueType="num">
                                      <p:cBhvr>
                                        <p:cTn id="287" dur="500" fill="hold"/>
                                        <p:tgtEl>
                                          <p:spTgt spid="398461"/>
                                        </p:tgtEl>
                                        <p:attrNameLst>
                                          <p:attrName>ppt_y</p:attrName>
                                        </p:attrNameLst>
                                      </p:cBhvr>
                                      <p:tavLst>
                                        <p:tav tm="0">
                                          <p:val>
                                            <p:strVal val="#ppt_y"/>
                                          </p:val>
                                        </p:tav>
                                        <p:tav tm="100000">
                                          <p:val>
                                            <p:strVal val="#ppt_y"/>
                                          </p:val>
                                        </p:tav>
                                      </p:tavLst>
                                    </p:anim>
                                    <p:anim calcmode="lin" valueType="num">
                                      <p:cBhvr>
                                        <p:cTn id="288" dur="500" fill="hold"/>
                                        <p:tgtEl>
                                          <p:spTgt spid="398461"/>
                                        </p:tgtEl>
                                        <p:attrNameLst>
                                          <p:attrName>ppt_w</p:attrName>
                                        </p:attrNameLst>
                                      </p:cBhvr>
                                      <p:tavLst>
                                        <p:tav tm="0">
                                          <p:val>
                                            <p:fltVal val="0"/>
                                          </p:val>
                                        </p:tav>
                                        <p:tav tm="100000">
                                          <p:val>
                                            <p:strVal val="#ppt_w"/>
                                          </p:val>
                                        </p:tav>
                                      </p:tavLst>
                                    </p:anim>
                                    <p:anim calcmode="lin" valueType="num">
                                      <p:cBhvr>
                                        <p:cTn id="289" dur="500" fill="hold"/>
                                        <p:tgtEl>
                                          <p:spTgt spid="398461"/>
                                        </p:tgtEl>
                                        <p:attrNameLst>
                                          <p:attrName>ppt_h</p:attrName>
                                        </p:attrNameLst>
                                      </p:cBhvr>
                                      <p:tavLst>
                                        <p:tav tm="0">
                                          <p:val>
                                            <p:strVal val="#ppt_h"/>
                                          </p:val>
                                        </p:tav>
                                        <p:tav tm="100000">
                                          <p:val>
                                            <p:strVal val="#ppt_h"/>
                                          </p:val>
                                        </p:tav>
                                      </p:tavLst>
                                    </p:anim>
                                  </p:childTnLst>
                                </p:cTn>
                              </p:par>
                            </p:childTnLst>
                          </p:cTn>
                        </p:par>
                      </p:childTnLst>
                    </p:cTn>
                  </p:par>
                  <p:par>
                    <p:cTn id="290" fill="hold" nodeType="clickPar">
                      <p:stCondLst>
                        <p:cond delay="indefinite"/>
                      </p:stCondLst>
                      <p:childTnLst>
                        <p:par>
                          <p:cTn id="291" fill="hold" nodeType="withGroup">
                            <p:stCondLst>
                              <p:cond delay="0"/>
                            </p:stCondLst>
                            <p:childTnLst>
                              <p:par>
                                <p:cTn id="292" presetID="17" presetClass="entr" presetSubtype="8" fill="hold" grpId="0" nodeType="clickEffect">
                                  <p:stCondLst>
                                    <p:cond delay="0"/>
                                  </p:stCondLst>
                                  <p:childTnLst>
                                    <p:set>
                                      <p:cBhvr>
                                        <p:cTn id="293" dur="1" fill="hold">
                                          <p:stCondLst>
                                            <p:cond delay="0"/>
                                          </p:stCondLst>
                                        </p:cTn>
                                        <p:tgtEl>
                                          <p:spTgt spid="398468"/>
                                        </p:tgtEl>
                                        <p:attrNameLst>
                                          <p:attrName>style.visibility</p:attrName>
                                        </p:attrNameLst>
                                      </p:cBhvr>
                                      <p:to>
                                        <p:strVal val="visible"/>
                                      </p:to>
                                    </p:set>
                                    <p:anim calcmode="lin" valueType="num">
                                      <p:cBhvr>
                                        <p:cTn id="294" dur="500" fill="hold"/>
                                        <p:tgtEl>
                                          <p:spTgt spid="398468"/>
                                        </p:tgtEl>
                                        <p:attrNameLst>
                                          <p:attrName>ppt_x</p:attrName>
                                        </p:attrNameLst>
                                      </p:cBhvr>
                                      <p:tavLst>
                                        <p:tav tm="0">
                                          <p:val>
                                            <p:strVal val="#ppt_x-#ppt_w/2"/>
                                          </p:val>
                                        </p:tav>
                                        <p:tav tm="100000">
                                          <p:val>
                                            <p:strVal val="#ppt_x"/>
                                          </p:val>
                                        </p:tav>
                                      </p:tavLst>
                                    </p:anim>
                                    <p:anim calcmode="lin" valueType="num">
                                      <p:cBhvr>
                                        <p:cTn id="295" dur="500" fill="hold"/>
                                        <p:tgtEl>
                                          <p:spTgt spid="398468"/>
                                        </p:tgtEl>
                                        <p:attrNameLst>
                                          <p:attrName>ppt_y</p:attrName>
                                        </p:attrNameLst>
                                      </p:cBhvr>
                                      <p:tavLst>
                                        <p:tav tm="0">
                                          <p:val>
                                            <p:strVal val="#ppt_y"/>
                                          </p:val>
                                        </p:tav>
                                        <p:tav tm="100000">
                                          <p:val>
                                            <p:strVal val="#ppt_y"/>
                                          </p:val>
                                        </p:tav>
                                      </p:tavLst>
                                    </p:anim>
                                    <p:anim calcmode="lin" valueType="num">
                                      <p:cBhvr>
                                        <p:cTn id="296" dur="500" fill="hold"/>
                                        <p:tgtEl>
                                          <p:spTgt spid="398468"/>
                                        </p:tgtEl>
                                        <p:attrNameLst>
                                          <p:attrName>ppt_w</p:attrName>
                                        </p:attrNameLst>
                                      </p:cBhvr>
                                      <p:tavLst>
                                        <p:tav tm="0">
                                          <p:val>
                                            <p:fltVal val="0"/>
                                          </p:val>
                                        </p:tav>
                                        <p:tav tm="100000">
                                          <p:val>
                                            <p:strVal val="#ppt_w"/>
                                          </p:val>
                                        </p:tav>
                                      </p:tavLst>
                                    </p:anim>
                                    <p:anim calcmode="lin" valueType="num">
                                      <p:cBhvr>
                                        <p:cTn id="297" dur="500" fill="hold"/>
                                        <p:tgtEl>
                                          <p:spTgt spid="398468"/>
                                        </p:tgtEl>
                                        <p:attrNameLst>
                                          <p:attrName>ppt_h</p:attrName>
                                        </p:attrNameLst>
                                      </p:cBhvr>
                                      <p:tavLst>
                                        <p:tav tm="0">
                                          <p:val>
                                            <p:strVal val="#ppt_h"/>
                                          </p:val>
                                        </p:tav>
                                        <p:tav tm="100000">
                                          <p:val>
                                            <p:strVal val="#ppt_h"/>
                                          </p:val>
                                        </p:tav>
                                      </p:tavLst>
                                    </p:anim>
                                  </p:childTnLst>
                                </p:cTn>
                              </p:par>
                            </p:childTnLst>
                          </p:cTn>
                        </p:par>
                      </p:childTnLst>
                    </p:cTn>
                  </p:par>
                  <p:par>
                    <p:cTn id="298" fill="hold" nodeType="clickPar">
                      <p:stCondLst>
                        <p:cond delay="indefinite"/>
                      </p:stCondLst>
                      <p:childTnLst>
                        <p:par>
                          <p:cTn id="299" fill="hold" nodeType="withGroup">
                            <p:stCondLst>
                              <p:cond delay="0"/>
                            </p:stCondLst>
                            <p:childTnLst>
                              <p:par>
                                <p:cTn id="300" presetID="17" presetClass="entr" presetSubtype="8" fill="hold" grpId="0" nodeType="clickEffect">
                                  <p:stCondLst>
                                    <p:cond delay="0"/>
                                  </p:stCondLst>
                                  <p:childTnLst>
                                    <p:set>
                                      <p:cBhvr>
                                        <p:cTn id="301" dur="1" fill="hold">
                                          <p:stCondLst>
                                            <p:cond delay="0"/>
                                          </p:stCondLst>
                                        </p:cTn>
                                        <p:tgtEl>
                                          <p:spTgt spid="398469"/>
                                        </p:tgtEl>
                                        <p:attrNameLst>
                                          <p:attrName>style.visibility</p:attrName>
                                        </p:attrNameLst>
                                      </p:cBhvr>
                                      <p:to>
                                        <p:strVal val="visible"/>
                                      </p:to>
                                    </p:set>
                                    <p:anim calcmode="lin" valueType="num">
                                      <p:cBhvr>
                                        <p:cTn id="302" dur="500" fill="hold"/>
                                        <p:tgtEl>
                                          <p:spTgt spid="398469"/>
                                        </p:tgtEl>
                                        <p:attrNameLst>
                                          <p:attrName>ppt_x</p:attrName>
                                        </p:attrNameLst>
                                      </p:cBhvr>
                                      <p:tavLst>
                                        <p:tav tm="0">
                                          <p:val>
                                            <p:strVal val="#ppt_x-#ppt_w/2"/>
                                          </p:val>
                                        </p:tav>
                                        <p:tav tm="100000">
                                          <p:val>
                                            <p:strVal val="#ppt_x"/>
                                          </p:val>
                                        </p:tav>
                                      </p:tavLst>
                                    </p:anim>
                                    <p:anim calcmode="lin" valueType="num">
                                      <p:cBhvr>
                                        <p:cTn id="303" dur="500" fill="hold"/>
                                        <p:tgtEl>
                                          <p:spTgt spid="398469"/>
                                        </p:tgtEl>
                                        <p:attrNameLst>
                                          <p:attrName>ppt_y</p:attrName>
                                        </p:attrNameLst>
                                      </p:cBhvr>
                                      <p:tavLst>
                                        <p:tav tm="0">
                                          <p:val>
                                            <p:strVal val="#ppt_y"/>
                                          </p:val>
                                        </p:tav>
                                        <p:tav tm="100000">
                                          <p:val>
                                            <p:strVal val="#ppt_y"/>
                                          </p:val>
                                        </p:tav>
                                      </p:tavLst>
                                    </p:anim>
                                    <p:anim calcmode="lin" valueType="num">
                                      <p:cBhvr>
                                        <p:cTn id="304" dur="500" fill="hold"/>
                                        <p:tgtEl>
                                          <p:spTgt spid="398469"/>
                                        </p:tgtEl>
                                        <p:attrNameLst>
                                          <p:attrName>ppt_w</p:attrName>
                                        </p:attrNameLst>
                                      </p:cBhvr>
                                      <p:tavLst>
                                        <p:tav tm="0">
                                          <p:val>
                                            <p:fltVal val="0"/>
                                          </p:val>
                                        </p:tav>
                                        <p:tav tm="100000">
                                          <p:val>
                                            <p:strVal val="#ppt_w"/>
                                          </p:val>
                                        </p:tav>
                                      </p:tavLst>
                                    </p:anim>
                                    <p:anim calcmode="lin" valueType="num">
                                      <p:cBhvr>
                                        <p:cTn id="305" dur="500" fill="hold"/>
                                        <p:tgtEl>
                                          <p:spTgt spid="398469"/>
                                        </p:tgtEl>
                                        <p:attrNameLst>
                                          <p:attrName>ppt_h</p:attrName>
                                        </p:attrNameLst>
                                      </p:cBhvr>
                                      <p:tavLst>
                                        <p:tav tm="0">
                                          <p:val>
                                            <p:strVal val="#ppt_h"/>
                                          </p:val>
                                        </p:tav>
                                        <p:tav tm="100000">
                                          <p:val>
                                            <p:strVal val="#ppt_h"/>
                                          </p:val>
                                        </p:tav>
                                      </p:tavLst>
                                    </p:anim>
                                  </p:childTnLst>
                                </p:cTn>
                              </p:par>
                            </p:childTnLst>
                          </p:cTn>
                        </p:par>
                      </p:childTnLst>
                    </p:cTn>
                  </p:par>
                  <p:par>
                    <p:cTn id="306" fill="hold" nodeType="clickPar">
                      <p:stCondLst>
                        <p:cond delay="indefinite"/>
                      </p:stCondLst>
                      <p:childTnLst>
                        <p:par>
                          <p:cTn id="307" fill="hold" nodeType="withGroup">
                            <p:stCondLst>
                              <p:cond delay="0"/>
                            </p:stCondLst>
                            <p:childTnLst>
                              <p:par>
                                <p:cTn id="308" presetID="17" presetClass="entr" presetSubtype="8" fill="hold" grpId="0" nodeType="clickEffect">
                                  <p:stCondLst>
                                    <p:cond delay="0"/>
                                  </p:stCondLst>
                                  <p:childTnLst>
                                    <p:set>
                                      <p:cBhvr>
                                        <p:cTn id="309" dur="1" fill="hold">
                                          <p:stCondLst>
                                            <p:cond delay="0"/>
                                          </p:stCondLst>
                                        </p:cTn>
                                        <p:tgtEl>
                                          <p:spTgt spid="398470"/>
                                        </p:tgtEl>
                                        <p:attrNameLst>
                                          <p:attrName>style.visibility</p:attrName>
                                        </p:attrNameLst>
                                      </p:cBhvr>
                                      <p:to>
                                        <p:strVal val="visible"/>
                                      </p:to>
                                    </p:set>
                                    <p:anim calcmode="lin" valueType="num">
                                      <p:cBhvr>
                                        <p:cTn id="310" dur="500" fill="hold"/>
                                        <p:tgtEl>
                                          <p:spTgt spid="398470"/>
                                        </p:tgtEl>
                                        <p:attrNameLst>
                                          <p:attrName>ppt_x</p:attrName>
                                        </p:attrNameLst>
                                      </p:cBhvr>
                                      <p:tavLst>
                                        <p:tav tm="0">
                                          <p:val>
                                            <p:strVal val="#ppt_x-#ppt_w/2"/>
                                          </p:val>
                                        </p:tav>
                                        <p:tav tm="100000">
                                          <p:val>
                                            <p:strVal val="#ppt_x"/>
                                          </p:val>
                                        </p:tav>
                                      </p:tavLst>
                                    </p:anim>
                                    <p:anim calcmode="lin" valueType="num">
                                      <p:cBhvr>
                                        <p:cTn id="311" dur="500" fill="hold"/>
                                        <p:tgtEl>
                                          <p:spTgt spid="398470"/>
                                        </p:tgtEl>
                                        <p:attrNameLst>
                                          <p:attrName>ppt_y</p:attrName>
                                        </p:attrNameLst>
                                      </p:cBhvr>
                                      <p:tavLst>
                                        <p:tav tm="0">
                                          <p:val>
                                            <p:strVal val="#ppt_y"/>
                                          </p:val>
                                        </p:tav>
                                        <p:tav tm="100000">
                                          <p:val>
                                            <p:strVal val="#ppt_y"/>
                                          </p:val>
                                        </p:tav>
                                      </p:tavLst>
                                    </p:anim>
                                    <p:anim calcmode="lin" valueType="num">
                                      <p:cBhvr>
                                        <p:cTn id="312" dur="500" fill="hold"/>
                                        <p:tgtEl>
                                          <p:spTgt spid="398470"/>
                                        </p:tgtEl>
                                        <p:attrNameLst>
                                          <p:attrName>ppt_w</p:attrName>
                                        </p:attrNameLst>
                                      </p:cBhvr>
                                      <p:tavLst>
                                        <p:tav tm="0">
                                          <p:val>
                                            <p:fltVal val="0"/>
                                          </p:val>
                                        </p:tav>
                                        <p:tav tm="100000">
                                          <p:val>
                                            <p:strVal val="#ppt_w"/>
                                          </p:val>
                                        </p:tav>
                                      </p:tavLst>
                                    </p:anim>
                                    <p:anim calcmode="lin" valueType="num">
                                      <p:cBhvr>
                                        <p:cTn id="313" dur="500" fill="hold"/>
                                        <p:tgtEl>
                                          <p:spTgt spid="398470"/>
                                        </p:tgtEl>
                                        <p:attrNameLst>
                                          <p:attrName>ppt_h</p:attrName>
                                        </p:attrNameLst>
                                      </p:cBhvr>
                                      <p:tavLst>
                                        <p:tav tm="0">
                                          <p:val>
                                            <p:strVal val="#ppt_h"/>
                                          </p:val>
                                        </p:tav>
                                        <p:tav tm="100000">
                                          <p:val>
                                            <p:strVal val="#ppt_h"/>
                                          </p:val>
                                        </p:tav>
                                      </p:tavLst>
                                    </p:anim>
                                  </p:childTnLst>
                                </p:cTn>
                              </p:par>
                            </p:childTnLst>
                          </p:cTn>
                        </p:par>
                      </p:childTnLst>
                    </p:cTn>
                  </p:par>
                  <p:par>
                    <p:cTn id="314" fill="hold">
                      <p:stCondLst>
                        <p:cond delay="indefinite"/>
                      </p:stCondLst>
                      <p:childTnLst>
                        <p:par>
                          <p:cTn id="315" fill="hold">
                            <p:stCondLst>
                              <p:cond delay="0"/>
                            </p:stCondLst>
                            <p:childTnLst>
                              <p:par>
                                <p:cTn id="316" presetID="10" presetClass="entr" presetSubtype="0" fill="hold" nodeType="clickEffect">
                                  <p:stCondLst>
                                    <p:cond delay="0"/>
                                  </p:stCondLst>
                                  <p:childTnLst>
                                    <p:set>
                                      <p:cBhvr>
                                        <p:cTn id="317" dur="1" fill="hold">
                                          <p:stCondLst>
                                            <p:cond delay="0"/>
                                          </p:stCondLst>
                                        </p:cTn>
                                        <p:tgtEl>
                                          <p:spTgt spid="2"/>
                                        </p:tgtEl>
                                        <p:attrNameLst>
                                          <p:attrName>style.visibility</p:attrName>
                                        </p:attrNameLst>
                                      </p:cBhvr>
                                      <p:to>
                                        <p:strVal val="visible"/>
                                      </p:to>
                                    </p:set>
                                    <p:animEffect transition="in" filter="fade">
                                      <p:cBhvr>
                                        <p:cTn id="3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38" grpId="0" animBg="1"/>
      <p:bldP spid="398339" grpId="0" animBg="1"/>
      <p:bldP spid="398340" grpId="0" animBg="1"/>
      <p:bldP spid="398341" grpId="0" animBg="1"/>
      <p:bldP spid="398346" grpId="0" animBg="1"/>
      <p:bldP spid="398347" grpId="0" animBg="1"/>
      <p:bldP spid="398372" grpId="0" animBg="1"/>
      <p:bldP spid="398373" grpId="0" animBg="1"/>
      <p:bldP spid="398374" grpId="0" animBg="1"/>
      <p:bldP spid="398375" grpId="0" animBg="1"/>
      <p:bldP spid="398376" grpId="0" animBg="1"/>
      <p:bldP spid="398377" grpId="0" animBg="1"/>
      <p:bldP spid="398378" grpId="0" animBg="1"/>
      <p:bldP spid="398379" grpId="0" animBg="1"/>
      <p:bldP spid="398380" grpId="0" animBg="1"/>
      <p:bldP spid="398381" grpId="0" animBg="1"/>
      <p:bldP spid="398409" grpId="0" animBg="1"/>
      <p:bldP spid="398410" grpId="0" animBg="1"/>
      <p:bldP spid="398411" grpId="0" animBg="1"/>
      <p:bldP spid="398412" grpId="0" animBg="1"/>
      <p:bldP spid="398413" grpId="0" animBg="1"/>
      <p:bldP spid="398414" grpId="0" animBg="1"/>
      <p:bldP spid="398415" grpId="0" animBg="1"/>
      <p:bldP spid="398416" grpId="0" animBg="1"/>
      <p:bldP spid="398417" grpId="0" animBg="1"/>
      <p:bldP spid="398418" grpId="0" animBg="1"/>
      <p:bldP spid="398419" grpId="0" autoUpdateAnimBg="0"/>
      <p:bldP spid="398420" grpId="0" autoUpdateAnimBg="0"/>
      <p:bldP spid="398421" grpId="0" animBg="1"/>
      <p:bldP spid="398441" grpId="0" autoUpdateAnimBg="0"/>
      <p:bldP spid="398454" grpId="0" autoUpdateAnimBg="0"/>
      <p:bldP spid="398468" grpId="0" animBg="1"/>
      <p:bldP spid="398469" grpId="0" animBg="1"/>
      <p:bldP spid="39847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Line 2"/>
          <p:cNvSpPr>
            <a:spLocks noChangeShapeType="1"/>
          </p:cNvSpPr>
          <p:nvPr/>
        </p:nvSpPr>
        <p:spPr bwMode="auto">
          <a:xfrm>
            <a:off x="2057400" y="4165600"/>
            <a:ext cx="4365625" cy="1588"/>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387" name="Rectangle 3"/>
          <p:cNvSpPr>
            <a:spLocks noChangeArrowheads="1"/>
          </p:cNvSpPr>
          <p:nvPr/>
        </p:nvSpPr>
        <p:spPr bwMode="auto">
          <a:xfrm>
            <a:off x="6510338" y="4067175"/>
            <a:ext cx="1095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a:solidFill>
                  <a:srgbClr val="000000"/>
                </a:solidFill>
                <a:latin typeface="Times New Roman" charset="0"/>
              </a:rPr>
              <a:t>Y</a:t>
            </a:r>
            <a:endParaRPr lang="en-US" altLang="en-US" sz="2400" b="0">
              <a:latin typeface="Times New Roman" charset="0"/>
            </a:endParaRPr>
          </a:p>
        </p:txBody>
      </p:sp>
      <p:sp>
        <p:nvSpPr>
          <p:cNvPr id="400388" name="Oval 4"/>
          <p:cNvSpPr>
            <a:spLocks noChangeArrowheads="1"/>
          </p:cNvSpPr>
          <p:nvPr/>
        </p:nvSpPr>
        <p:spPr bwMode="auto">
          <a:xfrm>
            <a:off x="2514600" y="4518025"/>
            <a:ext cx="1603375" cy="1603375"/>
          </a:xfrm>
          <a:prstGeom prst="ellipse">
            <a:avLst/>
          </a:prstGeom>
          <a:solidFill>
            <a:srgbClr val="FFFFFF"/>
          </a:solidFill>
          <a:ln w="28575">
            <a:solidFill>
              <a:srgbClr val="000000"/>
            </a:solidFill>
            <a:round/>
            <a:headEnd/>
            <a:tailEnd/>
          </a:ln>
        </p:spPr>
        <p:txBody>
          <a:bodyPr/>
          <a:lstStyle/>
          <a:p>
            <a:endParaRPr lang="en-US"/>
          </a:p>
        </p:txBody>
      </p:sp>
      <p:grpSp>
        <p:nvGrpSpPr>
          <p:cNvPr id="400389" name="Group 5"/>
          <p:cNvGrpSpPr>
            <a:grpSpLocks/>
          </p:cNvGrpSpPr>
          <p:nvPr/>
        </p:nvGrpSpPr>
        <p:grpSpPr bwMode="auto">
          <a:xfrm>
            <a:off x="2514600" y="4518025"/>
            <a:ext cx="1600200" cy="1600200"/>
            <a:chOff x="1440" y="2750"/>
            <a:chExt cx="1008" cy="1008"/>
          </a:xfrm>
        </p:grpSpPr>
        <p:sp>
          <p:nvSpPr>
            <p:cNvPr id="400390" name="Line 6"/>
            <p:cNvSpPr>
              <a:spLocks noChangeShapeType="1"/>
            </p:cNvSpPr>
            <p:nvPr/>
          </p:nvSpPr>
          <p:spPr bwMode="auto">
            <a:xfrm>
              <a:off x="1958" y="2750"/>
              <a:ext cx="2" cy="1008"/>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391" name="Line 7"/>
            <p:cNvSpPr>
              <a:spLocks noChangeShapeType="1"/>
            </p:cNvSpPr>
            <p:nvPr/>
          </p:nvSpPr>
          <p:spPr bwMode="auto">
            <a:xfrm>
              <a:off x="1440" y="3252"/>
              <a:ext cx="1008" cy="2"/>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392" name="Line 8"/>
            <p:cNvSpPr>
              <a:spLocks noChangeShapeType="1"/>
            </p:cNvSpPr>
            <p:nvPr/>
          </p:nvSpPr>
          <p:spPr bwMode="auto">
            <a:xfrm flipH="1" flipV="1">
              <a:off x="1552" y="2904"/>
              <a:ext cx="778" cy="678"/>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393" name="Line 9"/>
            <p:cNvSpPr>
              <a:spLocks noChangeShapeType="1"/>
            </p:cNvSpPr>
            <p:nvPr/>
          </p:nvSpPr>
          <p:spPr bwMode="auto">
            <a:xfrm flipV="1">
              <a:off x="1554" y="2926"/>
              <a:ext cx="778" cy="678"/>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00394" name="Group 10"/>
          <p:cNvGrpSpPr>
            <a:grpSpLocks/>
          </p:cNvGrpSpPr>
          <p:nvPr/>
        </p:nvGrpSpPr>
        <p:grpSpPr bwMode="auto">
          <a:xfrm>
            <a:off x="2378075" y="4264025"/>
            <a:ext cx="1903413" cy="2057400"/>
            <a:chOff x="1354" y="2590"/>
            <a:chExt cx="1199" cy="1296"/>
          </a:xfrm>
        </p:grpSpPr>
        <p:sp>
          <p:nvSpPr>
            <p:cNvPr id="400395" name="Rectangle 11"/>
            <p:cNvSpPr>
              <a:spLocks noChangeArrowheads="1"/>
            </p:cNvSpPr>
            <p:nvPr/>
          </p:nvSpPr>
          <p:spPr bwMode="auto">
            <a:xfrm>
              <a:off x="1498" y="2832"/>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h</a:t>
              </a:r>
              <a:endParaRPr lang="en-US" altLang="en-US" sz="4800" b="0">
                <a:latin typeface="Times New Roman" charset="0"/>
              </a:endParaRPr>
            </a:p>
          </p:txBody>
        </p:sp>
        <p:sp>
          <p:nvSpPr>
            <p:cNvPr id="400396" name="Rectangle 12"/>
            <p:cNvSpPr>
              <a:spLocks noChangeArrowheads="1"/>
            </p:cNvSpPr>
            <p:nvPr/>
          </p:nvSpPr>
          <p:spPr bwMode="auto">
            <a:xfrm>
              <a:off x="1354" y="3156"/>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a</a:t>
              </a:r>
              <a:endParaRPr lang="en-US" altLang="en-US" sz="4800" b="0">
                <a:latin typeface="Times New Roman" charset="0"/>
              </a:endParaRPr>
            </a:p>
          </p:txBody>
        </p:sp>
        <p:sp>
          <p:nvSpPr>
            <p:cNvPr id="400397" name="Rectangle 13"/>
            <p:cNvSpPr>
              <a:spLocks noChangeArrowheads="1"/>
            </p:cNvSpPr>
            <p:nvPr/>
          </p:nvSpPr>
          <p:spPr bwMode="auto">
            <a:xfrm>
              <a:off x="1498" y="355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b</a:t>
              </a:r>
              <a:endParaRPr lang="en-US" altLang="en-US" sz="4800" b="0">
                <a:latin typeface="Times New Roman" charset="0"/>
              </a:endParaRPr>
            </a:p>
          </p:txBody>
        </p:sp>
        <p:sp>
          <p:nvSpPr>
            <p:cNvPr id="400398" name="Rectangle 14"/>
            <p:cNvSpPr>
              <a:spLocks noChangeArrowheads="1"/>
            </p:cNvSpPr>
            <p:nvPr/>
          </p:nvSpPr>
          <p:spPr bwMode="auto">
            <a:xfrm>
              <a:off x="1930" y="3732"/>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c</a:t>
              </a:r>
              <a:endParaRPr lang="en-US" altLang="en-US" sz="4800" b="0">
                <a:latin typeface="Times New Roman" charset="0"/>
              </a:endParaRPr>
            </a:p>
          </p:txBody>
        </p:sp>
        <p:sp>
          <p:nvSpPr>
            <p:cNvPr id="400399" name="Rectangle 15"/>
            <p:cNvSpPr>
              <a:spLocks noChangeArrowheads="1"/>
            </p:cNvSpPr>
            <p:nvPr/>
          </p:nvSpPr>
          <p:spPr bwMode="auto">
            <a:xfrm>
              <a:off x="2362" y="3558"/>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dirty="0">
                  <a:solidFill>
                    <a:srgbClr val="000000"/>
                  </a:solidFill>
                  <a:latin typeface="Times New Roman" charset="0"/>
                </a:rPr>
                <a:t>d</a:t>
              </a:r>
              <a:endParaRPr lang="en-US" altLang="en-US" sz="4800" b="0" dirty="0">
                <a:latin typeface="Times New Roman" charset="0"/>
              </a:endParaRPr>
            </a:p>
          </p:txBody>
        </p:sp>
        <p:sp>
          <p:nvSpPr>
            <p:cNvPr id="400400" name="Rectangle 16"/>
            <p:cNvSpPr>
              <a:spLocks noChangeArrowheads="1"/>
            </p:cNvSpPr>
            <p:nvPr/>
          </p:nvSpPr>
          <p:spPr bwMode="auto">
            <a:xfrm>
              <a:off x="2496" y="3178"/>
              <a:ext cx="5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e</a:t>
              </a:r>
              <a:endParaRPr lang="en-US" altLang="en-US" sz="4800" b="0">
                <a:latin typeface="Times New Roman" charset="0"/>
              </a:endParaRPr>
            </a:p>
          </p:txBody>
        </p:sp>
        <p:sp>
          <p:nvSpPr>
            <p:cNvPr id="400401" name="Rectangle 17"/>
            <p:cNvSpPr>
              <a:spLocks noChangeArrowheads="1"/>
            </p:cNvSpPr>
            <p:nvPr/>
          </p:nvSpPr>
          <p:spPr bwMode="auto">
            <a:xfrm>
              <a:off x="1930" y="2590"/>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g</a:t>
              </a:r>
              <a:endParaRPr lang="en-US" altLang="en-US" sz="4800" b="0">
                <a:latin typeface="Times New Roman" charset="0"/>
              </a:endParaRPr>
            </a:p>
          </p:txBody>
        </p:sp>
        <p:sp>
          <p:nvSpPr>
            <p:cNvPr id="400402" name="Rectangle 18"/>
            <p:cNvSpPr>
              <a:spLocks noChangeArrowheads="1"/>
            </p:cNvSpPr>
            <p:nvPr/>
          </p:nvSpPr>
          <p:spPr bwMode="auto">
            <a:xfrm>
              <a:off x="2362" y="2850"/>
              <a:ext cx="4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b="0">
                  <a:solidFill>
                    <a:srgbClr val="000000"/>
                  </a:solidFill>
                  <a:latin typeface="Times New Roman" charset="0"/>
                </a:rPr>
                <a:t>f</a:t>
              </a:r>
              <a:endParaRPr lang="en-US" altLang="en-US" sz="4800" b="0">
                <a:latin typeface="Times New Roman" charset="0"/>
              </a:endParaRPr>
            </a:p>
          </p:txBody>
        </p:sp>
      </p:grpSp>
      <p:grpSp>
        <p:nvGrpSpPr>
          <p:cNvPr id="400403" name="Group 19"/>
          <p:cNvGrpSpPr>
            <a:grpSpLocks/>
          </p:cNvGrpSpPr>
          <p:nvPr/>
        </p:nvGrpSpPr>
        <p:grpSpPr bwMode="auto">
          <a:xfrm>
            <a:off x="2495550" y="2295525"/>
            <a:ext cx="1641475" cy="1876425"/>
            <a:chOff x="1770" y="1646"/>
            <a:chExt cx="517" cy="591"/>
          </a:xfrm>
        </p:grpSpPr>
        <p:sp>
          <p:nvSpPr>
            <p:cNvPr id="400404" name="Freeform 20"/>
            <p:cNvSpPr>
              <a:spLocks/>
            </p:cNvSpPr>
            <p:nvPr/>
          </p:nvSpPr>
          <p:spPr bwMode="auto">
            <a:xfrm>
              <a:off x="1776" y="1656"/>
              <a:ext cx="504" cy="576"/>
            </a:xfrm>
            <a:custGeom>
              <a:avLst/>
              <a:gdLst>
                <a:gd name="T0" fmla="*/ 252 w 504"/>
                <a:gd name="T1" fmla="*/ 0 h 576"/>
                <a:gd name="T2" fmla="*/ 0 w 504"/>
                <a:gd name="T3" fmla="*/ 576 h 576"/>
                <a:gd name="T4" fmla="*/ 504 w 504"/>
                <a:gd name="T5" fmla="*/ 576 h 576"/>
                <a:gd name="T6" fmla="*/ 252 w 504"/>
                <a:gd name="T7" fmla="*/ 0 h 576"/>
              </a:gdLst>
              <a:ahLst/>
              <a:cxnLst>
                <a:cxn ang="0">
                  <a:pos x="T0" y="T1"/>
                </a:cxn>
                <a:cxn ang="0">
                  <a:pos x="T2" y="T3"/>
                </a:cxn>
                <a:cxn ang="0">
                  <a:pos x="T4" y="T5"/>
                </a:cxn>
                <a:cxn ang="0">
                  <a:pos x="T6" y="T7"/>
                </a:cxn>
              </a:cxnLst>
              <a:rect l="0" t="0" r="r" b="b"/>
              <a:pathLst>
                <a:path w="504" h="576">
                  <a:moveTo>
                    <a:pt x="252" y="0"/>
                  </a:moveTo>
                  <a:lnTo>
                    <a:pt x="0" y="576"/>
                  </a:lnTo>
                  <a:lnTo>
                    <a:pt x="504" y="576"/>
                  </a:lnTo>
                  <a:lnTo>
                    <a:pt x="25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0405" name="Freeform 21"/>
            <p:cNvSpPr>
              <a:spLocks noEditPoints="1"/>
            </p:cNvSpPr>
            <p:nvPr/>
          </p:nvSpPr>
          <p:spPr bwMode="auto">
            <a:xfrm>
              <a:off x="1770" y="1646"/>
              <a:ext cx="517" cy="591"/>
            </a:xfrm>
            <a:custGeom>
              <a:avLst/>
              <a:gdLst>
                <a:gd name="T0" fmla="*/ 3 w 517"/>
                <a:gd name="T1" fmla="*/ 585 h 591"/>
                <a:gd name="T2" fmla="*/ 0 w 517"/>
                <a:gd name="T3" fmla="*/ 590 h 591"/>
                <a:gd name="T4" fmla="*/ 6 w 517"/>
                <a:gd name="T5" fmla="*/ 591 h 591"/>
                <a:gd name="T6" fmla="*/ 510 w 517"/>
                <a:gd name="T7" fmla="*/ 591 h 591"/>
                <a:gd name="T8" fmla="*/ 517 w 517"/>
                <a:gd name="T9" fmla="*/ 591 h 591"/>
                <a:gd name="T10" fmla="*/ 514 w 517"/>
                <a:gd name="T11" fmla="*/ 585 h 591"/>
                <a:gd name="T12" fmla="*/ 262 w 517"/>
                <a:gd name="T13" fmla="*/ 9 h 591"/>
                <a:gd name="T14" fmla="*/ 258 w 517"/>
                <a:gd name="T15" fmla="*/ 0 h 591"/>
                <a:gd name="T16" fmla="*/ 255 w 517"/>
                <a:gd name="T17" fmla="*/ 9 h 591"/>
                <a:gd name="T18" fmla="*/ 3 w 517"/>
                <a:gd name="T19" fmla="*/ 585 h 591"/>
                <a:gd name="T20" fmla="*/ 262 w 517"/>
                <a:gd name="T21" fmla="*/ 12 h 591"/>
                <a:gd name="T22" fmla="*/ 258 w 517"/>
                <a:gd name="T23" fmla="*/ 10 h 591"/>
                <a:gd name="T24" fmla="*/ 254 w 517"/>
                <a:gd name="T25" fmla="*/ 12 h 591"/>
                <a:gd name="T26" fmla="*/ 506 w 517"/>
                <a:gd name="T27" fmla="*/ 588 h 591"/>
                <a:gd name="T28" fmla="*/ 510 w 517"/>
                <a:gd name="T29" fmla="*/ 586 h 591"/>
                <a:gd name="T30" fmla="*/ 510 w 517"/>
                <a:gd name="T31" fmla="*/ 582 h 591"/>
                <a:gd name="T32" fmla="*/ 6 w 517"/>
                <a:gd name="T33" fmla="*/ 582 h 591"/>
                <a:gd name="T34" fmla="*/ 6 w 517"/>
                <a:gd name="T35" fmla="*/ 586 h 591"/>
                <a:gd name="T36" fmla="*/ 10 w 517"/>
                <a:gd name="T37" fmla="*/ 588 h 591"/>
                <a:gd name="T38" fmla="*/ 262 w 517"/>
                <a:gd name="T39" fmla="*/ 12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7" h="591">
                  <a:moveTo>
                    <a:pt x="3" y="585"/>
                  </a:moveTo>
                  <a:lnTo>
                    <a:pt x="0" y="590"/>
                  </a:lnTo>
                  <a:lnTo>
                    <a:pt x="6" y="591"/>
                  </a:lnTo>
                  <a:lnTo>
                    <a:pt x="510" y="591"/>
                  </a:lnTo>
                  <a:lnTo>
                    <a:pt x="517" y="591"/>
                  </a:lnTo>
                  <a:lnTo>
                    <a:pt x="514" y="585"/>
                  </a:lnTo>
                  <a:lnTo>
                    <a:pt x="262" y="9"/>
                  </a:lnTo>
                  <a:lnTo>
                    <a:pt x="258" y="0"/>
                  </a:lnTo>
                  <a:lnTo>
                    <a:pt x="255" y="9"/>
                  </a:lnTo>
                  <a:lnTo>
                    <a:pt x="3" y="585"/>
                  </a:lnTo>
                  <a:close/>
                  <a:moveTo>
                    <a:pt x="262" y="12"/>
                  </a:moveTo>
                  <a:lnTo>
                    <a:pt x="258" y="10"/>
                  </a:lnTo>
                  <a:lnTo>
                    <a:pt x="254" y="12"/>
                  </a:lnTo>
                  <a:lnTo>
                    <a:pt x="506" y="588"/>
                  </a:lnTo>
                  <a:lnTo>
                    <a:pt x="510" y="586"/>
                  </a:lnTo>
                  <a:lnTo>
                    <a:pt x="510" y="582"/>
                  </a:lnTo>
                  <a:lnTo>
                    <a:pt x="6" y="582"/>
                  </a:lnTo>
                  <a:lnTo>
                    <a:pt x="6" y="586"/>
                  </a:lnTo>
                  <a:lnTo>
                    <a:pt x="10" y="588"/>
                  </a:lnTo>
                  <a:lnTo>
                    <a:pt x="26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00406" name="Line 22"/>
          <p:cNvSpPr>
            <a:spLocks noChangeShapeType="1"/>
          </p:cNvSpPr>
          <p:nvPr/>
        </p:nvSpPr>
        <p:spPr bwMode="auto">
          <a:xfrm flipH="1">
            <a:off x="2717800" y="2314575"/>
            <a:ext cx="603250" cy="1816100"/>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07" name="Line 23"/>
          <p:cNvSpPr>
            <a:spLocks noChangeShapeType="1"/>
          </p:cNvSpPr>
          <p:nvPr/>
        </p:nvSpPr>
        <p:spPr bwMode="auto">
          <a:xfrm>
            <a:off x="3327400" y="2333625"/>
            <a:ext cx="603250" cy="1816100"/>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08" name="Rectangle 24"/>
          <p:cNvSpPr>
            <a:spLocks noChangeArrowheads="1"/>
          </p:cNvSpPr>
          <p:nvPr/>
        </p:nvSpPr>
        <p:spPr bwMode="auto">
          <a:xfrm>
            <a:off x="1997075" y="3975100"/>
            <a:ext cx="11112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200" b="0">
                <a:solidFill>
                  <a:srgbClr val="000000"/>
                </a:solidFill>
                <a:latin typeface="Times New Roman" charset="0"/>
              </a:rPr>
              <a:t>X</a:t>
            </a:r>
            <a:endParaRPr lang="en-US" altLang="en-US" sz="2400" b="0">
              <a:latin typeface="Times New Roman" charset="0"/>
            </a:endParaRPr>
          </a:p>
        </p:txBody>
      </p:sp>
      <p:grpSp>
        <p:nvGrpSpPr>
          <p:cNvPr id="400409" name="Group 25"/>
          <p:cNvGrpSpPr>
            <a:grpSpLocks/>
          </p:cNvGrpSpPr>
          <p:nvPr/>
        </p:nvGrpSpPr>
        <p:grpSpPr bwMode="auto">
          <a:xfrm>
            <a:off x="2378075" y="3911600"/>
            <a:ext cx="1939925" cy="304800"/>
            <a:chOff x="1354" y="2368"/>
            <a:chExt cx="1222" cy="192"/>
          </a:xfrm>
        </p:grpSpPr>
        <p:sp>
          <p:nvSpPr>
            <p:cNvPr id="400410" name="Rectangle 26"/>
            <p:cNvSpPr>
              <a:spLocks noChangeArrowheads="1"/>
            </p:cNvSpPr>
            <p:nvPr/>
          </p:nvSpPr>
          <p:spPr bwMode="auto">
            <a:xfrm>
              <a:off x="1354" y="2404"/>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a’</a:t>
              </a:r>
              <a:endParaRPr lang="en-US" altLang="en-US" sz="4400" b="0">
                <a:latin typeface="Times New Roman" charset="0"/>
              </a:endParaRPr>
            </a:p>
          </p:txBody>
        </p:sp>
        <p:sp>
          <p:nvSpPr>
            <p:cNvPr id="400411" name="Rectangle 27"/>
            <p:cNvSpPr>
              <a:spLocks noChangeArrowheads="1"/>
            </p:cNvSpPr>
            <p:nvPr/>
          </p:nvSpPr>
          <p:spPr bwMode="auto">
            <a:xfrm>
              <a:off x="1594"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b’</a:t>
              </a:r>
              <a:endParaRPr lang="en-US" altLang="en-US" sz="4400" b="0">
                <a:latin typeface="Times New Roman" charset="0"/>
              </a:endParaRPr>
            </a:p>
          </p:txBody>
        </p:sp>
        <p:sp>
          <p:nvSpPr>
            <p:cNvPr id="400412" name="Rectangle 28"/>
            <p:cNvSpPr>
              <a:spLocks noChangeArrowheads="1"/>
            </p:cNvSpPr>
            <p:nvPr/>
          </p:nvSpPr>
          <p:spPr bwMode="auto">
            <a:xfrm>
              <a:off x="2320" y="2410"/>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d’</a:t>
              </a:r>
              <a:endParaRPr lang="en-US" altLang="en-US" sz="4400" b="0">
                <a:latin typeface="Times New Roman" charset="0"/>
              </a:endParaRPr>
            </a:p>
          </p:txBody>
        </p:sp>
        <p:sp>
          <p:nvSpPr>
            <p:cNvPr id="400413" name="Rectangle 29"/>
            <p:cNvSpPr>
              <a:spLocks noChangeArrowheads="1"/>
            </p:cNvSpPr>
            <p:nvPr/>
          </p:nvSpPr>
          <p:spPr bwMode="auto">
            <a:xfrm>
              <a:off x="2452" y="2368"/>
              <a:ext cx="1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2000" b="0">
                  <a:solidFill>
                    <a:srgbClr val="000000"/>
                  </a:solidFill>
                  <a:latin typeface="Times New Roman" charset="0"/>
                </a:rPr>
                <a:t>e’</a:t>
              </a:r>
              <a:endParaRPr lang="en-US" altLang="en-US" sz="6000" b="0">
                <a:latin typeface="Times New Roman" charset="0"/>
              </a:endParaRPr>
            </a:p>
          </p:txBody>
        </p:sp>
        <p:sp>
          <p:nvSpPr>
            <p:cNvPr id="400414" name="Rectangle 30"/>
            <p:cNvSpPr>
              <a:spLocks noChangeArrowheads="1"/>
            </p:cNvSpPr>
            <p:nvPr/>
          </p:nvSpPr>
          <p:spPr bwMode="auto">
            <a:xfrm>
              <a:off x="1834" y="2404"/>
              <a:ext cx="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c’</a:t>
              </a:r>
              <a:endParaRPr lang="en-US" altLang="en-US" sz="4400" b="0">
                <a:latin typeface="Times New Roman" charset="0"/>
              </a:endParaRPr>
            </a:p>
          </p:txBody>
        </p:sp>
        <p:sp>
          <p:nvSpPr>
            <p:cNvPr id="400415" name="Rectangle 31"/>
            <p:cNvSpPr>
              <a:spLocks noChangeArrowheads="1"/>
            </p:cNvSpPr>
            <p:nvPr/>
          </p:nvSpPr>
          <p:spPr bwMode="auto">
            <a:xfrm>
              <a:off x="1962"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g’</a:t>
              </a:r>
              <a:endParaRPr lang="en-US" altLang="en-US" sz="4400" b="0">
                <a:latin typeface="Times New Roman" charset="0"/>
              </a:endParaRPr>
            </a:p>
          </p:txBody>
        </p:sp>
        <p:sp>
          <p:nvSpPr>
            <p:cNvPr id="400416" name="Rectangle 32"/>
            <p:cNvSpPr>
              <a:spLocks noChangeArrowheads="1"/>
            </p:cNvSpPr>
            <p:nvPr/>
          </p:nvSpPr>
          <p:spPr bwMode="auto">
            <a:xfrm>
              <a:off x="2220" y="2404"/>
              <a:ext cx="7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f’</a:t>
              </a:r>
              <a:endParaRPr lang="en-US" altLang="en-US" sz="4400" b="0">
                <a:latin typeface="Times New Roman" charset="0"/>
              </a:endParaRPr>
            </a:p>
          </p:txBody>
        </p:sp>
        <p:sp>
          <p:nvSpPr>
            <p:cNvPr id="400417" name="Rectangle 33"/>
            <p:cNvSpPr>
              <a:spLocks noChangeArrowheads="1"/>
            </p:cNvSpPr>
            <p:nvPr/>
          </p:nvSpPr>
          <p:spPr bwMode="auto">
            <a:xfrm>
              <a:off x="1498" y="2404"/>
              <a:ext cx="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h’</a:t>
              </a:r>
              <a:endParaRPr lang="en-US" altLang="en-US" sz="4400" b="0">
                <a:latin typeface="Times New Roman" charset="0"/>
              </a:endParaRPr>
            </a:p>
          </p:txBody>
        </p:sp>
      </p:grpSp>
      <p:sp>
        <p:nvSpPr>
          <p:cNvPr id="400418" name="Rectangle 34"/>
          <p:cNvSpPr>
            <a:spLocks noChangeArrowheads="1"/>
          </p:cNvSpPr>
          <p:nvPr/>
        </p:nvSpPr>
        <p:spPr bwMode="auto">
          <a:xfrm>
            <a:off x="3368675" y="2216150"/>
            <a:ext cx="1476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lang="en-US" altLang="en-US" sz="1400" b="0">
                <a:solidFill>
                  <a:srgbClr val="000000"/>
                </a:solidFill>
                <a:latin typeface="Times New Roman" charset="0"/>
              </a:rPr>
              <a:t>o’</a:t>
            </a:r>
            <a:endParaRPr lang="en-US" altLang="en-US" sz="4400" b="0">
              <a:latin typeface="Times New Roman" charset="0"/>
            </a:endParaRPr>
          </a:p>
        </p:txBody>
      </p:sp>
      <p:grpSp>
        <p:nvGrpSpPr>
          <p:cNvPr id="400419" name="Group 35"/>
          <p:cNvGrpSpPr>
            <a:grpSpLocks/>
          </p:cNvGrpSpPr>
          <p:nvPr/>
        </p:nvGrpSpPr>
        <p:grpSpPr bwMode="auto">
          <a:xfrm>
            <a:off x="2514600" y="2251075"/>
            <a:ext cx="1603375" cy="3181350"/>
            <a:chOff x="1440" y="1322"/>
            <a:chExt cx="1010" cy="2004"/>
          </a:xfrm>
        </p:grpSpPr>
        <p:sp>
          <p:nvSpPr>
            <p:cNvPr id="400420" name="Line 36"/>
            <p:cNvSpPr>
              <a:spLocks noChangeShapeType="1"/>
            </p:cNvSpPr>
            <p:nvPr/>
          </p:nvSpPr>
          <p:spPr bwMode="auto">
            <a:xfrm>
              <a:off x="1440" y="2510"/>
              <a:ext cx="2" cy="81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21" name="Line 37"/>
            <p:cNvSpPr>
              <a:spLocks noChangeShapeType="1"/>
            </p:cNvSpPr>
            <p:nvPr/>
          </p:nvSpPr>
          <p:spPr bwMode="auto">
            <a:xfrm>
              <a:off x="2448" y="2510"/>
              <a:ext cx="2" cy="816"/>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22" name="Line 38"/>
            <p:cNvSpPr>
              <a:spLocks noChangeShapeType="1"/>
            </p:cNvSpPr>
            <p:nvPr/>
          </p:nvSpPr>
          <p:spPr bwMode="auto">
            <a:xfrm flipV="1">
              <a:off x="1566" y="2510"/>
              <a:ext cx="2" cy="4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23" name="Line 39"/>
            <p:cNvSpPr>
              <a:spLocks noChangeShapeType="1"/>
            </p:cNvSpPr>
            <p:nvPr/>
          </p:nvSpPr>
          <p:spPr bwMode="auto">
            <a:xfrm flipV="1">
              <a:off x="2328" y="2498"/>
              <a:ext cx="2" cy="4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24" name="Line 40"/>
            <p:cNvSpPr>
              <a:spLocks noChangeShapeType="1"/>
            </p:cNvSpPr>
            <p:nvPr/>
          </p:nvSpPr>
          <p:spPr bwMode="auto">
            <a:xfrm>
              <a:off x="1944" y="1322"/>
              <a:ext cx="0" cy="1248"/>
            </a:xfrm>
            <a:prstGeom prst="line">
              <a:avLst/>
            </a:prstGeom>
            <a:noFill/>
            <a:ln w="63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0425" name="Line 41"/>
          <p:cNvSpPr>
            <a:spLocks noChangeShapeType="1"/>
          </p:cNvSpPr>
          <p:nvPr/>
        </p:nvSpPr>
        <p:spPr bwMode="auto">
          <a:xfrm flipV="1">
            <a:off x="2466975" y="2384425"/>
            <a:ext cx="1524000" cy="1828800"/>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0426" name="Group 42"/>
          <p:cNvGrpSpPr>
            <a:grpSpLocks/>
          </p:cNvGrpSpPr>
          <p:nvPr/>
        </p:nvGrpSpPr>
        <p:grpSpPr bwMode="auto">
          <a:xfrm>
            <a:off x="4683125" y="2308225"/>
            <a:ext cx="1641475" cy="1876425"/>
            <a:chOff x="1770" y="1646"/>
            <a:chExt cx="517" cy="591"/>
          </a:xfrm>
        </p:grpSpPr>
        <p:sp>
          <p:nvSpPr>
            <p:cNvPr id="400427" name="Freeform 43"/>
            <p:cNvSpPr>
              <a:spLocks/>
            </p:cNvSpPr>
            <p:nvPr/>
          </p:nvSpPr>
          <p:spPr bwMode="auto">
            <a:xfrm>
              <a:off x="1776" y="1656"/>
              <a:ext cx="504" cy="576"/>
            </a:xfrm>
            <a:custGeom>
              <a:avLst/>
              <a:gdLst>
                <a:gd name="T0" fmla="*/ 252 w 504"/>
                <a:gd name="T1" fmla="*/ 0 h 576"/>
                <a:gd name="T2" fmla="*/ 0 w 504"/>
                <a:gd name="T3" fmla="*/ 576 h 576"/>
                <a:gd name="T4" fmla="*/ 504 w 504"/>
                <a:gd name="T5" fmla="*/ 576 h 576"/>
                <a:gd name="T6" fmla="*/ 252 w 504"/>
                <a:gd name="T7" fmla="*/ 0 h 576"/>
              </a:gdLst>
              <a:ahLst/>
              <a:cxnLst>
                <a:cxn ang="0">
                  <a:pos x="T0" y="T1"/>
                </a:cxn>
                <a:cxn ang="0">
                  <a:pos x="T2" y="T3"/>
                </a:cxn>
                <a:cxn ang="0">
                  <a:pos x="T4" y="T5"/>
                </a:cxn>
                <a:cxn ang="0">
                  <a:pos x="T6" y="T7"/>
                </a:cxn>
              </a:cxnLst>
              <a:rect l="0" t="0" r="r" b="b"/>
              <a:pathLst>
                <a:path w="504" h="576">
                  <a:moveTo>
                    <a:pt x="252" y="0"/>
                  </a:moveTo>
                  <a:lnTo>
                    <a:pt x="0" y="576"/>
                  </a:lnTo>
                  <a:lnTo>
                    <a:pt x="504" y="576"/>
                  </a:lnTo>
                  <a:lnTo>
                    <a:pt x="25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0428" name="Freeform 44"/>
            <p:cNvSpPr>
              <a:spLocks noEditPoints="1"/>
            </p:cNvSpPr>
            <p:nvPr/>
          </p:nvSpPr>
          <p:spPr bwMode="auto">
            <a:xfrm>
              <a:off x="1770" y="1646"/>
              <a:ext cx="517" cy="591"/>
            </a:xfrm>
            <a:custGeom>
              <a:avLst/>
              <a:gdLst>
                <a:gd name="T0" fmla="*/ 3 w 517"/>
                <a:gd name="T1" fmla="*/ 585 h 591"/>
                <a:gd name="T2" fmla="*/ 0 w 517"/>
                <a:gd name="T3" fmla="*/ 590 h 591"/>
                <a:gd name="T4" fmla="*/ 6 w 517"/>
                <a:gd name="T5" fmla="*/ 591 h 591"/>
                <a:gd name="T6" fmla="*/ 510 w 517"/>
                <a:gd name="T7" fmla="*/ 591 h 591"/>
                <a:gd name="T8" fmla="*/ 517 w 517"/>
                <a:gd name="T9" fmla="*/ 591 h 591"/>
                <a:gd name="T10" fmla="*/ 514 w 517"/>
                <a:gd name="T11" fmla="*/ 585 h 591"/>
                <a:gd name="T12" fmla="*/ 262 w 517"/>
                <a:gd name="T13" fmla="*/ 9 h 591"/>
                <a:gd name="T14" fmla="*/ 258 w 517"/>
                <a:gd name="T15" fmla="*/ 0 h 591"/>
                <a:gd name="T16" fmla="*/ 255 w 517"/>
                <a:gd name="T17" fmla="*/ 9 h 591"/>
                <a:gd name="T18" fmla="*/ 3 w 517"/>
                <a:gd name="T19" fmla="*/ 585 h 591"/>
                <a:gd name="T20" fmla="*/ 262 w 517"/>
                <a:gd name="T21" fmla="*/ 12 h 591"/>
                <a:gd name="T22" fmla="*/ 258 w 517"/>
                <a:gd name="T23" fmla="*/ 10 h 591"/>
                <a:gd name="T24" fmla="*/ 254 w 517"/>
                <a:gd name="T25" fmla="*/ 12 h 591"/>
                <a:gd name="T26" fmla="*/ 506 w 517"/>
                <a:gd name="T27" fmla="*/ 588 h 591"/>
                <a:gd name="T28" fmla="*/ 510 w 517"/>
                <a:gd name="T29" fmla="*/ 586 h 591"/>
                <a:gd name="T30" fmla="*/ 510 w 517"/>
                <a:gd name="T31" fmla="*/ 582 h 591"/>
                <a:gd name="T32" fmla="*/ 6 w 517"/>
                <a:gd name="T33" fmla="*/ 582 h 591"/>
                <a:gd name="T34" fmla="*/ 6 w 517"/>
                <a:gd name="T35" fmla="*/ 586 h 591"/>
                <a:gd name="T36" fmla="*/ 10 w 517"/>
                <a:gd name="T37" fmla="*/ 588 h 591"/>
                <a:gd name="T38" fmla="*/ 262 w 517"/>
                <a:gd name="T39" fmla="*/ 12 h 5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7" h="591">
                  <a:moveTo>
                    <a:pt x="3" y="585"/>
                  </a:moveTo>
                  <a:lnTo>
                    <a:pt x="0" y="590"/>
                  </a:lnTo>
                  <a:lnTo>
                    <a:pt x="6" y="591"/>
                  </a:lnTo>
                  <a:lnTo>
                    <a:pt x="510" y="591"/>
                  </a:lnTo>
                  <a:lnTo>
                    <a:pt x="517" y="591"/>
                  </a:lnTo>
                  <a:lnTo>
                    <a:pt x="514" y="585"/>
                  </a:lnTo>
                  <a:lnTo>
                    <a:pt x="262" y="9"/>
                  </a:lnTo>
                  <a:lnTo>
                    <a:pt x="258" y="0"/>
                  </a:lnTo>
                  <a:lnTo>
                    <a:pt x="255" y="9"/>
                  </a:lnTo>
                  <a:lnTo>
                    <a:pt x="3" y="585"/>
                  </a:lnTo>
                  <a:close/>
                  <a:moveTo>
                    <a:pt x="262" y="12"/>
                  </a:moveTo>
                  <a:lnTo>
                    <a:pt x="258" y="10"/>
                  </a:lnTo>
                  <a:lnTo>
                    <a:pt x="254" y="12"/>
                  </a:lnTo>
                  <a:lnTo>
                    <a:pt x="506" y="588"/>
                  </a:lnTo>
                  <a:lnTo>
                    <a:pt x="510" y="586"/>
                  </a:lnTo>
                  <a:lnTo>
                    <a:pt x="510" y="582"/>
                  </a:lnTo>
                  <a:lnTo>
                    <a:pt x="6" y="582"/>
                  </a:lnTo>
                  <a:lnTo>
                    <a:pt x="6" y="586"/>
                  </a:lnTo>
                  <a:lnTo>
                    <a:pt x="10" y="588"/>
                  </a:lnTo>
                  <a:lnTo>
                    <a:pt x="262" y="1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400429" name="Line 45"/>
          <p:cNvSpPr>
            <a:spLocks noChangeShapeType="1"/>
          </p:cNvSpPr>
          <p:nvPr/>
        </p:nvSpPr>
        <p:spPr bwMode="auto">
          <a:xfrm flipH="1">
            <a:off x="4905375" y="2298700"/>
            <a:ext cx="603250" cy="1816100"/>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30" name="Line 46"/>
          <p:cNvSpPr>
            <a:spLocks noChangeShapeType="1"/>
          </p:cNvSpPr>
          <p:nvPr/>
        </p:nvSpPr>
        <p:spPr bwMode="auto">
          <a:xfrm>
            <a:off x="5514975" y="2317750"/>
            <a:ext cx="603250" cy="1816100"/>
          </a:xfrm>
          <a:prstGeom prst="line">
            <a:avLst/>
          </a:prstGeom>
          <a:noFill/>
          <a:ln w="1588">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0431" name="Line 47"/>
          <p:cNvSpPr>
            <a:spLocks noChangeShapeType="1"/>
          </p:cNvSpPr>
          <p:nvPr/>
        </p:nvSpPr>
        <p:spPr bwMode="auto">
          <a:xfrm>
            <a:off x="5502275" y="2235200"/>
            <a:ext cx="0" cy="1981200"/>
          </a:xfrm>
          <a:prstGeom prst="line">
            <a:avLst/>
          </a:prstGeom>
          <a:noFill/>
          <a:ln w="63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2" name="Line 48"/>
          <p:cNvSpPr>
            <a:spLocks noChangeShapeType="1"/>
          </p:cNvSpPr>
          <p:nvPr/>
        </p:nvSpPr>
        <p:spPr bwMode="auto">
          <a:xfrm>
            <a:off x="3565525" y="2867025"/>
            <a:ext cx="0" cy="259080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3" name="Line 49"/>
          <p:cNvSpPr>
            <a:spLocks noChangeShapeType="1"/>
          </p:cNvSpPr>
          <p:nvPr/>
        </p:nvSpPr>
        <p:spPr bwMode="auto">
          <a:xfrm>
            <a:off x="3517900" y="2940050"/>
            <a:ext cx="0" cy="243840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4" name="Line 50"/>
          <p:cNvSpPr>
            <a:spLocks noChangeShapeType="1"/>
          </p:cNvSpPr>
          <p:nvPr/>
        </p:nvSpPr>
        <p:spPr bwMode="auto">
          <a:xfrm>
            <a:off x="2819400" y="3775075"/>
            <a:ext cx="0" cy="213360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5" name="Line 51"/>
          <p:cNvSpPr>
            <a:spLocks noChangeShapeType="1"/>
          </p:cNvSpPr>
          <p:nvPr/>
        </p:nvSpPr>
        <p:spPr bwMode="auto">
          <a:xfrm>
            <a:off x="3543300" y="2892425"/>
            <a:ext cx="2133600" cy="0"/>
          </a:xfrm>
          <a:prstGeom prst="line">
            <a:avLst/>
          </a:prstGeom>
          <a:noFill/>
          <a:ln w="317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6" name="Line 52"/>
          <p:cNvSpPr>
            <a:spLocks noChangeShapeType="1"/>
          </p:cNvSpPr>
          <p:nvPr/>
        </p:nvSpPr>
        <p:spPr bwMode="auto">
          <a:xfrm>
            <a:off x="3498850" y="2955925"/>
            <a:ext cx="2286000" cy="0"/>
          </a:xfrm>
          <a:prstGeom prst="line">
            <a:avLst/>
          </a:prstGeom>
          <a:noFill/>
          <a:ln w="317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7" name="Line 53"/>
          <p:cNvSpPr>
            <a:spLocks noChangeShapeType="1"/>
          </p:cNvSpPr>
          <p:nvPr/>
        </p:nvSpPr>
        <p:spPr bwMode="auto">
          <a:xfrm>
            <a:off x="3276600" y="3165475"/>
            <a:ext cx="2590800" cy="0"/>
          </a:xfrm>
          <a:prstGeom prst="line">
            <a:avLst/>
          </a:prstGeom>
          <a:noFill/>
          <a:ln w="317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8" name="Line 54"/>
          <p:cNvSpPr>
            <a:spLocks noChangeShapeType="1"/>
          </p:cNvSpPr>
          <p:nvPr/>
        </p:nvSpPr>
        <p:spPr bwMode="auto">
          <a:xfrm>
            <a:off x="2819400" y="3781425"/>
            <a:ext cx="3352800" cy="0"/>
          </a:xfrm>
          <a:prstGeom prst="line">
            <a:avLst/>
          </a:prstGeom>
          <a:noFill/>
          <a:ln w="3175">
            <a:solidFill>
              <a:schemeClr val="tx1">
                <a:lumMod val="50000"/>
                <a:lumOff val="5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39" name="Oval 55"/>
          <p:cNvSpPr>
            <a:spLocks noChangeArrowheads="1"/>
          </p:cNvSpPr>
          <p:nvPr/>
        </p:nvSpPr>
        <p:spPr bwMode="auto">
          <a:xfrm>
            <a:off x="5486400" y="4060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0" name="Oval 56"/>
          <p:cNvSpPr>
            <a:spLocks noChangeArrowheads="1"/>
          </p:cNvSpPr>
          <p:nvPr/>
        </p:nvSpPr>
        <p:spPr bwMode="auto">
          <a:xfrm>
            <a:off x="5486400" y="28416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1" name="Oval 57"/>
          <p:cNvSpPr>
            <a:spLocks noChangeArrowheads="1"/>
          </p:cNvSpPr>
          <p:nvPr/>
        </p:nvSpPr>
        <p:spPr bwMode="auto">
          <a:xfrm>
            <a:off x="5695950" y="2917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2" name="Oval 58"/>
          <p:cNvSpPr>
            <a:spLocks noChangeArrowheads="1"/>
          </p:cNvSpPr>
          <p:nvPr/>
        </p:nvSpPr>
        <p:spPr bwMode="auto">
          <a:xfrm>
            <a:off x="5257800" y="2917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3" name="Oval 59"/>
          <p:cNvSpPr>
            <a:spLocks noChangeArrowheads="1"/>
          </p:cNvSpPr>
          <p:nvPr/>
        </p:nvSpPr>
        <p:spPr bwMode="auto">
          <a:xfrm>
            <a:off x="5105400" y="31464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4" name="Oval 60"/>
          <p:cNvSpPr>
            <a:spLocks noChangeArrowheads="1"/>
          </p:cNvSpPr>
          <p:nvPr/>
        </p:nvSpPr>
        <p:spPr bwMode="auto">
          <a:xfrm>
            <a:off x="5829300" y="31464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5" name="Oval 61"/>
          <p:cNvSpPr>
            <a:spLocks noChangeArrowheads="1"/>
          </p:cNvSpPr>
          <p:nvPr/>
        </p:nvSpPr>
        <p:spPr bwMode="auto">
          <a:xfrm>
            <a:off x="5029200" y="37560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6" name="Oval 62"/>
          <p:cNvSpPr>
            <a:spLocks noChangeArrowheads="1"/>
          </p:cNvSpPr>
          <p:nvPr/>
        </p:nvSpPr>
        <p:spPr bwMode="auto">
          <a:xfrm>
            <a:off x="5934075" y="37560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7" name="Oval 63"/>
          <p:cNvSpPr>
            <a:spLocks noChangeArrowheads="1"/>
          </p:cNvSpPr>
          <p:nvPr/>
        </p:nvSpPr>
        <p:spPr bwMode="auto">
          <a:xfrm>
            <a:off x="3533775" y="52800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8" name="Oval 64"/>
          <p:cNvSpPr>
            <a:spLocks noChangeArrowheads="1"/>
          </p:cNvSpPr>
          <p:nvPr/>
        </p:nvSpPr>
        <p:spPr bwMode="auto">
          <a:xfrm>
            <a:off x="3476625" y="51276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49" name="Oval 65"/>
          <p:cNvSpPr>
            <a:spLocks noChangeArrowheads="1"/>
          </p:cNvSpPr>
          <p:nvPr/>
        </p:nvSpPr>
        <p:spPr bwMode="auto">
          <a:xfrm>
            <a:off x="3476625" y="54514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50" name="Oval 66"/>
          <p:cNvSpPr>
            <a:spLocks noChangeArrowheads="1"/>
          </p:cNvSpPr>
          <p:nvPr/>
        </p:nvSpPr>
        <p:spPr bwMode="auto">
          <a:xfrm>
            <a:off x="2781300" y="57372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51" name="Oval 67"/>
          <p:cNvSpPr>
            <a:spLocks noChangeArrowheads="1"/>
          </p:cNvSpPr>
          <p:nvPr/>
        </p:nvSpPr>
        <p:spPr bwMode="auto">
          <a:xfrm>
            <a:off x="2781300" y="4822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52" name="Oval 68"/>
          <p:cNvSpPr>
            <a:spLocks noChangeArrowheads="1"/>
          </p:cNvSpPr>
          <p:nvPr/>
        </p:nvSpPr>
        <p:spPr bwMode="auto">
          <a:xfrm>
            <a:off x="2476500" y="52800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53" name="Line 69"/>
          <p:cNvSpPr>
            <a:spLocks noChangeShapeType="1"/>
          </p:cNvSpPr>
          <p:nvPr/>
        </p:nvSpPr>
        <p:spPr bwMode="auto">
          <a:xfrm flipH="1">
            <a:off x="2971800" y="316547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54" name="Line 70"/>
          <p:cNvSpPr>
            <a:spLocks noChangeShapeType="1"/>
          </p:cNvSpPr>
          <p:nvPr/>
        </p:nvSpPr>
        <p:spPr bwMode="auto">
          <a:xfrm>
            <a:off x="2971800" y="3127375"/>
            <a:ext cx="0" cy="220980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55" name="Arc 71"/>
          <p:cNvSpPr>
            <a:spLocks/>
          </p:cNvSpPr>
          <p:nvPr/>
        </p:nvSpPr>
        <p:spPr bwMode="auto">
          <a:xfrm flipH="1">
            <a:off x="2970213" y="4976813"/>
            <a:ext cx="373062" cy="685800"/>
          </a:xfrm>
          <a:custGeom>
            <a:avLst/>
            <a:gdLst>
              <a:gd name="G0" fmla="+- 1866 0 0"/>
              <a:gd name="G1" fmla="+- 21600 0 0"/>
              <a:gd name="G2" fmla="+- 21600 0 0"/>
              <a:gd name="T0" fmla="*/ 1866 w 23466"/>
              <a:gd name="T1" fmla="*/ 0 h 43200"/>
              <a:gd name="T2" fmla="*/ 0 w 23466"/>
              <a:gd name="T3" fmla="*/ 43119 h 43200"/>
              <a:gd name="T4" fmla="*/ 1866 w 23466"/>
              <a:gd name="T5" fmla="*/ 21600 h 43200"/>
            </a:gdLst>
            <a:ahLst/>
            <a:cxnLst>
              <a:cxn ang="0">
                <a:pos x="T0" y="T1"/>
              </a:cxn>
              <a:cxn ang="0">
                <a:pos x="T2" y="T3"/>
              </a:cxn>
              <a:cxn ang="0">
                <a:pos x="T4" y="T5"/>
              </a:cxn>
            </a:cxnLst>
            <a:rect l="0" t="0" r="r" b="b"/>
            <a:pathLst>
              <a:path w="23466" h="43200" fill="none" extrusionOk="0">
                <a:moveTo>
                  <a:pt x="1866" y="-1"/>
                </a:moveTo>
                <a:cubicBezTo>
                  <a:pt x="13795" y="0"/>
                  <a:pt x="23466" y="9670"/>
                  <a:pt x="23466" y="21600"/>
                </a:cubicBezTo>
                <a:cubicBezTo>
                  <a:pt x="23466" y="33529"/>
                  <a:pt x="13795" y="43200"/>
                  <a:pt x="1866" y="43200"/>
                </a:cubicBezTo>
                <a:cubicBezTo>
                  <a:pt x="1243" y="43199"/>
                  <a:pt x="620" y="43173"/>
                  <a:pt x="-1" y="43119"/>
                </a:cubicBezTo>
              </a:path>
              <a:path w="23466" h="43200" stroke="0" extrusionOk="0">
                <a:moveTo>
                  <a:pt x="1866" y="-1"/>
                </a:moveTo>
                <a:cubicBezTo>
                  <a:pt x="13795" y="0"/>
                  <a:pt x="23466" y="9670"/>
                  <a:pt x="23466" y="21600"/>
                </a:cubicBezTo>
                <a:cubicBezTo>
                  <a:pt x="23466" y="33529"/>
                  <a:pt x="13795" y="43200"/>
                  <a:pt x="1866" y="43200"/>
                </a:cubicBezTo>
                <a:cubicBezTo>
                  <a:pt x="1243" y="43199"/>
                  <a:pt x="620" y="43173"/>
                  <a:pt x="-1" y="43119"/>
                </a:cubicBezTo>
                <a:lnTo>
                  <a:pt x="1866" y="21600"/>
                </a:lnTo>
                <a:close/>
              </a:path>
            </a:pathLst>
          </a:custGeom>
          <a:noFill/>
          <a:ln w="9525">
            <a:solidFill>
              <a:schemeClr val="bg2"/>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0456" name="Group 72"/>
          <p:cNvGrpSpPr>
            <a:grpSpLocks/>
          </p:cNvGrpSpPr>
          <p:nvPr/>
        </p:nvGrpSpPr>
        <p:grpSpPr bwMode="auto">
          <a:xfrm>
            <a:off x="3295650" y="4946650"/>
            <a:ext cx="76200" cy="771525"/>
            <a:chOff x="1932" y="3020"/>
            <a:chExt cx="48" cy="486"/>
          </a:xfrm>
        </p:grpSpPr>
        <p:sp>
          <p:nvSpPr>
            <p:cNvPr id="400457" name="Oval 73"/>
            <p:cNvSpPr>
              <a:spLocks noChangeArrowheads="1"/>
            </p:cNvSpPr>
            <p:nvPr/>
          </p:nvSpPr>
          <p:spPr bwMode="auto">
            <a:xfrm>
              <a:off x="1932" y="30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58" name="Oval 74"/>
            <p:cNvSpPr>
              <a:spLocks noChangeArrowheads="1"/>
            </p:cNvSpPr>
            <p:nvPr/>
          </p:nvSpPr>
          <p:spPr bwMode="auto">
            <a:xfrm>
              <a:off x="1932" y="345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aphicFrame>
        <p:nvGraphicFramePr>
          <p:cNvPr id="400459" name="Object 75"/>
          <p:cNvGraphicFramePr>
            <a:graphicFrameLocks noChangeAspect="1"/>
          </p:cNvGraphicFramePr>
          <p:nvPr/>
        </p:nvGraphicFramePr>
        <p:xfrm>
          <a:off x="2533650" y="4794250"/>
          <a:ext cx="1028700" cy="1036638"/>
        </p:xfrm>
        <a:graphic>
          <a:graphicData uri="http://schemas.openxmlformats.org/presentationml/2006/ole">
            <mc:AlternateContent xmlns:mc="http://schemas.openxmlformats.org/markup-compatibility/2006">
              <mc:Choice xmlns:v="urn:schemas-microsoft-com:vml" Requires="v">
                <p:oleObj spid="_x0000_s3398" name="CorelDRAW" r:id="rId4" imgW="5283360" imgH="4897080" progId="CorelDRAW.Graphic.11">
                  <p:embed/>
                </p:oleObj>
              </mc:Choice>
              <mc:Fallback>
                <p:oleObj name="CorelDRAW" r:id="rId4" imgW="5283360" imgH="4897080" progId="CorelDRAW.Graphic.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3650" y="4794250"/>
                        <a:ext cx="1028700" cy="103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00460" name="Object 76"/>
          <p:cNvGraphicFramePr>
            <a:graphicFrameLocks noChangeAspect="1"/>
          </p:cNvGraphicFramePr>
          <p:nvPr/>
        </p:nvGraphicFramePr>
        <p:xfrm>
          <a:off x="5057775" y="2879725"/>
          <a:ext cx="912813" cy="1257300"/>
        </p:xfrm>
        <a:graphic>
          <a:graphicData uri="http://schemas.openxmlformats.org/presentationml/2006/ole">
            <mc:AlternateContent xmlns:mc="http://schemas.openxmlformats.org/markup-compatibility/2006">
              <mc:Choice xmlns:v="urn:schemas-microsoft-com:vml" Requires="v">
                <p:oleObj spid="_x0000_s3399" name="CorelDRAW" r:id="rId6" imgW="5290200" imgH="6841080" progId="CorelDRAW.Graphic.11">
                  <p:embed/>
                </p:oleObj>
              </mc:Choice>
              <mc:Fallback>
                <p:oleObj name="CorelDRAW" r:id="rId6" imgW="5290200" imgH="6841080" progId="CorelDRAW.Graphic.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57775" y="2879725"/>
                        <a:ext cx="912813"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nvGrpSpPr>
          <p:cNvPr id="400461" name="Group 77"/>
          <p:cNvGrpSpPr>
            <a:grpSpLocks/>
          </p:cNvGrpSpPr>
          <p:nvPr/>
        </p:nvGrpSpPr>
        <p:grpSpPr bwMode="auto">
          <a:xfrm>
            <a:off x="5029200" y="2889250"/>
            <a:ext cx="914400" cy="1247775"/>
            <a:chOff x="2544" y="1422"/>
            <a:chExt cx="576" cy="786"/>
          </a:xfrm>
        </p:grpSpPr>
        <p:sp>
          <p:nvSpPr>
            <p:cNvPr id="400462" name="Line 78"/>
            <p:cNvSpPr>
              <a:spLocks noChangeShapeType="1"/>
            </p:cNvSpPr>
            <p:nvPr/>
          </p:nvSpPr>
          <p:spPr bwMode="auto">
            <a:xfrm flipH="1">
              <a:off x="2640" y="1422"/>
              <a:ext cx="19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3" name="Line 79"/>
            <p:cNvSpPr>
              <a:spLocks noChangeShapeType="1"/>
            </p:cNvSpPr>
            <p:nvPr/>
          </p:nvSpPr>
          <p:spPr bwMode="auto">
            <a:xfrm flipH="1">
              <a:off x="2592" y="1440"/>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4" name="Line 80"/>
            <p:cNvSpPr>
              <a:spLocks noChangeShapeType="1"/>
            </p:cNvSpPr>
            <p:nvPr/>
          </p:nvSpPr>
          <p:spPr bwMode="auto">
            <a:xfrm flipH="1">
              <a:off x="2556" y="1488"/>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5" name="Line 81"/>
            <p:cNvSpPr>
              <a:spLocks noChangeShapeType="1"/>
            </p:cNvSpPr>
            <p:nvPr/>
          </p:nvSpPr>
          <p:spPr bwMode="auto">
            <a:xfrm flipH="1">
              <a:off x="2544" y="1536"/>
              <a:ext cx="48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6" name="Line 82"/>
            <p:cNvSpPr>
              <a:spLocks noChangeShapeType="1"/>
            </p:cNvSpPr>
            <p:nvPr/>
          </p:nvSpPr>
          <p:spPr bwMode="auto">
            <a:xfrm flipH="1">
              <a:off x="2592" y="1632"/>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7" name="Line 83"/>
            <p:cNvSpPr>
              <a:spLocks noChangeShapeType="1"/>
            </p:cNvSpPr>
            <p:nvPr/>
          </p:nvSpPr>
          <p:spPr bwMode="auto">
            <a:xfrm flipH="1">
              <a:off x="2640" y="168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8" name="Line 84"/>
            <p:cNvSpPr>
              <a:spLocks noChangeShapeType="1"/>
            </p:cNvSpPr>
            <p:nvPr/>
          </p:nvSpPr>
          <p:spPr bwMode="auto">
            <a:xfrm flipH="1">
              <a:off x="2688" y="1728"/>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69" name="Line 85"/>
            <p:cNvSpPr>
              <a:spLocks noChangeShapeType="1"/>
            </p:cNvSpPr>
            <p:nvPr/>
          </p:nvSpPr>
          <p:spPr bwMode="auto">
            <a:xfrm flipH="1">
              <a:off x="2736" y="1824"/>
              <a:ext cx="38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0" name="Line 86"/>
            <p:cNvSpPr>
              <a:spLocks noChangeShapeType="1"/>
            </p:cNvSpPr>
            <p:nvPr/>
          </p:nvSpPr>
          <p:spPr bwMode="auto">
            <a:xfrm flipH="1">
              <a:off x="2832" y="1920"/>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1" name="Line 87"/>
            <p:cNvSpPr>
              <a:spLocks noChangeShapeType="1"/>
            </p:cNvSpPr>
            <p:nvPr/>
          </p:nvSpPr>
          <p:spPr bwMode="auto">
            <a:xfrm flipH="1">
              <a:off x="2976" y="2016"/>
              <a:ext cx="144"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2" name="Line 88"/>
            <p:cNvSpPr>
              <a:spLocks noChangeShapeType="1"/>
            </p:cNvSpPr>
            <p:nvPr/>
          </p:nvSpPr>
          <p:spPr bwMode="auto">
            <a:xfrm flipH="1">
              <a:off x="2574" y="1440"/>
              <a:ext cx="384"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0473" name="Group 89"/>
          <p:cNvGrpSpPr>
            <a:grpSpLocks/>
          </p:cNvGrpSpPr>
          <p:nvPr/>
        </p:nvGrpSpPr>
        <p:grpSpPr bwMode="auto">
          <a:xfrm>
            <a:off x="2514600" y="4803775"/>
            <a:ext cx="1019175" cy="1009650"/>
            <a:chOff x="960" y="2628"/>
            <a:chExt cx="642" cy="636"/>
          </a:xfrm>
        </p:grpSpPr>
        <p:sp>
          <p:nvSpPr>
            <p:cNvPr id="400474" name="Line 90"/>
            <p:cNvSpPr>
              <a:spLocks noChangeShapeType="1"/>
            </p:cNvSpPr>
            <p:nvPr/>
          </p:nvSpPr>
          <p:spPr bwMode="auto">
            <a:xfrm>
              <a:off x="1104" y="2688"/>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5" name="Line 91"/>
            <p:cNvSpPr>
              <a:spLocks noChangeShapeType="1"/>
            </p:cNvSpPr>
            <p:nvPr/>
          </p:nvSpPr>
          <p:spPr bwMode="auto">
            <a:xfrm>
              <a:off x="1056" y="2736"/>
              <a:ext cx="480"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6" name="Line 92"/>
            <p:cNvSpPr>
              <a:spLocks noChangeShapeType="1"/>
            </p:cNvSpPr>
            <p:nvPr/>
          </p:nvSpPr>
          <p:spPr bwMode="auto">
            <a:xfrm>
              <a:off x="1008" y="2832"/>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7" name="Line 93"/>
            <p:cNvSpPr>
              <a:spLocks noChangeShapeType="1"/>
            </p:cNvSpPr>
            <p:nvPr/>
          </p:nvSpPr>
          <p:spPr bwMode="auto">
            <a:xfrm>
              <a:off x="960" y="2880"/>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8" name="Line 94"/>
            <p:cNvSpPr>
              <a:spLocks noChangeShapeType="1"/>
            </p:cNvSpPr>
            <p:nvPr/>
          </p:nvSpPr>
          <p:spPr bwMode="auto">
            <a:xfrm>
              <a:off x="960" y="2976"/>
              <a:ext cx="33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79" name="Line 95"/>
            <p:cNvSpPr>
              <a:spLocks noChangeShapeType="1"/>
            </p:cNvSpPr>
            <p:nvPr/>
          </p:nvSpPr>
          <p:spPr bwMode="auto">
            <a:xfrm>
              <a:off x="1008" y="3120"/>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0" name="Line 96"/>
            <p:cNvSpPr>
              <a:spLocks noChangeShapeType="1"/>
            </p:cNvSpPr>
            <p:nvPr/>
          </p:nvSpPr>
          <p:spPr bwMode="auto">
            <a:xfrm>
              <a:off x="1200" y="2640"/>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1" name="Line 97"/>
            <p:cNvSpPr>
              <a:spLocks noChangeShapeType="1"/>
            </p:cNvSpPr>
            <p:nvPr/>
          </p:nvSpPr>
          <p:spPr bwMode="auto">
            <a:xfrm>
              <a:off x="1266" y="2628"/>
              <a:ext cx="33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0482" name="Line 98"/>
          <p:cNvSpPr>
            <a:spLocks noChangeShapeType="1"/>
          </p:cNvSpPr>
          <p:nvPr/>
        </p:nvSpPr>
        <p:spPr bwMode="auto">
          <a:xfrm flipV="1">
            <a:off x="1676400" y="2003425"/>
            <a:ext cx="1524000" cy="1828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0483" name="Group 99"/>
          <p:cNvGrpSpPr>
            <a:grpSpLocks/>
          </p:cNvGrpSpPr>
          <p:nvPr/>
        </p:nvGrpSpPr>
        <p:grpSpPr bwMode="auto">
          <a:xfrm>
            <a:off x="762000" y="1470025"/>
            <a:ext cx="2819400" cy="2667000"/>
            <a:chOff x="720" y="528"/>
            <a:chExt cx="1776" cy="1680"/>
          </a:xfrm>
        </p:grpSpPr>
        <p:sp>
          <p:nvSpPr>
            <p:cNvPr id="400484" name="Line 100"/>
            <p:cNvSpPr>
              <a:spLocks noChangeShapeType="1"/>
            </p:cNvSpPr>
            <p:nvPr/>
          </p:nvSpPr>
          <p:spPr bwMode="auto">
            <a:xfrm flipH="1" flipV="1">
              <a:off x="720" y="1296"/>
              <a:ext cx="110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5" name="Line 101"/>
            <p:cNvSpPr>
              <a:spLocks noChangeShapeType="1"/>
            </p:cNvSpPr>
            <p:nvPr/>
          </p:nvSpPr>
          <p:spPr bwMode="auto">
            <a:xfrm flipH="1" flipV="1">
              <a:off x="924" y="1098"/>
              <a:ext cx="110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6" name="Line 102"/>
            <p:cNvSpPr>
              <a:spLocks noChangeShapeType="1"/>
            </p:cNvSpPr>
            <p:nvPr/>
          </p:nvSpPr>
          <p:spPr bwMode="auto">
            <a:xfrm flipH="1" flipV="1">
              <a:off x="1200" y="672"/>
              <a:ext cx="110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7" name="Line 103"/>
            <p:cNvSpPr>
              <a:spLocks noChangeShapeType="1"/>
            </p:cNvSpPr>
            <p:nvPr/>
          </p:nvSpPr>
          <p:spPr bwMode="auto">
            <a:xfrm flipH="1" flipV="1">
              <a:off x="1350" y="564"/>
              <a:ext cx="110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488" name="Line 104"/>
            <p:cNvSpPr>
              <a:spLocks noChangeShapeType="1"/>
            </p:cNvSpPr>
            <p:nvPr/>
          </p:nvSpPr>
          <p:spPr bwMode="auto">
            <a:xfrm flipH="1" flipV="1">
              <a:off x="1392" y="528"/>
              <a:ext cx="110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0489" name="Oval 105"/>
          <p:cNvSpPr>
            <a:spLocks noChangeArrowheads="1"/>
          </p:cNvSpPr>
          <p:nvPr/>
        </p:nvSpPr>
        <p:spPr bwMode="auto">
          <a:xfrm>
            <a:off x="990600" y="28416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0" name="Oval 106"/>
          <p:cNvSpPr>
            <a:spLocks noChangeArrowheads="1"/>
          </p:cNvSpPr>
          <p:nvPr/>
        </p:nvSpPr>
        <p:spPr bwMode="auto">
          <a:xfrm>
            <a:off x="2108200" y="16986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1" name="Oval 107"/>
          <p:cNvSpPr>
            <a:spLocks noChangeArrowheads="1"/>
          </p:cNvSpPr>
          <p:nvPr/>
        </p:nvSpPr>
        <p:spPr bwMode="auto">
          <a:xfrm>
            <a:off x="1562100" y="27654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2" name="Oval 108"/>
          <p:cNvSpPr>
            <a:spLocks noChangeArrowheads="1"/>
          </p:cNvSpPr>
          <p:nvPr/>
        </p:nvSpPr>
        <p:spPr bwMode="auto">
          <a:xfrm>
            <a:off x="2095500" y="2155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3" name="Oval 109"/>
          <p:cNvSpPr>
            <a:spLocks noChangeArrowheads="1"/>
          </p:cNvSpPr>
          <p:nvPr/>
        </p:nvSpPr>
        <p:spPr bwMode="auto">
          <a:xfrm>
            <a:off x="2171700" y="18891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4" name="Oval 110"/>
          <p:cNvSpPr>
            <a:spLocks noChangeArrowheads="1"/>
          </p:cNvSpPr>
          <p:nvPr/>
        </p:nvSpPr>
        <p:spPr bwMode="auto">
          <a:xfrm>
            <a:off x="1905000" y="16478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5" name="Oval 111"/>
          <p:cNvSpPr>
            <a:spLocks noChangeArrowheads="1"/>
          </p:cNvSpPr>
          <p:nvPr/>
        </p:nvSpPr>
        <p:spPr bwMode="auto">
          <a:xfrm>
            <a:off x="1574800" y="17367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496" name="Oval 112"/>
          <p:cNvSpPr>
            <a:spLocks noChangeArrowheads="1"/>
          </p:cNvSpPr>
          <p:nvPr/>
        </p:nvSpPr>
        <p:spPr bwMode="auto">
          <a:xfrm>
            <a:off x="990600" y="22701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aphicFrame>
        <p:nvGraphicFramePr>
          <p:cNvPr id="400497" name="Object 113"/>
          <p:cNvGraphicFramePr>
            <a:graphicFrameLocks noChangeAspect="1"/>
          </p:cNvGraphicFramePr>
          <p:nvPr>
            <p:extLst>
              <p:ext uri="{D42A27DB-BD31-4B8C-83A1-F6EECF244321}">
                <p14:modId xmlns:p14="http://schemas.microsoft.com/office/powerpoint/2010/main" val="567962649"/>
              </p:ext>
            </p:extLst>
          </p:nvPr>
        </p:nvGraphicFramePr>
        <p:xfrm>
          <a:off x="927100" y="1673225"/>
          <a:ext cx="1295400" cy="1349375"/>
        </p:xfrm>
        <a:graphic>
          <a:graphicData uri="http://schemas.openxmlformats.org/presentationml/2006/ole">
            <mc:AlternateContent xmlns:mc="http://schemas.openxmlformats.org/markup-compatibility/2006">
              <mc:Choice xmlns:v="urn:schemas-microsoft-com:vml" Requires="v">
                <p:oleObj spid="_x0000_s3400" name="CorelDRAW" r:id="rId8" imgW="4838760" imgH="4751640" progId="CorelDRAW.Graphic.11">
                  <p:embed/>
                </p:oleObj>
              </mc:Choice>
              <mc:Fallback>
                <p:oleObj name="CorelDRAW" r:id="rId8" imgW="4838760" imgH="4751640" progId="CorelDRAW.Graphic.1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7100" y="1673225"/>
                        <a:ext cx="1295400" cy="1349375"/>
                      </a:xfrm>
                      <a:prstGeom prst="rect">
                        <a:avLst/>
                      </a:prstGeom>
                      <a:noFill/>
                      <a:ln>
                        <a:noFill/>
                      </a:ln>
                      <a:effectLst/>
                      <a:extLst/>
                    </p:spPr>
                  </p:pic>
                </p:oleObj>
              </mc:Fallback>
            </mc:AlternateContent>
          </a:graphicData>
        </a:graphic>
      </p:graphicFrame>
      <p:grpSp>
        <p:nvGrpSpPr>
          <p:cNvPr id="400498" name="Group 114"/>
          <p:cNvGrpSpPr>
            <a:grpSpLocks/>
          </p:cNvGrpSpPr>
          <p:nvPr/>
        </p:nvGrpSpPr>
        <p:grpSpPr bwMode="auto">
          <a:xfrm>
            <a:off x="914400" y="1736725"/>
            <a:ext cx="1295400" cy="1028700"/>
            <a:chOff x="816" y="696"/>
            <a:chExt cx="816" cy="648"/>
          </a:xfrm>
        </p:grpSpPr>
        <p:sp>
          <p:nvSpPr>
            <p:cNvPr id="400499" name="Line 115"/>
            <p:cNvSpPr>
              <a:spLocks noChangeShapeType="1"/>
            </p:cNvSpPr>
            <p:nvPr/>
          </p:nvSpPr>
          <p:spPr bwMode="auto">
            <a:xfrm>
              <a:off x="864" y="1344"/>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0" name="Line 116"/>
            <p:cNvSpPr>
              <a:spLocks noChangeShapeType="1"/>
            </p:cNvSpPr>
            <p:nvPr/>
          </p:nvSpPr>
          <p:spPr bwMode="auto">
            <a:xfrm>
              <a:off x="816" y="1248"/>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1" name="Line 117"/>
            <p:cNvSpPr>
              <a:spLocks noChangeShapeType="1"/>
            </p:cNvSpPr>
            <p:nvPr/>
          </p:nvSpPr>
          <p:spPr bwMode="auto">
            <a:xfrm>
              <a:off x="864" y="115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2" name="Line 118"/>
            <p:cNvSpPr>
              <a:spLocks noChangeShapeType="1"/>
            </p:cNvSpPr>
            <p:nvPr/>
          </p:nvSpPr>
          <p:spPr bwMode="auto">
            <a:xfrm>
              <a:off x="864" y="105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3" name="Line 119"/>
            <p:cNvSpPr>
              <a:spLocks noChangeShapeType="1"/>
            </p:cNvSpPr>
            <p:nvPr/>
          </p:nvSpPr>
          <p:spPr bwMode="auto">
            <a:xfrm>
              <a:off x="960" y="960"/>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4" name="Line 120"/>
            <p:cNvSpPr>
              <a:spLocks noChangeShapeType="1"/>
            </p:cNvSpPr>
            <p:nvPr/>
          </p:nvSpPr>
          <p:spPr bwMode="auto">
            <a:xfrm>
              <a:off x="1056" y="864"/>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5" name="Line 121"/>
            <p:cNvSpPr>
              <a:spLocks noChangeShapeType="1"/>
            </p:cNvSpPr>
            <p:nvPr/>
          </p:nvSpPr>
          <p:spPr bwMode="auto">
            <a:xfrm>
              <a:off x="1152" y="768"/>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06" name="Line 122"/>
            <p:cNvSpPr>
              <a:spLocks noChangeShapeType="1"/>
            </p:cNvSpPr>
            <p:nvPr/>
          </p:nvSpPr>
          <p:spPr bwMode="auto">
            <a:xfrm>
              <a:off x="1288" y="69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0507" name="Group 123"/>
          <p:cNvGrpSpPr>
            <a:grpSpLocks/>
          </p:cNvGrpSpPr>
          <p:nvPr/>
        </p:nvGrpSpPr>
        <p:grpSpPr bwMode="auto">
          <a:xfrm>
            <a:off x="1371600" y="1812925"/>
            <a:ext cx="1868488" cy="2095500"/>
            <a:chOff x="720" y="1046"/>
            <a:chExt cx="1177" cy="1320"/>
          </a:xfrm>
        </p:grpSpPr>
        <p:sp>
          <p:nvSpPr>
            <p:cNvPr id="400508" name="Text Box 124"/>
            <p:cNvSpPr txBox="1">
              <a:spLocks noChangeArrowheads="1"/>
            </p:cNvSpPr>
            <p:nvPr/>
          </p:nvSpPr>
          <p:spPr bwMode="auto">
            <a:xfrm>
              <a:off x="720" y="2174"/>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X</a:t>
              </a:r>
              <a:r>
                <a:rPr lang="en-US" altLang="en-US" sz="1400" b="0" baseline="-25000">
                  <a:latin typeface="Times New Roman" charset="0"/>
                </a:rPr>
                <a:t>1</a:t>
              </a:r>
            </a:p>
          </p:txBody>
        </p:sp>
        <p:sp>
          <p:nvSpPr>
            <p:cNvPr id="400509" name="Text Box 125"/>
            <p:cNvSpPr txBox="1">
              <a:spLocks noChangeArrowheads="1"/>
            </p:cNvSpPr>
            <p:nvPr/>
          </p:nvSpPr>
          <p:spPr bwMode="auto">
            <a:xfrm>
              <a:off x="1664" y="1046"/>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Y</a:t>
              </a:r>
              <a:r>
                <a:rPr lang="en-US" altLang="en-US" sz="1400" b="0" baseline="-25000">
                  <a:latin typeface="Times New Roman" charset="0"/>
                </a:rPr>
                <a:t>1</a:t>
              </a:r>
            </a:p>
          </p:txBody>
        </p:sp>
      </p:grpSp>
      <p:sp>
        <p:nvSpPr>
          <p:cNvPr id="400510" name="Text Box 126"/>
          <p:cNvSpPr txBox="1">
            <a:spLocks noChangeArrowheads="1"/>
          </p:cNvSpPr>
          <p:nvPr/>
        </p:nvSpPr>
        <p:spPr bwMode="auto">
          <a:xfrm>
            <a:off x="4572000" y="4114800"/>
            <a:ext cx="197643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g” h”f”        a”e”       b”d”  c”</a:t>
            </a:r>
          </a:p>
        </p:txBody>
      </p:sp>
      <p:sp>
        <p:nvSpPr>
          <p:cNvPr id="400511" name="Line 127"/>
          <p:cNvSpPr>
            <a:spLocks noChangeShapeType="1"/>
          </p:cNvSpPr>
          <p:nvPr/>
        </p:nvSpPr>
        <p:spPr bwMode="auto">
          <a:xfrm rot="20722331" flipH="1">
            <a:off x="6870700" y="2209800"/>
            <a:ext cx="1295400" cy="14478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2" name="Line 128"/>
          <p:cNvSpPr>
            <a:spLocks noChangeShapeType="1"/>
          </p:cNvSpPr>
          <p:nvPr/>
        </p:nvSpPr>
        <p:spPr bwMode="auto">
          <a:xfrm rot="877669" flipH="1" flipV="1">
            <a:off x="6870700" y="3886200"/>
            <a:ext cx="1295400" cy="14478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3" name="Arc 129"/>
          <p:cNvSpPr>
            <a:spLocks/>
          </p:cNvSpPr>
          <p:nvPr/>
        </p:nvSpPr>
        <p:spPr bwMode="auto">
          <a:xfrm>
            <a:off x="6986588" y="2078038"/>
            <a:ext cx="1943100" cy="3379787"/>
          </a:xfrm>
          <a:custGeom>
            <a:avLst/>
            <a:gdLst>
              <a:gd name="G0" fmla="+- 0 0 0"/>
              <a:gd name="G1" fmla="+- 18841 0 0"/>
              <a:gd name="G2" fmla="+- 21600 0 0"/>
              <a:gd name="T0" fmla="*/ 10563 w 21600"/>
              <a:gd name="T1" fmla="*/ 0 h 37575"/>
              <a:gd name="T2" fmla="*/ 10751 w 21600"/>
              <a:gd name="T3" fmla="*/ 37575 h 37575"/>
              <a:gd name="T4" fmla="*/ 0 w 21600"/>
              <a:gd name="T5" fmla="*/ 18841 h 37575"/>
            </a:gdLst>
            <a:ahLst/>
            <a:cxnLst>
              <a:cxn ang="0">
                <a:pos x="T0" y="T1"/>
              </a:cxn>
              <a:cxn ang="0">
                <a:pos x="T2" y="T3"/>
              </a:cxn>
              <a:cxn ang="0">
                <a:pos x="T4" y="T5"/>
              </a:cxn>
            </a:cxnLst>
            <a:rect l="0" t="0" r="r" b="b"/>
            <a:pathLst>
              <a:path w="21600" h="37575" fill="none" extrusionOk="0">
                <a:moveTo>
                  <a:pt x="10562" y="0"/>
                </a:moveTo>
                <a:cubicBezTo>
                  <a:pt x="17379" y="3821"/>
                  <a:pt x="21600" y="11026"/>
                  <a:pt x="21600" y="18841"/>
                </a:cubicBezTo>
                <a:cubicBezTo>
                  <a:pt x="21600" y="26578"/>
                  <a:pt x="17461" y="33724"/>
                  <a:pt x="10751" y="37575"/>
                </a:cubicBezTo>
              </a:path>
              <a:path w="21600" h="37575" stroke="0" extrusionOk="0">
                <a:moveTo>
                  <a:pt x="10562" y="0"/>
                </a:moveTo>
                <a:cubicBezTo>
                  <a:pt x="17379" y="3821"/>
                  <a:pt x="21600" y="11026"/>
                  <a:pt x="21600" y="18841"/>
                </a:cubicBezTo>
                <a:cubicBezTo>
                  <a:pt x="21600" y="26578"/>
                  <a:pt x="17461" y="33724"/>
                  <a:pt x="10751" y="37575"/>
                </a:cubicBezTo>
                <a:lnTo>
                  <a:pt x="0" y="18841"/>
                </a:lnTo>
                <a:close/>
              </a:path>
            </a:pathLst>
          </a:custGeom>
          <a:noFill/>
          <a:ln w="28575">
            <a:solidFill>
              <a:schemeClr val="bg1">
                <a:lumMod val="6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15" name="Line 131"/>
          <p:cNvSpPr>
            <a:spLocks noChangeShapeType="1"/>
          </p:cNvSpPr>
          <p:nvPr/>
        </p:nvSpPr>
        <p:spPr bwMode="auto">
          <a:xfrm>
            <a:off x="7099300" y="3810000"/>
            <a:ext cx="1828800" cy="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6" name="Line 132"/>
          <p:cNvSpPr>
            <a:spLocks noChangeShapeType="1"/>
          </p:cNvSpPr>
          <p:nvPr/>
        </p:nvSpPr>
        <p:spPr bwMode="auto">
          <a:xfrm flipV="1">
            <a:off x="7099300" y="2895600"/>
            <a:ext cx="1600200" cy="9144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7" name="Line 133"/>
          <p:cNvSpPr>
            <a:spLocks noChangeShapeType="1"/>
          </p:cNvSpPr>
          <p:nvPr/>
        </p:nvSpPr>
        <p:spPr bwMode="auto">
          <a:xfrm>
            <a:off x="7099300" y="3810000"/>
            <a:ext cx="1600200" cy="9144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8" name="Line 134"/>
          <p:cNvSpPr>
            <a:spLocks noChangeShapeType="1"/>
          </p:cNvSpPr>
          <p:nvPr/>
        </p:nvSpPr>
        <p:spPr bwMode="auto">
          <a:xfrm flipV="1">
            <a:off x="7099300" y="2438400"/>
            <a:ext cx="1295400" cy="13716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19" name="Line 135"/>
          <p:cNvSpPr>
            <a:spLocks noChangeShapeType="1"/>
          </p:cNvSpPr>
          <p:nvPr/>
        </p:nvSpPr>
        <p:spPr bwMode="auto">
          <a:xfrm flipV="1">
            <a:off x="7099300" y="3352800"/>
            <a:ext cx="1752600" cy="4572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20" name="Line 136"/>
          <p:cNvSpPr>
            <a:spLocks noChangeShapeType="1"/>
          </p:cNvSpPr>
          <p:nvPr/>
        </p:nvSpPr>
        <p:spPr bwMode="auto">
          <a:xfrm>
            <a:off x="7099300" y="3810000"/>
            <a:ext cx="1752600" cy="4572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21" name="Line 137"/>
          <p:cNvSpPr>
            <a:spLocks noChangeShapeType="1"/>
          </p:cNvSpPr>
          <p:nvPr/>
        </p:nvSpPr>
        <p:spPr bwMode="auto">
          <a:xfrm>
            <a:off x="7099300" y="3810000"/>
            <a:ext cx="1295400" cy="12954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0522" name="Text Box 138"/>
          <p:cNvSpPr txBox="1">
            <a:spLocks noChangeArrowheads="1"/>
          </p:cNvSpPr>
          <p:nvPr/>
        </p:nvSpPr>
        <p:spPr bwMode="auto">
          <a:xfrm>
            <a:off x="7861300" y="18288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0523" name="Text Box 139"/>
          <p:cNvSpPr txBox="1">
            <a:spLocks noChangeArrowheads="1"/>
          </p:cNvSpPr>
          <p:nvPr/>
        </p:nvSpPr>
        <p:spPr bwMode="auto">
          <a:xfrm>
            <a:off x="8318500" y="2184400"/>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0524" name="Text Box 140"/>
          <p:cNvSpPr txBox="1">
            <a:spLocks noChangeArrowheads="1"/>
          </p:cNvSpPr>
          <p:nvPr/>
        </p:nvSpPr>
        <p:spPr bwMode="auto">
          <a:xfrm>
            <a:off x="8699500" y="2667000"/>
            <a:ext cx="303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0525" name="Text Box 141"/>
          <p:cNvSpPr txBox="1">
            <a:spLocks noChangeArrowheads="1"/>
          </p:cNvSpPr>
          <p:nvPr/>
        </p:nvSpPr>
        <p:spPr bwMode="auto">
          <a:xfrm>
            <a:off x="8851900" y="31242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0526" name="Text Box 142"/>
          <p:cNvSpPr txBox="1">
            <a:spLocks noChangeArrowheads="1"/>
          </p:cNvSpPr>
          <p:nvPr/>
        </p:nvSpPr>
        <p:spPr bwMode="auto">
          <a:xfrm>
            <a:off x="8928100" y="3657600"/>
            <a:ext cx="2921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00527" name="Text Box 143"/>
          <p:cNvSpPr txBox="1">
            <a:spLocks noChangeArrowheads="1"/>
          </p:cNvSpPr>
          <p:nvPr/>
        </p:nvSpPr>
        <p:spPr bwMode="auto">
          <a:xfrm>
            <a:off x="8851900" y="4114800"/>
            <a:ext cx="282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00528" name="Text Box 144"/>
          <p:cNvSpPr txBox="1">
            <a:spLocks noChangeArrowheads="1"/>
          </p:cNvSpPr>
          <p:nvPr/>
        </p:nvSpPr>
        <p:spPr bwMode="auto">
          <a:xfrm>
            <a:off x="7861300" y="54102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0529" name="Text Box 145"/>
          <p:cNvSpPr txBox="1">
            <a:spLocks noChangeArrowheads="1"/>
          </p:cNvSpPr>
          <p:nvPr/>
        </p:nvSpPr>
        <p:spPr bwMode="auto">
          <a:xfrm>
            <a:off x="8661400" y="45847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00530" name="Text Box 146"/>
          <p:cNvSpPr txBox="1">
            <a:spLocks noChangeArrowheads="1"/>
          </p:cNvSpPr>
          <p:nvPr/>
        </p:nvSpPr>
        <p:spPr bwMode="auto">
          <a:xfrm>
            <a:off x="8369300" y="50292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sp>
        <p:nvSpPr>
          <p:cNvPr id="400531" name="Oval 147"/>
          <p:cNvSpPr>
            <a:spLocks noChangeArrowheads="1"/>
          </p:cNvSpPr>
          <p:nvPr/>
        </p:nvSpPr>
        <p:spPr bwMode="auto">
          <a:xfrm>
            <a:off x="7918450" y="20669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2" name="Oval 148"/>
          <p:cNvSpPr>
            <a:spLocks noChangeArrowheads="1"/>
          </p:cNvSpPr>
          <p:nvPr/>
        </p:nvSpPr>
        <p:spPr bwMode="auto">
          <a:xfrm>
            <a:off x="7937500" y="46767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3" name="Oval 149"/>
          <p:cNvSpPr>
            <a:spLocks noChangeArrowheads="1"/>
          </p:cNvSpPr>
          <p:nvPr/>
        </p:nvSpPr>
        <p:spPr bwMode="auto">
          <a:xfrm>
            <a:off x="7985125" y="2819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4" name="Oval 150"/>
          <p:cNvSpPr>
            <a:spLocks noChangeArrowheads="1"/>
          </p:cNvSpPr>
          <p:nvPr/>
        </p:nvSpPr>
        <p:spPr bwMode="auto">
          <a:xfrm>
            <a:off x="7851775" y="33242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5" name="Oval 151"/>
          <p:cNvSpPr>
            <a:spLocks noChangeArrowheads="1"/>
          </p:cNvSpPr>
          <p:nvPr/>
        </p:nvSpPr>
        <p:spPr bwMode="auto">
          <a:xfrm>
            <a:off x="7813675" y="42195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6" name="Oval 152"/>
          <p:cNvSpPr>
            <a:spLocks noChangeArrowheads="1"/>
          </p:cNvSpPr>
          <p:nvPr/>
        </p:nvSpPr>
        <p:spPr bwMode="auto">
          <a:xfrm>
            <a:off x="7689850" y="36099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7" name="Oval 153"/>
          <p:cNvSpPr>
            <a:spLocks noChangeArrowheads="1"/>
          </p:cNvSpPr>
          <p:nvPr/>
        </p:nvSpPr>
        <p:spPr bwMode="auto">
          <a:xfrm>
            <a:off x="7661275" y="39433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8" name="Oval 154"/>
          <p:cNvSpPr>
            <a:spLocks noChangeArrowheads="1"/>
          </p:cNvSpPr>
          <p:nvPr/>
        </p:nvSpPr>
        <p:spPr bwMode="auto">
          <a:xfrm>
            <a:off x="7546975" y="37814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39" name="Arc 155"/>
          <p:cNvSpPr>
            <a:spLocks/>
          </p:cNvSpPr>
          <p:nvPr/>
        </p:nvSpPr>
        <p:spPr bwMode="auto">
          <a:xfrm rot="1822345">
            <a:off x="6246813" y="1781175"/>
            <a:ext cx="1906587" cy="1714500"/>
          </a:xfrm>
          <a:custGeom>
            <a:avLst/>
            <a:gdLst>
              <a:gd name="G0" fmla="+- 0 0 0"/>
              <a:gd name="G1" fmla="+- 15193 0 0"/>
              <a:gd name="G2" fmla="+- 21600 0 0"/>
              <a:gd name="T0" fmla="*/ 15353 w 21600"/>
              <a:gd name="T1" fmla="*/ 0 h 18597"/>
              <a:gd name="T2" fmla="*/ 21330 w 21600"/>
              <a:gd name="T3" fmla="*/ 18597 h 18597"/>
              <a:gd name="T4" fmla="*/ 0 w 21600"/>
              <a:gd name="T5" fmla="*/ 15193 h 18597"/>
            </a:gdLst>
            <a:ahLst/>
            <a:cxnLst>
              <a:cxn ang="0">
                <a:pos x="T0" y="T1"/>
              </a:cxn>
              <a:cxn ang="0">
                <a:pos x="T2" y="T3"/>
              </a:cxn>
              <a:cxn ang="0">
                <a:pos x="T4" y="T5"/>
              </a:cxn>
            </a:cxnLst>
            <a:rect l="0" t="0" r="r" b="b"/>
            <a:pathLst>
              <a:path w="21600" h="18597" fill="none" extrusionOk="0">
                <a:moveTo>
                  <a:pt x="15353" y="-1"/>
                </a:moveTo>
                <a:cubicBezTo>
                  <a:pt x="19355" y="4043"/>
                  <a:pt x="21600" y="9503"/>
                  <a:pt x="21600" y="15193"/>
                </a:cubicBezTo>
                <a:cubicBezTo>
                  <a:pt x="21600" y="16333"/>
                  <a:pt x="21509" y="17471"/>
                  <a:pt x="21330" y="18597"/>
                </a:cubicBezTo>
              </a:path>
              <a:path w="21600" h="18597" stroke="0" extrusionOk="0">
                <a:moveTo>
                  <a:pt x="15353" y="-1"/>
                </a:moveTo>
                <a:cubicBezTo>
                  <a:pt x="19355" y="4043"/>
                  <a:pt x="21600" y="9503"/>
                  <a:pt x="21600" y="15193"/>
                </a:cubicBezTo>
                <a:cubicBezTo>
                  <a:pt x="21600" y="16333"/>
                  <a:pt x="21509" y="17471"/>
                  <a:pt x="21330" y="18597"/>
                </a:cubicBezTo>
                <a:lnTo>
                  <a:pt x="0" y="15193"/>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40" name="Arc 156"/>
          <p:cNvSpPr>
            <a:spLocks/>
          </p:cNvSpPr>
          <p:nvPr/>
        </p:nvSpPr>
        <p:spPr bwMode="auto">
          <a:xfrm rot="19871066" flipV="1">
            <a:off x="6192838" y="4179888"/>
            <a:ext cx="1906587" cy="1612900"/>
          </a:xfrm>
          <a:custGeom>
            <a:avLst/>
            <a:gdLst>
              <a:gd name="G0" fmla="+- 0 0 0"/>
              <a:gd name="G1" fmla="+- 13913 0 0"/>
              <a:gd name="G2" fmla="+- 21600 0 0"/>
              <a:gd name="T0" fmla="*/ 16523 w 21600"/>
              <a:gd name="T1" fmla="*/ 0 h 17492"/>
              <a:gd name="T2" fmla="*/ 21302 w 21600"/>
              <a:gd name="T3" fmla="*/ 17492 h 17492"/>
              <a:gd name="T4" fmla="*/ 0 w 21600"/>
              <a:gd name="T5" fmla="*/ 13913 h 17492"/>
            </a:gdLst>
            <a:ahLst/>
            <a:cxnLst>
              <a:cxn ang="0">
                <a:pos x="T0" y="T1"/>
              </a:cxn>
              <a:cxn ang="0">
                <a:pos x="T2" y="T3"/>
              </a:cxn>
              <a:cxn ang="0">
                <a:pos x="T4" y="T5"/>
              </a:cxn>
            </a:cxnLst>
            <a:rect l="0" t="0" r="r" b="b"/>
            <a:pathLst>
              <a:path w="21600" h="17492" fill="none" extrusionOk="0">
                <a:moveTo>
                  <a:pt x="16522" y="0"/>
                </a:moveTo>
                <a:cubicBezTo>
                  <a:pt x="19801" y="3894"/>
                  <a:pt x="21600" y="8821"/>
                  <a:pt x="21600" y="13913"/>
                </a:cubicBezTo>
                <a:cubicBezTo>
                  <a:pt x="21600" y="15112"/>
                  <a:pt x="21500" y="16309"/>
                  <a:pt x="21301" y="17491"/>
                </a:cubicBezTo>
              </a:path>
              <a:path w="21600" h="17492" stroke="0" extrusionOk="0">
                <a:moveTo>
                  <a:pt x="16522" y="0"/>
                </a:moveTo>
                <a:cubicBezTo>
                  <a:pt x="19801" y="3894"/>
                  <a:pt x="21600" y="8821"/>
                  <a:pt x="21600" y="13913"/>
                </a:cubicBezTo>
                <a:cubicBezTo>
                  <a:pt x="21600" y="15112"/>
                  <a:pt x="21500" y="16309"/>
                  <a:pt x="21301" y="17491"/>
                </a:cubicBezTo>
                <a:lnTo>
                  <a:pt x="0" y="13913"/>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41" name="Text Box 157"/>
          <p:cNvSpPr txBox="1">
            <a:spLocks noChangeArrowheads="1"/>
          </p:cNvSpPr>
          <p:nvPr/>
        </p:nvSpPr>
        <p:spPr bwMode="auto">
          <a:xfrm>
            <a:off x="2590800" y="62484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SECTIONAL T.V</a:t>
            </a:r>
          </a:p>
        </p:txBody>
      </p:sp>
      <p:sp>
        <p:nvSpPr>
          <p:cNvPr id="400542" name="Text Box 158"/>
          <p:cNvSpPr txBox="1">
            <a:spLocks noChangeArrowheads="1"/>
          </p:cNvSpPr>
          <p:nvPr/>
        </p:nvSpPr>
        <p:spPr bwMode="auto">
          <a:xfrm>
            <a:off x="4572000" y="1905000"/>
            <a:ext cx="14859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SECTIONAL S.V</a:t>
            </a:r>
          </a:p>
        </p:txBody>
      </p:sp>
      <p:sp>
        <p:nvSpPr>
          <p:cNvPr id="400543" name="Text Box 159"/>
          <p:cNvSpPr txBox="1">
            <a:spLocks noChangeArrowheads="1"/>
          </p:cNvSpPr>
          <p:nvPr/>
        </p:nvSpPr>
        <p:spPr bwMode="auto">
          <a:xfrm rot="-2611123">
            <a:off x="114300" y="1763713"/>
            <a:ext cx="201453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TRUE SHAPE OF SECTION</a:t>
            </a:r>
          </a:p>
        </p:txBody>
      </p:sp>
      <p:sp>
        <p:nvSpPr>
          <p:cNvPr id="400544" name="Text Box 160"/>
          <p:cNvSpPr txBox="1">
            <a:spLocks noChangeArrowheads="1"/>
          </p:cNvSpPr>
          <p:nvPr/>
        </p:nvSpPr>
        <p:spPr bwMode="auto">
          <a:xfrm>
            <a:off x="5943600" y="25908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DEVELOPMENT</a:t>
            </a:r>
          </a:p>
        </p:txBody>
      </p:sp>
      <p:sp>
        <p:nvSpPr>
          <p:cNvPr id="400545" name="Text Box 161"/>
          <p:cNvSpPr txBox="1">
            <a:spLocks noChangeArrowheads="1"/>
          </p:cNvSpPr>
          <p:nvPr/>
        </p:nvSpPr>
        <p:spPr bwMode="auto">
          <a:xfrm rot="-2822379">
            <a:off x="3521869" y="2272507"/>
            <a:ext cx="8270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SECTION</a:t>
            </a:r>
          </a:p>
          <a:p>
            <a:pPr eaLnBrk="1" hangingPunct="1"/>
            <a:r>
              <a:rPr lang="en-US" altLang="en-US" sz="1200" b="0">
                <a:latin typeface="Times New Roman" charset="0"/>
              </a:rPr>
              <a:t> PLANE</a:t>
            </a:r>
          </a:p>
        </p:txBody>
      </p:sp>
      <p:grpSp>
        <p:nvGrpSpPr>
          <p:cNvPr id="400546" name="Group 162"/>
          <p:cNvGrpSpPr>
            <a:grpSpLocks/>
          </p:cNvGrpSpPr>
          <p:nvPr/>
        </p:nvGrpSpPr>
        <p:grpSpPr bwMode="auto">
          <a:xfrm>
            <a:off x="0" y="0"/>
            <a:ext cx="5546726" cy="1169988"/>
            <a:chOff x="0" y="0"/>
            <a:chExt cx="3494" cy="737"/>
          </a:xfrm>
        </p:grpSpPr>
        <p:sp>
          <p:nvSpPr>
            <p:cNvPr id="400547" name="Rectangle 163"/>
            <p:cNvSpPr>
              <a:spLocks noChangeArrowheads="1"/>
            </p:cNvSpPr>
            <p:nvPr/>
          </p:nvSpPr>
          <p:spPr bwMode="auto">
            <a:xfrm>
              <a:off x="0" y="0"/>
              <a:ext cx="3456" cy="720"/>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48" name="Text Box 164"/>
            <p:cNvSpPr txBox="1">
              <a:spLocks noChangeArrowheads="1"/>
            </p:cNvSpPr>
            <p:nvPr/>
          </p:nvSpPr>
          <p:spPr bwMode="auto">
            <a:xfrm>
              <a:off x="0" y="0"/>
              <a:ext cx="3494"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just" eaLnBrk="1" hangingPunct="1"/>
              <a:r>
                <a:rPr lang="en-US" altLang="en-US" sz="1400" dirty="0">
                  <a:solidFill>
                    <a:srgbClr val="FF0066"/>
                  </a:solidFill>
                  <a:effectLst>
                    <a:outerShdw blurRad="38100" dist="38100" dir="2700000" algn="tl">
                      <a:srgbClr val="C0C0C0"/>
                    </a:outerShdw>
                  </a:effectLst>
                  <a:latin typeface="Arial" charset="0"/>
                </a:rPr>
                <a:t>Problem 2:</a:t>
              </a:r>
              <a:r>
                <a:rPr lang="en-US" altLang="en-US" sz="1400" b="0" dirty="0">
                  <a:effectLst>
                    <a:outerShdw blurRad="38100" dist="38100" dir="2700000" algn="tl">
                      <a:srgbClr val="C0C0C0"/>
                    </a:outerShdw>
                  </a:effectLst>
                  <a:latin typeface="Arial" charset="0"/>
                </a:rPr>
                <a:t> A cone, 50 mm base diameter and 70 mm axis is </a:t>
              </a:r>
            </a:p>
            <a:p>
              <a:pPr algn="just" eaLnBrk="1" hangingPunct="1"/>
              <a:r>
                <a:rPr lang="en-US" altLang="en-US" sz="1400" b="0" dirty="0">
                  <a:effectLst>
                    <a:outerShdw blurRad="38100" dist="38100" dir="2700000" algn="tl">
                      <a:srgbClr val="C0C0C0"/>
                    </a:outerShdw>
                  </a:effectLst>
                  <a:latin typeface="Arial" charset="0"/>
                </a:rPr>
                <a:t>standing on it’s base on </a:t>
              </a:r>
              <a:r>
                <a:rPr lang="en-US" altLang="en-US" sz="1400" b="0" dirty="0" smtClean="0">
                  <a:effectLst>
                    <a:outerShdw blurRad="38100" dist="38100" dir="2700000" algn="tl">
                      <a:srgbClr val="C0C0C0"/>
                    </a:outerShdw>
                  </a:effectLst>
                  <a:latin typeface="Arial" charset="0"/>
                </a:rPr>
                <a:t>HP. </a:t>
              </a:r>
              <a:r>
                <a:rPr lang="en-US" altLang="en-US" sz="1400" b="0" dirty="0">
                  <a:effectLst>
                    <a:outerShdw blurRad="38100" dist="38100" dir="2700000" algn="tl">
                      <a:srgbClr val="C0C0C0"/>
                    </a:outerShdw>
                  </a:effectLst>
                  <a:latin typeface="Arial" charset="0"/>
                </a:rPr>
                <a:t>It cut by a section plane 45</a:t>
              </a:r>
              <a:r>
                <a:rPr lang="en-US" altLang="en-US" sz="1400" b="0" baseline="30000" dirty="0">
                  <a:effectLst>
                    <a:outerShdw blurRad="38100" dist="38100" dir="2700000" algn="tl">
                      <a:srgbClr val="C0C0C0"/>
                    </a:outerShdw>
                  </a:effectLst>
                  <a:latin typeface="Arial" charset="0"/>
                </a:rPr>
                <a:t>0</a:t>
              </a:r>
              <a:r>
                <a:rPr lang="en-US" altLang="en-US" sz="1400" b="0" dirty="0">
                  <a:effectLst>
                    <a:outerShdw blurRad="38100" dist="38100" dir="2700000" algn="tl">
                      <a:srgbClr val="C0C0C0"/>
                    </a:outerShdw>
                  </a:effectLst>
                  <a:latin typeface="Arial" charset="0"/>
                </a:rPr>
                <a:t> inclined</a:t>
              </a:r>
            </a:p>
            <a:p>
              <a:pPr algn="just" eaLnBrk="1" hangingPunct="1"/>
              <a:r>
                <a:rPr lang="en-US" altLang="en-US" sz="1400" b="0" dirty="0" smtClean="0">
                  <a:effectLst>
                    <a:outerShdw blurRad="38100" dist="38100" dir="2700000" algn="tl">
                      <a:srgbClr val="C0C0C0"/>
                    </a:outerShdw>
                  </a:effectLst>
                  <a:latin typeface="Arial" charset="0"/>
                </a:rPr>
                <a:t>to HP </a:t>
              </a:r>
              <a:r>
                <a:rPr lang="en-US" altLang="en-US" sz="1400" b="0" dirty="0">
                  <a:effectLst>
                    <a:outerShdw blurRad="38100" dist="38100" dir="2700000" algn="tl">
                      <a:srgbClr val="C0C0C0"/>
                    </a:outerShdw>
                  </a:effectLst>
                  <a:latin typeface="Arial" charset="0"/>
                </a:rPr>
                <a:t>through base end of end generator</a:t>
              </a:r>
              <a:r>
                <a:rPr lang="en-US" altLang="en-US" sz="1400" b="0" dirty="0" smtClean="0">
                  <a:effectLst>
                    <a:outerShdw blurRad="38100" dist="38100" dir="2700000" algn="tl">
                      <a:srgbClr val="C0C0C0"/>
                    </a:outerShdw>
                  </a:effectLst>
                  <a:latin typeface="Arial" charset="0"/>
                </a:rPr>
                <a:t>. Draw </a:t>
              </a:r>
              <a:r>
                <a:rPr lang="en-US" altLang="en-US" sz="1400" b="0" dirty="0">
                  <a:effectLst>
                    <a:outerShdw blurRad="38100" dist="38100" dir="2700000" algn="tl">
                      <a:srgbClr val="C0C0C0"/>
                    </a:outerShdw>
                  </a:effectLst>
                  <a:latin typeface="Arial" charset="0"/>
                </a:rPr>
                <a:t>projections, </a:t>
              </a:r>
            </a:p>
            <a:p>
              <a:pPr algn="just" eaLnBrk="1" hangingPunct="1"/>
              <a:r>
                <a:rPr lang="en-US" altLang="en-US" sz="1400" b="0" dirty="0">
                  <a:effectLst>
                    <a:outerShdw blurRad="38100" dist="38100" dir="2700000" algn="tl">
                      <a:srgbClr val="C0C0C0"/>
                    </a:outerShdw>
                  </a:effectLst>
                  <a:latin typeface="Arial" charset="0"/>
                </a:rPr>
                <a:t>sectional views, true shape of section and development of surfaces </a:t>
              </a:r>
            </a:p>
            <a:p>
              <a:pPr algn="just" eaLnBrk="1" hangingPunct="1"/>
              <a:r>
                <a:rPr lang="en-US" altLang="en-US" sz="1400" b="0" dirty="0">
                  <a:effectLst>
                    <a:outerShdw blurRad="38100" dist="38100" dir="2700000" algn="tl">
                      <a:srgbClr val="C0C0C0"/>
                    </a:outerShdw>
                  </a:effectLst>
                  <a:latin typeface="Arial" charset="0"/>
                </a:rPr>
                <a:t>of remaining solid. </a:t>
              </a:r>
            </a:p>
          </p:txBody>
        </p:sp>
      </p:grpSp>
      <p:grpSp>
        <p:nvGrpSpPr>
          <p:cNvPr id="400549" name="Group 165"/>
          <p:cNvGrpSpPr>
            <a:grpSpLocks/>
          </p:cNvGrpSpPr>
          <p:nvPr/>
        </p:nvGrpSpPr>
        <p:grpSpPr bwMode="auto">
          <a:xfrm>
            <a:off x="5537201" y="-85757"/>
            <a:ext cx="3683288" cy="2105100"/>
            <a:chOff x="3679" y="-6"/>
            <a:chExt cx="2199" cy="1280"/>
          </a:xfrm>
        </p:grpSpPr>
        <p:sp>
          <p:nvSpPr>
            <p:cNvPr id="400550" name="AutoShape 166"/>
            <p:cNvSpPr>
              <a:spLocks noChangeArrowheads="1"/>
            </p:cNvSpPr>
            <p:nvPr/>
          </p:nvSpPr>
          <p:spPr bwMode="auto">
            <a:xfrm>
              <a:off x="3714" y="36"/>
              <a:ext cx="2016" cy="1152"/>
            </a:xfrm>
            <a:prstGeom prst="wedgeRectCallout">
              <a:avLst>
                <a:gd name="adj1" fmla="val -68153"/>
                <a:gd name="adj2" fmla="val 41843"/>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Arial" charset="0"/>
              </a:endParaRPr>
            </a:p>
          </p:txBody>
        </p:sp>
        <p:sp>
          <p:nvSpPr>
            <p:cNvPr id="400551" name="Text Box 167"/>
            <p:cNvSpPr txBox="1">
              <a:spLocks noChangeArrowheads="1"/>
            </p:cNvSpPr>
            <p:nvPr/>
          </p:nvSpPr>
          <p:spPr bwMode="auto">
            <a:xfrm>
              <a:off x="3679" y="-6"/>
              <a:ext cx="2199" cy="1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Solution Steps</a:t>
              </a:r>
              <a:r>
                <a:rPr lang="en-US" altLang="en-US" sz="1400" dirty="0" smtClean="0">
                  <a:solidFill>
                    <a:schemeClr val="accent2"/>
                  </a:solidFill>
                  <a:effectLst>
                    <a:outerShdw blurRad="38100" dist="38100" dir="2700000" algn="tl">
                      <a:srgbClr val="C0C0C0"/>
                    </a:outerShdw>
                  </a:effectLst>
                  <a:latin typeface="Arial" charset="0"/>
                </a:rPr>
                <a:t>: </a:t>
              </a:r>
              <a:r>
                <a:rPr lang="en-US" altLang="en-US" sz="1400" b="0" i="1" dirty="0" smtClean="0">
                  <a:solidFill>
                    <a:srgbClr val="FF0066"/>
                  </a:solidFill>
                  <a:effectLst>
                    <a:outerShdw blurRad="38100" dist="38100" dir="2700000" algn="tl">
                      <a:srgbClr val="C0C0C0"/>
                    </a:outerShdw>
                  </a:effectLst>
                  <a:latin typeface="Arial" charset="0"/>
                </a:rPr>
                <a:t>for </a:t>
              </a:r>
              <a:r>
                <a:rPr lang="en-US" altLang="en-US" sz="1400" b="0" i="1" dirty="0">
                  <a:solidFill>
                    <a:srgbClr val="FF0066"/>
                  </a:solidFill>
                  <a:effectLst>
                    <a:outerShdw blurRad="38100" dist="38100" dir="2700000" algn="tl">
                      <a:srgbClr val="C0C0C0"/>
                    </a:outerShdw>
                  </a:effectLst>
                  <a:latin typeface="Arial" charset="0"/>
                </a:rPr>
                <a:t>sectional views:</a:t>
              </a:r>
              <a:r>
                <a:rPr lang="en-US" altLang="en-US" sz="14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Draw three views of standing cone.</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Locate </a:t>
              </a:r>
              <a:r>
                <a:rPr lang="en-US" altLang="en-US" sz="1400" b="0" dirty="0" err="1">
                  <a:effectLst>
                    <a:outerShdw blurRad="38100" dist="38100" dir="2700000" algn="tl">
                      <a:srgbClr val="C0C0C0"/>
                    </a:outerShdw>
                  </a:effectLst>
                  <a:latin typeface="Arial" charset="0"/>
                </a:rPr>
                <a:t>sec.plane</a:t>
              </a:r>
              <a:r>
                <a:rPr lang="en-US" altLang="en-US" sz="1400" b="0" dirty="0">
                  <a:effectLst>
                    <a:outerShdw blurRad="38100" dist="38100" dir="2700000" algn="tl">
                      <a:srgbClr val="C0C0C0"/>
                    </a:outerShdw>
                  </a:effectLst>
                  <a:latin typeface="Arial" charset="0"/>
                </a:rPr>
                <a:t> in </a:t>
              </a:r>
              <a:r>
                <a:rPr lang="en-US" altLang="en-US" sz="1400" b="0" dirty="0" smtClean="0">
                  <a:effectLst>
                    <a:outerShdw blurRad="38100" dist="38100" dir="2700000" algn="tl">
                      <a:srgbClr val="C0C0C0"/>
                    </a:outerShdw>
                  </a:effectLst>
                  <a:latin typeface="Arial" charset="0"/>
                </a:rPr>
                <a:t>FV </a:t>
              </a:r>
              <a:r>
                <a:rPr lang="en-US" altLang="en-US" sz="1400" b="0" dirty="0">
                  <a:effectLst>
                    <a:outerShdw blurRad="38100" dist="38100" dir="2700000" algn="tl">
                      <a:srgbClr val="C0C0C0"/>
                    </a:outerShdw>
                  </a:effectLst>
                  <a:latin typeface="Arial" charset="0"/>
                </a:rPr>
                <a:t>as described.</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Project points where generators are </a:t>
              </a:r>
              <a:r>
                <a:rPr lang="en-US" altLang="en-US" sz="1400" b="0" dirty="0" smtClean="0">
                  <a:effectLst>
                    <a:outerShdw blurRad="38100" dist="38100" dir="2700000" algn="tl">
                      <a:srgbClr val="C0C0C0"/>
                    </a:outerShdw>
                  </a:effectLst>
                  <a:latin typeface="Arial" charset="0"/>
                </a:rPr>
                <a:t>getting cut </a:t>
              </a:r>
              <a:r>
                <a:rPr lang="en-US" altLang="en-US" sz="1400" b="0" dirty="0">
                  <a:effectLst>
                    <a:outerShdw blurRad="38100" dist="38100" dir="2700000" algn="tl">
                      <a:srgbClr val="C0C0C0"/>
                    </a:outerShdw>
                  </a:effectLst>
                  <a:latin typeface="Arial" charset="0"/>
                </a:rPr>
                <a:t>on </a:t>
              </a:r>
              <a:r>
                <a:rPr lang="en-US" altLang="en-US" sz="1400" b="0" dirty="0" smtClean="0">
                  <a:effectLst>
                    <a:outerShdw blurRad="38100" dist="38100" dir="2700000" algn="tl">
                      <a:srgbClr val="C0C0C0"/>
                    </a:outerShdw>
                  </a:effectLst>
                  <a:latin typeface="Arial" charset="0"/>
                </a:rPr>
                <a:t>TV </a:t>
              </a:r>
              <a:r>
                <a:rPr lang="en-US" altLang="en-US" sz="1400" b="0" dirty="0">
                  <a:effectLst>
                    <a:outerShdw blurRad="38100" dist="38100" dir="2700000" algn="tl">
                      <a:srgbClr val="C0C0C0"/>
                    </a:outerShdw>
                  </a:effectLst>
                  <a:latin typeface="Arial" charset="0"/>
                </a:rPr>
                <a:t>&amp; </a:t>
              </a:r>
              <a:r>
                <a:rPr lang="en-US" altLang="en-US" sz="1400" b="0" dirty="0" smtClean="0">
                  <a:effectLst>
                    <a:outerShdw blurRad="38100" dist="38100" dir="2700000" algn="tl">
                      <a:srgbClr val="C0C0C0"/>
                    </a:outerShdw>
                  </a:effectLst>
                  <a:latin typeface="Arial" charset="0"/>
                </a:rPr>
                <a:t>SV </a:t>
              </a:r>
              <a:r>
                <a:rPr lang="en-US" altLang="en-US" sz="1400" b="0" dirty="0">
                  <a:effectLst>
                    <a:outerShdw blurRad="38100" dist="38100" dir="2700000" algn="tl">
                      <a:srgbClr val="C0C0C0"/>
                    </a:outerShdw>
                  </a:effectLst>
                  <a:latin typeface="Arial" charset="0"/>
                </a:rPr>
                <a:t>as shown in </a:t>
              </a:r>
              <a:r>
                <a:rPr lang="en-US" altLang="en-US" sz="1400" b="0" dirty="0" smtClean="0">
                  <a:effectLst>
                    <a:outerShdw blurRad="38100" dist="38100" dir="2700000" algn="tl">
                      <a:srgbClr val="C0C0C0"/>
                    </a:outerShdw>
                  </a:effectLst>
                  <a:latin typeface="Arial" charset="0"/>
                </a:rPr>
                <a:t>illustration.</a:t>
              </a:r>
            </a:p>
            <a:p>
              <a:pPr marL="285750" indent="-285750" eaLnBrk="1" hangingPunct="1">
                <a:buFont typeface="Arial" panose="020B0604020202020204" pitchFamily="34" charset="0"/>
                <a:buChar char="•"/>
              </a:pPr>
              <a:r>
                <a:rPr lang="en-US" altLang="en-US" sz="1400" b="0" dirty="0" smtClean="0">
                  <a:effectLst>
                    <a:outerShdw blurRad="38100" dist="38100" dir="2700000" algn="tl">
                      <a:srgbClr val="C0C0C0"/>
                    </a:outerShdw>
                  </a:effectLst>
                  <a:latin typeface="Arial" charset="0"/>
                </a:rPr>
                <a:t>Join </a:t>
              </a:r>
              <a:r>
                <a:rPr lang="en-US" altLang="en-US" sz="1400" b="0" dirty="0">
                  <a:effectLst>
                    <a:outerShdw blurRad="38100" dist="38100" dir="2700000" algn="tl">
                      <a:srgbClr val="C0C0C0"/>
                    </a:outerShdw>
                  </a:effectLst>
                  <a:latin typeface="Arial" charset="0"/>
                </a:rPr>
                <a:t>those points in </a:t>
              </a:r>
              <a:r>
                <a:rPr lang="en-US" altLang="en-US" sz="1400" b="0" dirty="0" smtClean="0">
                  <a:effectLst>
                    <a:outerShdw blurRad="38100" dist="38100" dir="2700000" algn="tl">
                      <a:srgbClr val="C0C0C0"/>
                    </a:outerShdw>
                  </a:effectLst>
                  <a:latin typeface="Arial" charset="0"/>
                </a:rPr>
                <a:t>sequence </a:t>
              </a:r>
              <a:r>
                <a:rPr lang="en-US" altLang="en-US" sz="1400" b="0" dirty="0">
                  <a:effectLst>
                    <a:outerShdw blurRad="38100" dist="38100" dir="2700000" algn="tl">
                      <a:srgbClr val="C0C0C0"/>
                    </a:outerShdw>
                  </a:effectLst>
                  <a:latin typeface="Arial" charset="0"/>
                </a:rPr>
                <a:t>and show </a:t>
              </a:r>
              <a:r>
                <a:rPr lang="en-US" altLang="en-US" sz="1400" b="0" dirty="0" smtClean="0">
                  <a:effectLst>
                    <a:outerShdw blurRad="38100" dist="38100" dir="2700000" algn="tl">
                      <a:srgbClr val="C0C0C0"/>
                    </a:outerShdw>
                  </a:effectLst>
                  <a:latin typeface="Arial" charset="0"/>
                </a:rPr>
                <a:t>section </a:t>
              </a:r>
              <a:r>
                <a:rPr lang="en-US" altLang="en-US" sz="1400" b="0" dirty="0">
                  <a:effectLst>
                    <a:outerShdw blurRad="38100" dist="38100" dir="2700000" algn="tl">
                      <a:srgbClr val="C0C0C0"/>
                    </a:outerShdw>
                  </a:effectLst>
                  <a:latin typeface="Arial" charset="0"/>
                </a:rPr>
                <a:t>lines in it.</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Make remaining part of solid dark.</a:t>
              </a:r>
            </a:p>
          </p:txBody>
        </p:sp>
      </p:grpSp>
      <p:grpSp>
        <p:nvGrpSpPr>
          <p:cNvPr id="400552" name="Group 168"/>
          <p:cNvGrpSpPr>
            <a:grpSpLocks/>
          </p:cNvGrpSpPr>
          <p:nvPr/>
        </p:nvGrpSpPr>
        <p:grpSpPr bwMode="auto">
          <a:xfrm>
            <a:off x="0" y="4218096"/>
            <a:ext cx="2382201" cy="2639904"/>
            <a:chOff x="-36" y="2874"/>
            <a:chExt cx="1344" cy="1512"/>
          </a:xfrm>
        </p:grpSpPr>
        <p:sp>
          <p:nvSpPr>
            <p:cNvPr id="400553" name="Rectangle 169"/>
            <p:cNvSpPr>
              <a:spLocks noChangeArrowheads="1"/>
            </p:cNvSpPr>
            <p:nvPr/>
          </p:nvSpPr>
          <p:spPr bwMode="auto">
            <a:xfrm>
              <a:off x="12" y="2874"/>
              <a:ext cx="1296" cy="1392"/>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0554" name="Text Box 170"/>
            <p:cNvSpPr txBox="1">
              <a:spLocks noChangeArrowheads="1"/>
            </p:cNvSpPr>
            <p:nvPr/>
          </p:nvSpPr>
          <p:spPr bwMode="auto">
            <a:xfrm>
              <a:off x="-36" y="2874"/>
              <a:ext cx="1333" cy="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300" dirty="0">
                  <a:solidFill>
                    <a:schemeClr val="accent2"/>
                  </a:solidFill>
                  <a:effectLst>
                    <a:outerShdw blurRad="38100" dist="38100" dir="2700000" algn="tl">
                      <a:srgbClr val="C0C0C0"/>
                    </a:outerShdw>
                  </a:effectLst>
                  <a:latin typeface="Arial" charset="0"/>
                </a:rPr>
                <a:t>For True Shape:</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Draw </a:t>
              </a:r>
              <a:r>
                <a:rPr lang="en-US" altLang="en-US" sz="1300" b="0" dirty="0" smtClean="0">
                  <a:effectLst>
                    <a:outerShdw blurRad="38100" dist="38100" dir="2700000" algn="tl">
                      <a:srgbClr val="C0C0C0"/>
                    </a:outerShdw>
                  </a:effectLst>
                  <a:latin typeface="Arial" charset="0"/>
                </a:rPr>
                <a:t>X</a:t>
              </a:r>
              <a:r>
                <a:rPr lang="en-US" altLang="en-US" sz="1300" b="0" baseline="-25000" dirty="0" smtClean="0">
                  <a:effectLst>
                    <a:outerShdw blurRad="38100" dist="38100" dir="2700000" algn="tl">
                      <a:srgbClr val="C0C0C0"/>
                    </a:outerShdw>
                  </a:effectLst>
                  <a:latin typeface="Arial" charset="0"/>
                </a:rPr>
                <a:t>1</a:t>
              </a:r>
              <a:r>
                <a:rPr lang="en-US" altLang="en-US" sz="1300" dirty="0">
                  <a:effectLst>
                    <a:outerShdw blurRad="38100" dist="38100" dir="2700000" algn="tl">
                      <a:srgbClr val="C0C0C0"/>
                    </a:outerShdw>
                  </a:effectLst>
                  <a:latin typeface="Arial" charset="0"/>
                </a:rPr>
                <a:t>Y</a:t>
              </a:r>
              <a:r>
                <a:rPr lang="en-US" altLang="en-US" sz="1300" b="0" baseline="-25000" dirty="0" smtClean="0">
                  <a:effectLst>
                    <a:outerShdw blurRad="38100" dist="38100" dir="2700000" algn="tl">
                      <a:srgbClr val="C0C0C0"/>
                    </a:outerShdw>
                  </a:effectLst>
                  <a:latin typeface="Arial" charset="0"/>
                </a:rPr>
                <a:t>1</a:t>
              </a:r>
              <a:r>
                <a:rPr lang="en-US" altLang="en-US" sz="1300" b="0" dirty="0" smtClean="0">
                  <a:effectLst>
                    <a:outerShdw blurRad="38100" dist="38100" dir="2700000" algn="tl">
                      <a:srgbClr val="C0C0C0"/>
                    </a:outerShdw>
                  </a:effectLst>
                  <a:latin typeface="Arial" charset="0"/>
                </a:rPr>
                <a:t> </a:t>
              </a:r>
              <a:r>
                <a:rPr lang="en-US" altLang="en-US" sz="1300" b="0" dirty="0">
                  <a:effectLst>
                    <a:outerShdw blurRad="38100" dist="38100" dir="2700000" algn="tl">
                      <a:srgbClr val="C0C0C0"/>
                    </a:outerShdw>
                  </a:effectLst>
                  <a:latin typeface="Arial" charset="0"/>
                </a:rPr>
                <a:t>// to sec. </a:t>
              </a:r>
              <a:r>
                <a:rPr lang="en-US" altLang="en-US" sz="1300" b="0" dirty="0" smtClean="0">
                  <a:effectLst>
                    <a:outerShdw blurRad="38100" dist="38100" dir="2700000" algn="tl">
                      <a:srgbClr val="C0C0C0"/>
                    </a:outerShdw>
                  </a:effectLst>
                  <a:latin typeface="Arial" charset="0"/>
                </a:rPr>
                <a:t>plane</a:t>
              </a:r>
            </a:p>
            <a:p>
              <a:pPr marL="285750" indent="-285750" eaLnBrk="1" hangingPunct="1">
                <a:buFont typeface="Arial" panose="020B0604020202020204" pitchFamily="34" charset="0"/>
                <a:buChar char="•"/>
              </a:pPr>
              <a:r>
                <a:rPr lang="en-US" altLang="en-US" sz="1300" b="0" dirty="0" smtClean="0">
                  <a:effectLst>
                    <a:outerShdw blurRad="38100" dist="38100" dir="2700000" algn="tl">
                      <a:srgbClr val="C0C0C0"/>
                    </a:outerShdw>
                  </a:effectLst>
                  <a:latin typeface="Arial" charset="0"/>
                </a:rPr>
                <a:t>Draw </a:t>
              </a:r>
              <a:r>
                <a:rPr lang="en-US" altLang="en-US" sz="1300" b="0" dirty="0">
                  <a:effectLst>
                    <a:outerShdw blurRad="38100" dist="38100" dir="2700000" algn="tl">
                      <a:srgbClr val="C0C0C0"/>
                    </a:outerShdw>
                  </a:effectLst>
                  <a:latin typeface="Arial" charset="0"/>
                </a:rPr>
                <a:t>projectors on it </a:t>
              </a:r>
              <a:r>
                <a:rPr lang="en-US" altLang="en-US" sz="1300" b="0" dirty="0" smtClean="0">
                  <a:effectLst>
                    <a:outerShdw blurRad="38100" dist="38100" dir="2700000" algn="tl">
                      <a:srgbClr val="C0C0C0"/>
                    </a:outerShdw>
                  </a:effectLst>
                  <a:latin typeface="Arial" charset="0"/>
                </a:rPr>
                <a:t>from cut points.</a:t>
              </a:r>
            </a:p>
            <a:p>
              <a:pPr marL="285750" indent="-285750" eaLnBrk="1" hangingPunct="1">
                <a:buFont typeface="Arial" panose="020B0604020202020204" pitchFamily="34" charset="0"/>
                <a:buChar char="•"/>
              </a:pPr>
              <a:r>
                <a:rPr lang="en-US" altLang="en-US" sz="1300" b="0" dirty="0" smtClean="0">
                  <a:effectLst>
                    <a:outerShdw blurRad="38100" dist="38100" dir="2700000" algn="tl">
                      <a:srgbClr val="C0C0C0"/>
                    </a:outerShdw>
                  </a:effectLst>
                  <a:latin typeface="Arial" charset="0"/>
                </a:rPr>
                <a:t>Mark </a:t>
              </a:r>
              <a:r>
                <a:rPr lang="en-US" altLang="en-US" sz="1300" b="0" dirty="0">
                  <a:effectLst>
                    <a:outerShdw blurRad="38100" dist="38100" dir="2700000" algn="tl">
                      <a:srgbClr val="C0C0C0"/>
                    </a:outerShdw>
                  </a:effectLst>
                  <a:latin typeface="Arial" charset="0"/>
                </a:rPr>
                <a:t>distances of points </a:t>
              </a:r>
              <a:r>
                <a:rPr lang="en-US" altLang="en-US" sz="1300" b="0" dirty="0" smtClean="0">
                  <a:effectLst>
                    <a:outerShdw blurRad="38100" dist="38100" dir="2700000" algn="tl">
                      <a:srgbClr val="C0C0C0"/>
                    </a:outerShdw>
                  </a:effectLst>
                  <a:latin typeface="Arial" charset="0"/>
                </a:rPr>
                <a:t>of sectioned </a:t>
              </a:r>
              <a:r>
                <a:rPr lang="en-US" altLang="en-US" sz="1300" b="0" dirty="0">
                  <a:effectLst>
                    <a:outerShdw blurRad="38100" dist="38100" dir="2700000" algn="tl">
                      <a:srgbClr val="C0C0C0"/>
                    </a:outerShdw>
                  </a:effectLst>
                  <a:latin typeface="Arial" charset="0"/>
                </a:rPr>
                <a:t>part from </a:t>
              </a:r>
              <a:r>
                <a:rPr lang="en-US" altLang="en-US" sz="1300" b="0" dirty="0" smtClean="0">
                  <a:effectLst>
                    <a:outerShdw blurRad="38100" dist="38100" dir="2700000" algn="tl">
                      <a:srgbClr val="C0C0C0"/>
                    </a:outerShdw>
                  </a:effectLst>
                  <a:latin typeface="Arial" charset="0"/>
                </a:rPr>
                <a:t>TV, on </a:t>
              </a:r>
              <a:r>
                <a:rPr lang="en-US" altLang="en-US" sz="1300" b="0" dirty="0">
                  <a:effectLst>
                    <a:outerShdw blurRad="38100" dist="38100" dir="2700000" algn="tl">
                      <a:srgbClr val="C0C0C0"/>
                    </a:outerShdw>
                  </a:effectLst>
                  <a:latin typeface="Arial" charset="0"/>
                </a:rPr>
                <a:t>above projectors </a:t>
              </a:r>
              <a:r>
                <a:rPr lang="en-US" altLang="en-US" sz="1300" b="0" dirty="0" smtClean="0">
                  <a:effectLst>
                    <a:outerShdw blurRad="38100" dist="38100" dir="2700000" algn="tl">
                      <a:srgbClr val="C0C0C0"/>
                    </a:outerShdw>
                  </a:effectLst>
                  <a:latin typeface="Arial" charset="0"/>
                </a:rPr>
                <a:t>from X</a:t>
              </a:r>
              <a:r>
                <a:rPr lang="en-US" altLang="en-US" sz="1300" b="0" baseline="-25000" dirty="0" smtClean="0">
                  <a:effectLst>
                    <a:outerShdw blurRad="38100" dist="38100" dir="2700000" algn="tl">
                      <a:srgbClr val="C0C0C0"/>
                    </a:outerShdw>
                  </a:effectLst>
                  <a:latin typeface="Arial" charset="0"/>
                </a:rPr>
                <a:t>1</a:t>
              </a:r>
              <a:r>
                <a:rPr lang="en-US" altLang="en-US" sz="1300" dirty="0" smtClean="0">
                  <a:effectLst>
                    <a:outerShdw blurRad="38100" dist="38100" dir="2700000" algn="tl">
                      <a:srgbClr val="C0C0C0"/>
                    </a:outerShdw>
                  </a:effectLst>
                  <a:latin typeface="Arial" charset="0"/>
                </a:rPr>
                <a:t>Y</a:t>
              </a:r>
              <a:r>
                <a:rPr lang="en-US" altLang="en-US" sz="1300" b="0" baseline="-25000" dirty="0" smtClean="0">
                  <a:effectLst>
                    <a:outerShdw blurRad="38100" dist="38100" dir="2700000" algn="tl">
                      <a:srgbClr val="C0C0C0"/>
                    </a:outerShdw>
                  </a:effectLst>
                  <a:latin typeface="Arial" charset="0"/>
                </a:rPr>
                <a:t>1</a:t>
              </a:r>
              <a:r>
                <a:rPr lang="en-US" altLang="en-US" sz="1300" dirty="0">
                  <a:effectLst>
                    <a:outerShdw blurRad="38100" dist="38100" dir="2700000" algn="tl">
                      <a:srgbClr val="C0C0C0"/>
                    </a:outerShdw>
                  </a:effectLst>
                  <a:latin typeface="Arial" charset="0"/>
                </a:rPr>
                <a:t> </a:t>
              </a:r>
              <a:r>
                <a:rPr lang="en-US" altLang="en-US" sz="1300" b="0" dirty="0" smtClean="0">
                  <a:effectLst>
                    <a:outerShdw blurRad="38100" dist="38100" dir="2700000" algn="tl">
                      <a:srgbClr val="C0C0C0"/>
                    </a:outerShdw>
                  </a:effectLst>
                  <a:latin typeface="Arial" charset="0"/>
                </a:rPr>
                <a:t>and </a:t>
              </a:r>
              <a:r>
                <a:rPr lang="en-US" altLang="en-US" sz="1300" b="0" dirty="0">
                  <a:effectLst>
                    <a:outerShdw blurRad="38100" dist="38100" dir="2700000" algn="tl">
                      <a:srgbClr val="C0C0C0"/>
                    </a:outerShdw>
                  </a:effectLst>
                  <a:latin typeface="Arial" charset="0"/>
                </a:rPr>
                <a:t>join in </a:t>
              </a:r>
              <a:r>
                <a:rPr lang="en-US" altLang="en-US" sz="1300" b="0" dirty="0" smtClean="0">
                  <a:effectLst>
                    <a:outerShdw blurRad="38100" dist="38100" dir="2700000" algn="tl">
                      <a:srgbClr val="C0C0C0"/>
                    </a:outerShdw>
                  </a:effectLst>
                  <a:latin typeface="Arial" charset="0"/>
                </a:rPr>
                <a:t>sequence.</a:t>
              </a:r>
            </a:p>
            <a:p>
              <a:pPr marL="285750" indent="-285750" eaLnBrk="1" hangingPunct="1">
                <a:buFont typeface="Arial" panose="020B0604020202020204" pitchFamily="34" charset="0"/>
                <a:buChar char="•"/>
              </a:pPr>
              <a:r>
                <a:rPr lang="en-US" altLang="en-US" sz="1300" b="0" dirty="0" smtClean="0">
                  <a:effectLst>
                    <a:outerShdw blurRad="38100" dist="38100" dir="2700000" algn="tl">
                      <a:srgbClr val="C0C0C0"/>
                    </a:outerShdw>
                  </a:effectLst>
                  <a:latin typeface="Arial" charset="0"/>
                </a:rPr>
                <a:t>Draw </a:t>
              </a:r>
              <a:r>
                <a:rPr lang="en-US" altLang="en-US" sz="1300" b="0" dirty="0">
                  <a:effectLst>
                    <a:outerShdw blurRad="38100" dist="38100" dir="2700000" algn="tl">
                      <a:srgbClr val="C0C0C0"/>
                    </a:outerShdw>
                  </a:effectLst>
                  <a:latin typeface="Arial" charset="0"/>
                </a:rPr>
                <a:t>section lines in </a:t>
              </a:r>
              <a:r>
                <a:rPr lang="en-US" altLang="en-US" sz="1300" b="0" dirty="0" smtClean="0">
                  <a:effectLst>
                    <a:outerShdw blurRad="38100" dist="38100" dir="2700000" algn="tl">
                      <a:srgbClr val="C0C0C0"/>
                    </a:outerShdw>
                  </a:effectLst>
                  <a:latin typeface="Arial" charset="0"/>
                </a:rPr>
                <a:t>it.</a:t>
              </a:r>
            </a:p>
            <a:p>
              <a:pPr marL="285750" indent="-285750" eaLnBrk="1" hangingPunct="1">
                <a:buFont typeface="Arial" panose="020B0604020202020204" pitchFamily="34" charset="0"/>
                <a:buChar char="•"/>
              </a:pPr>
              <a:r>
                <a:rPr lang="en-US" altLang="en-US" sz="1300" b="0" dirty="0" smtClean="0">
                  <a:effectLst>
                    <a:outerShdw blurRad="38100" dist="38100" dir="2700000" algn="tl">
                      <a:srgbClr val="C0C0C0"/>
                    </a:outerShdw>
                  </a:effectLst>
                  <a:latin typeface="Arial" charset="0"/>
                </a:rPr>
                <a:t>It </a:t>
              </a:r>
              <a:r>
                <a:rPr lang="en-US" altLang="en-US" sz="1300" b="0" dirty="0">
                  <a:effectLst>
                    <a:outerShdw blurRad="38100" dist="38100" dir="2700000" algn="tl">
                      <a:srgbClr val="C0C0C0"/>
                    </a:outerShdw>
                  </a:effectLst>
                  <a:latin typeface="Arial" charset="0"/>
                </a:rPr>
                <a:t>is required true shape.</a:t>
              </a:r>
            </a:p>
          </p:txBody>
        </p:sp>
      </p:grpSp>
      <p:grpSp>
        <p:nvGrpSpPr>
          <p:cNvPr id="400555" name="Group 171"/>
          <p:cNvGrpSpPr>
            <a:grpSpLocks/>
          </p:cNvGrpSpPr>
          <p:nvPr/>
        </p:nvGrpSpPr>
        <p:grpSpPr bwMode="auto">
          <a:xfrm>
            <a:off x="4567680" y="4832349"/>
            <a:ext cx="3266632" cy="2244727"/>
            <a:chOff x="2928" y="3190"/>
            <a:chExt cx="1872" cy="1135"/>
          </a:xfrm>
        </p:grpSpPr>
        <p:sp>
          <p:nvSpPr>
            <p:cNvPr id="400556" name="AutoShape 172"/>
            <p:cNvSpPr>
              <a:spLocks noChangeArrowheads="1"/>
            </p:cNvSpPr>
            <p:nvPr/>
          </p:nvSpPr>
          <p:spPr bwMode="auto">
            <a:xfrm>
              <a:off x="2928" y="3190"/>
              <a:ext cx="1824" cy="1008"/>
            </a:xfrm>
            <a:prstGeom prst="wedgeRectCallout">
              <a:avLst>
                <a:gd name="adj1" fmla="val 36514"/>
                <a:gd name="adj2" fmla="val -67458"/>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Arial" charset="0"/>
              </a:endParaRPr>
            </a:p>
          </p:txBody>
        </p:sp>
        <p:sp>
          <p:nvSpPr>
            <p:cNvPr id="400557" name="Text Box 173"/>
            <p:cNvSpPr txBox="1">
              <a:spLocks noChangeArrowheads="1"/>
            </p:cNvSpPr>
            <p:nvPr/>
          </p:nvSpPr>
          <p:spPr bwMode="auto">
            <a:xfrm>
              <a:off x="2930" y="3190"/>
              <a:ext cx="1870" cy="1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For Development:</a:t>
              </a:r>
              <a:r>
                <a:rPr lang="en-US" altLang="en-US" sz="14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Draw development of entire solid.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Name from cut-open edge i.e. A. </a:t>
              </a:r>
              <a:r>
                <a:rPr lang="en-US" altLang="en-US" sz="1400" b="0" dirty="0" smtClean="0">
                  <a:effectLst>
                    <a:outerShdw blurRad="38100" dist="38100" dir="2700000" algn="tl">
                      <a:srgbClr val="C0C0C0"/>
                    </a:outerShdw>
                  </a:effectLst>
                  <a:latin typeface="Arial" charset="0"/>
                </a:rPr>
                <a:t>in </a:t>
              </a:r>
              <a:r>
                <a:rPr lang="en-US" altLang="en-US" sz="1400" b="0" dirty="0">
                  <a:effectLst>
                    <a:outerShdw blurRad="38100" dist="38100" dir="2700000" algn="tl">
                      <a:srgbClr val="C0C0C0"/>
                    </a:outerShdw>
                  </a:effectLst>
                  <a:latin typeface="Arial" charset="0"/>
                </a:rPr>
                <a:t>sequence as shown</a:t>
              </a:r>
              <a:r>
                <a:rPr lang="en-US" altLang="en-US" sz="1400" b="0" dirty="0" smtClean="0">
                  <a:effectLst>
                    <a:outerShdw blurRad="38100" dist="38100" dir="2700000" algn="tl">
                      <a:srgbClr val="C0C0C0"/>
                    </a:outerShdw>
                  </a:effectLst>
                  <a:latin typeface="Arial" charset="0"/>
                </a:rPr>
                <a:t>.</a:t>
              </a:r>
            </a:p>
            <a:p>
              <a:pPr marL="285750" indent="-285750" eaLnBrk="1" hangingPunct="1">
                <a:buFont typeface="Arial" panose="020B0604020202020204" pitchFamily="34" charset="0"/>
                <a:buChar char="•"/>
              </a:pPr>
              <a:r>
                <a:rPr lang="en-US" altLang="en-US" sz="1400" b="0" dirty="0" smtClean="0">
                  <a:effectLst>
                    <a:outerShdw blurRad="38100" dist="38100" dir="2700000" algn="tl">
                      <a:srgbClr val="C0C0C0"/>
                    </a:outerShdw>
                  </a:effectLst>
                  <a:latin typeface="Arial" charset="0"/>
                </a:rPr>
                <a:t>Mark </a:t>
              </a:r>
              <a:r>
                <a:rPr lang="en-US" altLang="en-US" sz="1400" b="0" dirty="0">
                  <a:effectLst>
                    <a:outerShdw blurRad="38100" dist="38100" dir="2700000" algn="tl">
                      <a:srgbClr val="C0C0C0"/>
                    </a:outerShdw>
                  </a:effectLst>
                  <a:latin typeface="Arial" charset="0"/>
                </a:rPr>
                <a:t>the cut points on </a:t>
              </a:r>
              <a:r>
                <a:rPr lang="en-US" altLang="en-US" sz="1400" b="0" dirty="0" smtClean="0">
                  <a:effectLst>
                    <a:outerShdw blurRad="38100" dist="38100" dir="2700000" algn="tl">
                      <a:srgbClr val="C0C0C0"/>
                    </a:outerShdw>
                  </a:effectLst>
                  <a:latin typeface="Arial" charset="0"/>
                </a:rPr>
                <a:t>respective edges</a:t>
              </a:r>
              <a:r>
                <a:rPr lang="en-US" altLang="en-US" sz="14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Join them in sequence </a:t>
              </a:r>
              <a:r>
                <a:rPr lang="en-US" altLang="en-US" sz="1400" dirty="0" smtClean="0">
                  <a:effectLst>
                    <a:outerShdw blurRad="38100" dist="38100" dir="2700000" algn="tl">
                      <a:srgbClr val="C0C0C0"/>
                    </a:outerShdw>
                  </a:effectLst>
                  <a:latin typeface="Arial" charset="0"/>
                </a:rPr>
                <a:t>in </a:t>
              </a:r>
              <a:r>
                <a:rPr lang="en-US" altLang="en-US" sz="1400" b="0" dirty="0" smtClean="0">
                  <a:effectLst>
                    <a:outerShdw blurRad="38100" dist="38100" dir="2700000" algn="tl">
                      <a:srgbClr val="C0C0C0"/>
                    </a:outerShdw>
                  </a:effectLst>
                  <a:latin typeface="Arial" charset="0"/>
                </a:rPr>
                <a:t>curvature.</a:t>
              </a:r>
            </a:p>
            <a:p>
              <a:pPr marL="285750" indent="-285750" eaLnBrk="1" hangingPunct="1">
                <a:buFont typeface="Arial" panose="020B0604020202020204" pitchFamily="34" charset="0"/>
                <a:buChar char="•"/>
              </a:pPr>
              <a:r>
                <a:rPr lang="en-US" altLang="en-US" sz="1400" b="0" dirty="0" smtClean="0">
                  <a:effectLst>
                    <a:outerShdw blurRad="38100" dist="38100" dir="2700000" algn="tl">
                      <a:srgbClr val="C0C0C0"/>
                    </a:outerShdw>
                  </a:effectLst>
                  <a:latin typeface="Arial" charset="0"/>
                </a:rPr>
                <a:t>Make </a:t>
              </a:r>
              <a:r>
                <a:rPr lang="en-US" altLang="en-US" sz="1400" b="0" dirty="0">
                  <a:effectLst>
                    <a:outerShdw blurRad="38100" dist="38100" dir="2700000" algn="tl">
                      <a:srgbClr val="C0C0C0"/>
                    </a:outerShdw>
                  </a:effectLst>
                  <a:latin typeface="Arial" charset="0"/>
                </a:rPr>
                <a:t>existing parts dev</a:t>
              </a:r>
              <a:r>
                <a:rPr lang="en-US" altLang="en-US" sz="1400" b="0" dirty="0" smtClean="0">
                  <a:effectLst>
                    <a:outerShdw blurRad="38100" dist="38100" dir="2700000" algn="tl">
                      <a:srgbClr val="C0C0C0"/>
                    </a:outerShdw>
                  </a:effectLst>
                  <a:latin typeface="Arial" charset="0"/>
                </a:rPr>
                <a:t>. dark</a:t>
              </a:r>
              <a:r>
                <a:rPr lang="en-US" altLang="en-US" sz="1400" b="0" dirty="0">
                  <a:effectLst>
                    <a:outerShdw blurRad="38100" dist="38100" dir="2700000" algn="tl">
                      <a:srgbClr val="C0C0C0"/>
                    </a:outerShdw>
                  </a:effectLst>
                  <a:latin typeface="Arial" charset="0"/>
                </a:rPr>
                <a:t>.</a:t>
              </a:r>
            </a:p>
          </p:txBody>
        </p:sp>
      </p:gr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20</a:t>
            </a:fld>
            <a:endParaRPr lang="en-IN" dirty="0">
              <a:solidFill>
                <a:prstClr val="black">
                  <a:tint val="75000"/>
                </a:prstClr>
              </a:solidFill>
            </a:endParaRPr>
          </a:p>
        </p:txBody>
      </p:sp>
    </p:spTree>
    <p:extLst>
      <p:ext uri="{BB962C8B-B14F-4D97-AF65-F5344CB8AC3E}">
        <p14:creationId xmlns:p14="http://schemas.microsoft.com/office/powerpoint/2010/main" val="10906172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400549"/>
                                        </p:tgtEl>
                                        <p:attrNameLst>
                                          <p:attrName>style.visibility</p:attrName>
                                        </p:attrNameLst>
                                      </p:cBhvr>
                                      <p:to>
                                        <p:strVal val="visible"/>
                                      </p:to>
                                    </p:set>
                                    <p:anim calcmode="lin" valueType="num">
                                      <p:cBhvr>
                                        <p:cTn id="7" dur="500" fill="hold"/>
                                        <p:tgtEl>
                                          <p:spTgt spid="400549"/>
                                        </p:tgtEl>
                                        <p:attrNameLst>
                                          <p:attrName>ppt_w</p:attrName>
                                        </p:attrNameLst>
                                      </p:cBhvr>
                                      <p:tavLst>
                                        <p:tav tm="0">
                                          <p:val>
                                            <p:fltVal val="0"/>
                                          </p:val>
                                        </p:tav>
                                        <p:tav tm="100000">
                                          <p:val>
                                            <p:strVal val="#ppt_w"/>
                                          </p:val>
                                        </p:tav>
                                      </p:tavLst>
                                    </p:anim>
                                    <p:anim calcmode="lin" valueType="num">
                                      <p:cBhvr>
                                        <p:cTn id="8" dur="500" fill="hold"/>
                                        <p:tgtEl>
                                          <p:spTgt spid="400549"/>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0386"/>
                                        </p:tgtEl>
                                        <p:attrNameLst>
                                          <p:attrName>style.visibility</p:attrName>
                                        </p:attrNameLst>
                                      </p:cBhvr>
                                      <p:to>
                                        <p:strVal val="visible"/>
                                      </p:to>
                                    </p:set>
                                    <p:anim calcmode="lin" valueType="num">
                                      <p:cBhvr additive="base">
                                        <p:cTn id="13" dur="500" fill="hold"/>
                                        <p:tgtEl>
                                          <p:spTgt spid="400386"/>
                                        </p:tgtEl>
                                        <p:attrNameLst>
                                          <p:attrName>ppt_x</p:attrName>
                                        </p:attrNameLst>
                                      </p:cBhvr>
                                      <p:tavLst>
                                        <p:tav tm="0">
                                          <p:val>
                                            <p:strVal val="0-#ppt_w/2"/>
                                          </p:val>
                                        </p:tav>
                                        <p:tav tm="100000">
                                          <p:val>
                                            <p:strVal val="#ppt_x"/>
                                          </p:val>
                                        </p:tav>
                                      </p:tavLst>
                                    </p:anim>
                                    <p:anim calcmode="lin" valueType="num">
                                      <p:cBhvr additive="base">
                                        <p:cTn id="14" dur="500" fill="hold"/>
                                        <p:tgtEl>
                                          <p:spTgt spid="40038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0408"/>
                                        </p:tgtEl>
                                        <p:attrNameLst>
                                          <p:attrName>style.visibility</p:attrName>
                                        </p:attrNameLst>
                                      </p:cBhvr>
                                      <p:to>
                                        <p:strVal val="visible"/>
                                      </p:to>
                                    </p:set>
                                    <p:anim calcmode="lin" valueType="num">
                                      <p:cBhvr additive="base">
                                        <p:cTn id="19" dur="500" fill="hold"/>
                                        <p:tgtEl>
                                          <p:spTgt spid="400408"/>
                                        </p:tgtEl>
                                        <p:attrNameLst>
                                          <p:attrName>ppt_x</p:attrName>
                                        </p:attrNameLst>
                                      </p:cBhvr>
                                      <p:tavLst>
                                        <p:tav tm="0">
                                          <p:val>
                                            <p:strVal val="0-#ppt_w/2"/>
                                          </p:val>
                                        </p:tav>
                                        <p:tav tm="100000">
                                          <p:val>
                                            <p:strVal val="#ppt_x"/>
                                          </p:val>
                                        </p:tav>
                                      </p:tavLst>
                                    </p:anim>
                                    <p:anim calcmode="lin" valueType="num">
                                      <p:cBhvr additive="base">
                                        <p:cTn id="20" dur="500" fill="hold"/>
                                        <p:tgtEl>
                                          <p:spTgt spid="400408"/>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0387"/>
                                        </p:tgtEl>
                                        <p:attrNameLst>
                                          <p:attrName>style.visibility</p:attrName>
                                        </p:attrNameLst>
                                      </p:cBhvr>
                                      <p:to>
                                        <p:strVal val="visible"/>
                                      </p:to>
                                    </p:set>
                                    <p:anim calcmode="lin" valueType="num">
                                      <p:cBhvr additive="base">
                                        <p:cTn id="25" dur="500" fill="hold"/>
                                        <p:tgtEl>
                                          <p:spTgt spid="400387"/>
                                        </p:tgtEl>
                                        <p:attrNameLst>
                                          <p:attrName>ppt_x</p:attrName>
                                        </p:attrNameLst>
                                      </p:cBhvr>
                                      <p:tavLst>
                                        <p:tav tm="0">
                                          <p:val>
                                            <p:strVal val="0-#ppt_w/2"/>
                                          </p:val>
                                        </p:tav>
                                        <p:tav tm="100000">
                                          <p:val>
                                            <p:strVal val="#ppt_x"/>
                                          </p:val>
                                        </p:tav>
                                      </p:tavLst>
                                    </p:anim>
                                    <p:anim calcmode="lin" valueType="num">
                                      <p:cBhvr additive="base">
                                        <p:cTn id="26" dur="500" fill="hold"/>
                                        <p:tgtEl>
                                          <p:spTgt spid="40038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400388"/>
                                        </p:tgtEl>
                                        <p:attrNameLst>
                                          <p:attrName>style.visibility</p:attrName>
                                        </p:attrNameLst>
                                      </p:cBhvr>
                                      <p:to>
                                        <p:strVal val="visible"/>
                                      </p:to>
                                    </p:set>
                                    <p:anim calcmode="lin" valueType="num">
                                      <p:cBhvr>
                                        <p:cTn id="31" dur="500" fill="hold"/>
                                        <p:tgtEl>
                                          <p:spTgt spid="400388"/>
                                        </p:tgtEl>
                                        <p:attrNameLst>
                                          <p:attrName>ppt_w</p:attrName>
                                        </p:attrNameLst>
                                      </p:cBhvr>
                                      <p:tavLst>
                                        <p:tav tm="0">
                                          <p:val>
                                            <p:fltVal val="0"/>
                                          </p:val>
                                        </p:tav>
                                        <p:tav tm="100000">
                                          <p:val>
                                            <p:strVal val="#ppt_w"/>
                                          </p:val>
                                        </p:tav>
                                      </p:tavLst>
                                    </p:anim>
                                    <p:anim calcmode="lin" valueType="num">
                                      <p:cBhvr>
                                        <p:cTn id="32" dur="500" fill="hold"/>
                                        <p:tgtEl>
                                          <p:spTgt spid="400388"/>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400389"/>
                                        </p:tgtEl>
                                        <p:attrNameLst>
                                          <p:attrName>style.visibility</p:attrName>
                                        </p:attrNameLst>
                                      </p:cBhvr>
                                      <p:to>
                                        <p:strVal val="visible"/>
                                      </p:to>
                                    </p:set>
                                    <p:anim calcmode="lin" valueType="num">
                                      <p:cBhvr>
                                        <p:cTn id="37" dur="500" fill="hold"/>
                                        <p:tgtEl>
                                          <p:spTgt spid="400389"/>
                                        </p:tgtEl>
                                        <p:attrNameLst>
                                          <p:attrName>ppt_w</p:attrName>
                                        </p:attrNameLst>
                                      </p:cBhvr>
                                      <p:tavLst>
                                        <p:tav tm="0">
                                          <p:val>
                                            <p:fltVal val="0"/>
                                          </p:val>
                                        </p:tav>
                                        <p:tav tm="100000">
                                          <p:val>
                                            <p:strVal val="#ppt_w"/>
                                          </p:val>
                                        </p:tav>
                                      </p:tavLst>
                                    </p:anim>
                                    <p:anim calcmode="lin" valueType="num">
                                      <p:cBhvr>
                                        <p:cTn id="38" dur="500" fill="hold"/>
                                        <p:tgtEl>
                                          <p:spTgt spid="400389"/>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400394"/>
                                        </p:tgtEl>
                                        <p:attrNameLst>
                                          <p:attrName>style.visibility</p:attrName>
                                        </p:attrNameLst>
                                      </p:cBhvr>
                                      <p:to>
                                        <p:strVal val="visible"/>
                                      </p:to>
                                    </p:set>
                                    <p:anim calcmode="lin" valueType="num">
                                      <p:cBhvr>
                                        <p:cTn id="43" dur="500" fill="hold"/>
                                        <p:tgtEl>
                                          <p:spTgt spid="400394"/>
                                        </p:tgtEl>
                                        <p:attrNameLst>
                                          <p:attrName>ppt_w</p:attrName>
                                        </p:attrNameLst>
                                      </p:cBhvr>
                                      <p:tavLst>
                                        <p:tav tm="0">
                                          <p:val>
                                            <p:fltVal val="0"/>
                                          </p:val>
                                        </p:tav>
                                        <p:tav tm="100000">
                                          <p:val>
                                            <p:strVal val="#ppt_w"/>
                                          </p:val>
                                        </p:tav>
                                      </p:tavLst>
                                    </p:anim>
                                    <p:anim calcmode="lin" valueType="num">
                                      <p:cBhvr>
                                        <p:cTn id="44" dur="500" fill="hold"/>
                                        <p:tgtEl>
                                          <p:spTgt spid="400394"/>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4" fill="hold" nodeType="clickEffect">
                                  <p:stCondLst>
                                    <p:cond delay="0"/>
                                  </p:stCondLst>
                                  <p:childTnLst>
                                    <p:set>
                                      <p:cBhvr>
                                        <p:cTn id="48" dur="1" fill="hold">
                                          <p:stCondLst>
                                            <p:cond delay="0"/>
                                          </p:stCondLst>
                                        </p:cTn>
                                        <p:tgtEl>
                                          <p:spTgt spid="400419"/>
                                        </p:tgtEl>
                                        <p:attrNameLst>
                                          <p:attrName>style.visibility</p:attrName>
                                        </p:attrNameLst>
                                      </p:cBhvr>
                                      <p:to>
                                        <p:strVal val="visible"/>
                                      </p:to>
                                    </p:set>
                                    <p:anim calcmode="lin" valueType="num">
                                      <p:cBhvr>
                                        <p:cTn id="49" dur="500" fill="hold"/>
                                        <p:tgtEl>
                                          <p:spTgt spid="400419"/>
                                        </p:tgtEl>
                                        <p:attrNameLst>
                                          <p:attrName>ppt_x</p:attrName>
                                        </p:attrNameLst>
                                      </p:cBhvr>
                                      <p:tavLst>
                                        <p:tav tm="0">
                                          <p:val>
                                            <p:strVal val="#ppt_x"/>
                                          </p:val>
                                        </p:tav>
                                        <p:tav tm="100000">
                                          <p:val>
                                            <p:strVal val="#ppt_x"/>
                                          </p:val>
                                        </p:tav>
                                      </p:tavLst>
                                    </p:anim>
                                    <p:anim calcmode="lin" valueType="num">
                                      <p:cBhvr>
                                        <p:cTn id="50" dur="500" fill="hold"/>
                                        <p:tgtEl>
                                          <p:spTgt spid="400419"/>
                                        </p:tgtEl>
                                        <p:attrNameLst>
                                          <p:attrName>ppt_y</p:attrName>
                                        </p:attrNameLst>
                                      </p:cBhvr>
                                      <p:tavLst>
                                        <p:tav tm="0">
                                          <p:val>
                                            <p:strVal val="#ppt_y+#ppt_h/2"/>
                                          </p:val>
                                        </p:tav>
                                        <p:tav tm="100000">
                                          <p:val>
                                            <p:strVal val="#ppt_y"/>
                                          </p:val>
                                        </p:tav>
                                      </p:tavLst>
                                    </p:anim>
                                    <p:anim calcmode="lin" valueType="num">
                                      <p:cBhvr>
                                        <p:cTn id="51" dur="500" fill="hold"/>
                                        <p:tgtEl>
                                          <p:spTgt spid="400419"/>
                                        </p:tgtEl>
                                        <p:attrNameLst>
                                          <p:attrName>ppt_w</p:attrName>
                                        </p:attrNameLst>
                                      </p:cBhvr>
                                      <p:tavLst>
                                        <p:tav tm="0">
                                          <p:val>
                                            <p:strVal val="#ppt_w"/>
                                          </p:val>
                                        </p:tav>
                                        <p:tav tm="100000">
                                          <p:val>
                                            <p:strVal val="#ppt_w"/>
                                          </p:val>
                                        </p:tav>
                                      </p:tavLst>
                                    </p:anim>
                                    <p:anim calcmode="lin" valueType="num">
                                      <p:cBhvr>
                                        <p:cTn id="52" dur="500" fill="hold"/>
                                        <p:tgtEl>
                                          <p:spTgt spid="400419"/>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4" fill="hold" nodeType="clickEffect">
                                  <p:stCondLst>
                                    <p:cond delay="0"/>
                                  </p:stCondLst>
                                  <p:childTnLst>
                                    <p:set>
                                      <p:cBhvr>
                                        <p:cTn id="56" dur="1" fill="hold">
                                          <p:stCondLst>
                                            <p:cond delay="0"/>
                                          </p:stCondLst>
                                        </p:cTn>
                                        <p:tgtEl>
                                          <p:spTgt spid="400403"/>
                                        </p:tgtEl>
                                        <p:attrNameLst>
                                          <p:attrName>style.visibility</p:attrName>
                                        </p:attrNameLst>
                                      </p:cBhvr>
                                      <p:to>
                                        <p:strVal val="visible"/>
                                      </p:to>
                                    </p:set>
                                    <p:anim calcmode="lin" valueType="num">
                                      <p:cBhvr>
                                        <p:cTn id="57" dur="500" fill="hold"/>
                                        <p:tgtEl>
                                          <p:spTgt spid="400403"/>
                                        </p:tgtEl>
                                        <p:attrNameLst>
                                          <p:attrName>ppt_x</p:attrName>
                                        </p:attrNameLst>
                                      </p:cBhvr>
                                      <p:tavLst>
                                        <p:tav tm="0">
                                          <p:val>
                                            <p:strVal val="#ppt_x"/>
                                          </p:val>
                                        </p:tav>
                                        <p:tav tm="100000">
                                          <p:val>
                                            <p:strVal val="#ppt_x"/>
                                          </p:val>
                                        </p:tav>
                                      </p:tavLst>
                                    </p:anim>
                                    <p:anim calcmode="lin" valueType="num">
                                      <p:cBhvr>
                                        <p:cTn id="58" dur="500" fill="hold"/>
                                        <p:tgtEl>
                                          <p:spTgt spid="400403"/>
                                        </p:tgtEl>
                                        <p:attrNameLst>
                                          <p:attrName>ppt_y</p:attrName>
                                        </p:attrNameLst>
                                      </p:cBhvr>
                                      <p:tavLst>
                                        <p:tav tm="0">
                                          <p:val>
                                            <p:strVal val="#ppt_y+#ppt_h/2"/>
                                          </p:val>
                                        </p:tav>
                                        <p:tav tm="100000">
                                          <p:val>
                                            <p:strVal val="#ppt_y"/>
                                          </p:val>
                                        </p:tav>
                                      </p:tavLst>
                                    </p:anim>
                                    <p:anim calcmode="lin" valueType="num">
                                      <p:cBhvr>
                                        <p:cTn id="59" dur="500" fill="hold"/>
                                        <p:tgtEl>
                                          <p:spTgt spid="400403"/>
                                        </p:tgtEl>
                                        <p:attrNameLst>
                                          <p:attrName>ppt_w</p:attrName>
                                        </p:attrNameLst>
                                      </p:cBhvr>
                                      <p:tavLst>
                                        <p:tav tm="0">
                                          <p:val>
                                            <p:strVal val="#ppt_w"/>
                                          </p:val>
                                        </p:tav>
                                        <p:tav tm="100000">
                                          <p:val>
                                            <p:strVal val="#ppt_w"/>
                                          </p:val>
                                        </p:tav>
                                      </p:tavLst>
                                    </p:anim>
                                    <p:anim calcmode="lin" valueType="num">
                                      <p:cBhvr>
                                        <p:cTn id="60" dur="500" fill="hold"/>
                                        <p:tgtEl>
                                          <p:spTgt spid="400403"/>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8" presetClass="entr" presetSubtype="3" fill="hold" grpId="0" nodeType="clickEffect">
                                  <p:stCondLst>
                                    <p:cond delay="0"/>
                                  </p:stCondLst>
                                  <p:childTnLst>
                                    <p:set>
                                      <p:cBhvr>
                                        <p:cTn id="64" dur="1" fill="hold">
                                          <p:stCondLst>
                                            <p:cond delay="0"/>
                                          </p:stCondLst>
                                        </p:cTn>
                                        <p:tgtEl>
                                          <p:spTgt spid="400406"/>
                                        </p:tgtEl>
                                        <p:attrNameLst>
                                          <p:attrName>style.visibility</p:attrName>
                                        </p:attrNameLst>
                                      </p:cBhvr>
                                      <p:to>
                                        <p:strVal val="visible"/>
                                      </p:to>
                                    </p:set>
                                    <p:animEffect transition="in" filter="strips(upRight)">
                                      <p:cBhvr>
                                        <p:cTn id="65" dur="500"/>
                                        <p:tgtEl>
                                          <p:spTgt spid="40040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8" presetClass="entr" presetSubtype="6" fill="hold" grpId="0" nodeType="clickEffect">
                                  <p:stCondLst>
                                    <p:cond delay="0"/>
                                  </p:stCondLst>
                                  <p:childTnLst>
                                    <p:set>
                                      <p:cBhvr>
                                        <p:cTn id="69" dur="1" fill="hold">
                                          <p:stCondLst>
                                            <p:cond delay="0"/>
                                          </p:stCondLst>
                                        </p:cTn>
                                        <p:tgtEl>
                                          <p:spTgt spid="400407"/>
                                        </p:tgtEl>
                                        <p:attrNameLst>
                                          <p:attrName>style.visibility</p:attrName>
                                        </p:attrNameLst>
                                      </p:cBhvr>
                                      <p:to>
                                        <p:strVal val="visible"/>
                                      </p:to>
                                    </p:set>
                                    <p:animEffect transition="in" filter="strips(downRight)">
                                      <p:cBhvr>
                                        <p:cTn id="70" dur="500"/>
                                        <p:tgtEl>
                                          <p:spTgt spid="400407"/>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7" presetClass="entr" presetSubtype="8" fill="hold" nodeType="clickEffect">
                                  <p:stCondLst>
                                    <p:cond delay="0"/>
                                  </p:stCondLst>
                                  <p:childTnLst>
                                    <p:set>
                                      <p:cBhvr>
                                        <p:cTn id="74" dur="1" fill="hold">
                                          <p:stCondLst>
                                            <p:cond delay="0"/>
                                          </p:stCondLst>
                                        </p:cTn>
                                        <p:tgtEl>
                                          <p:spTgt spid="400409"/>
                                        </p:tgtEl>
                                        <p:attrNameLst>
                                          <p:attrName>style.visibility</p:attrName>
                                        </p:attrNameLst>
                                      </p:cBhvr>
                                      <p:to>
                                        <p:strVal val="visible"/>
                                      </p:to>
                                    </p:set>
                                    <p:anim calcmode="lin" valueType="num">
                                      <p:cBhvr>
                                        <p:cTn id="75" dur="500" fill="hold"/>
                                        <p:tgtEl>
                                          <p:spTgt spid="400409"/>
                                        </p:tgtEl>
                                        <p:attrNameLst>
                                          <p:attrName>ppt_x</p:attrName>
                                        </p:attrNameLst>
                                      </p:cBhvr>
                                      <p:tavLst>
                                        <p:tav tm="0">
                                          <p:val>
                                            <p:strVal val="#ppt_x-#ppt_w/2"/>
                                          </p:val>
                                        </p:tav>
                                        <p:tav tm="100000">
                                          <p:val>
                                            <p:strVal val="#ppt_x"/>
                                          </p:val>
                                        </p:tav>
                                      </p:tavLst>
                                    </p:anim>
                                    <p:anim calcmode="lin" valueType="num">
                                      <p:cBhvr>
                                        <p:cTn id="76" dur="500" fill="hold"/>
                                        <p:tgtEl>
                                          <p:spTgt spid="400409"/>
                                        </p:tgtEl>
                                        <p:attrNameLst>
                                          <p:attrName>ppt_y</p:attrName>
                                        </p:attrNameLst>
                                      </p:cBhvr>
                                      <p:tavLst>
                                        <p:tav tm="0">
                                          <p:val>
                                            <p:strVal val="#ppt_y"/>
                                          </p:val>
                                        </p:tav>
                                        <p:tav tm="100000">
                                          <p:val>
                                            <p:strVal val="#ppt_y"/>
                                          </p:val>
                                        </p:tav>
                                      </p:tavLst>
                                    </p:anim>
                                    <p:anim calcmode="lin" valueType="num">
                                      <p:cBhvr>
                                        <p:cTn id="77" dur="500" fill="hold"/>
                                        <p:tgtEl>
                                          <p:spTgt spid="400409"/>
                                        </p:tgtEl>
                                        <p:attrNameLst>
                                          <p:attrName>ppt_w</p:attrName>
                                        </p:attrNameLst>
                                      </p:cBhvr>
                                      <p:tavLst>
                                        <p:tav tm="0">
                                          <p:val>
                                            <p:fltVal val="0"/>
                                          </p:val>
                                        </p:tav>
                                        <p:tav tm="100000">
                                          <p:val>
                                            <p:strVal val="#ppt_w"/>
                                          </p:val>
                                        </p:tav>
                                      </p:tavLst>
                                    </p:anim>
                                    <p:anim calcmode="lin" valueType="num">
                                      <p:cBhvr>
                                        <p:cTn id="78" dur="500" fill="hold"/>
                                        <p:tgtEl>
                                          <p:spTgt spid="400409"/>
                                        </p:tgtEl>
                                        <p:attrNameLst>
                                          <p:attrName>ppt_h</p:attrName>
                                        </p:attrNameLst>
                                      </p:cBhvr>
                                      <p:tavLst>
                                        <p:tav tm="0">
                                          <p:val>
                                            <p:strVal val="#ppt_h"/>
                                          </p:val>
                                        </p:tav>
                                        <p:tav tm="100000">
                                          <p:val>
                                            <p:strVal val="#ppt_h"/>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499"/>
                                          </p:stCondLst>
                                        </p:cTn>
                                        <p:tgtEl>
                                          <p:spTgt spid="400418"/>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7" presetClass="entr" presetSubtype="4" fill="hold" nodeType="clickEffect">
                                  <p:stCondLst>
                                    <p:cond delay="0"/>
                                  </p:stCondLst>
                                  <p:childTnLst>
                                    <p:set>
                                      <p:cBhvr>
                                        <p:cTn id="86" dur="1" fill="hold">
                                          <p:stCondLst>
                                            <p:cond delay="0"/>
                                          </p:stCondLst>
                                        </p:cTn>
                                        <p:tgtEl>
                                          <p:spTgt spid="400426"/>
                                        </p:tgtEl>
                                        <p:attrNameLst>
                                          <p:attrName>style.visibility</p:attrName>
                                        </p:attrNameLst>
                                      </p:cBhvr>
                                      <p:to>
                                        <p:strVal val="visible"/>
                                      </p:to>
                                    </p:set>
                                    <p:anim calcmode="lin" valueType="num">
                                      <p:cBhvr>
                                        <p:cTn id="87" dur="500" fill="hold"/>
                                        <p:tgtEl>
                                          <p:spTgt spid="400426"/>
                                        </p:tgtEl>
                                        <p:attrNameLst>
                                          <p:attrName>ppt_x</p:attrName>
                                        </p:attrNameLst>
                                      </p:cBhvr>
                                      <p:tavLst>
                                        <p:tav tm="0">
                                          <p:val>
                                            <p:strVal val="#ppt_x"/>
                                          </p:val>
                                        </p:tav>
                                        <p:tav tm="100000">
                                          <p:val>
                                            <p:strVal val="#ppt_x"/>
                                          </p:val>
                                        </p:tav>
                                      </p:tavLst>
                                    </p:anim>
                                    <p:anim calcmode="lin" valueType="num">
                                      <p:cBhvr>
                                        <p:cTn id="88" dur="500" fill="hold"/>
                                        <p:tgtEl>
                                          <p:spTgt spid="400426"/>
                                        </p:tgtEl>
                                        <p:attrNameLst>
                                          <p:attrName>ppt_y</p:attrName>
                                        </p:attrNameLst>
                                      </p:cBhvr>
                                      <p:tavLst>
                                        <p:tav tm="0">
                                          <p:val>
                                            <p:strVal val="#ppt_y+#ppt_h/2"/>
                                          </p:val>
                                        </p:tav>
                                        <p:tav tm="100000">
                                          <p:val>
                                            <p:strVal val="#ppt_y"/>
                                          </p:val>
                                        </p:tav>
                                      </p:tavLst>
                                    </p:anim>
                                    <p:anim calcmode="lin" valueType="num">
                                      <p:cBhvr>
                                        <p:cTn id="89" dur="500" fill="hold"/>
                                        <p:tgtEl>
                                          <p:spTgt spid="400426"/>
                                        </p:tgtEl>
                                        <p:attrNameLst>
                                          <p:attrName>ppt_w</p:attrName>
                                        </p:attrNameLst>
                                      </p:cBhvr>
                                      <p:tavLst>
                                        <p:tav tm="0">
                                          <p:val>
                                            <p:strVal val="#ppt_w"/>
                                          </p:val>
                                        </p:tav>
                                        <p:tav tm="100000">
                                          <p:val>
                                            <p:strVal val="#ppt_w"/>
                                          </p:val>
                                        </p:tav>
                                      </p:tavLst>
                                    </p:anim>
                                    <p:anim calcmode="lin" valueType="num">
                                      <p:cBhvr>
                                        <p:cTn id="90" dur="500" fill="hold"/>
                                        <p:tgtEl>
                                          <p:spTgt spid="400426"/>
                                        </p:tgtEl>
                                        <p:attrNameLst>
                                          <p:attrName>ppt_h</p:attrName>
                                        </p:attrNameLst>
                                      </p:cBhvr>
                                      <p:tavLst>
                                        <p:tav tm="0">
                                          <p:val>
                                            <p:fltVal val="0"/>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17" presetClass="entr" presetSubtype="4" fill="hold" grpId="0" nodeType="clickEffect">
                                  <p:stCondLst>
                                    <p:cond delay="0"/>
                                  </p:stCondLst>
                                  <p:childTnLst>
                                    <p:set>
                                      <p:cBhvr>
                                        <p:cTn id="94" dur="1" fill="hold">
                                          <p:stCondLst>
                                            <p:cond delay="0"/>
                                          </p:stCondLst>
                                        </p:cTn>
                                        <p:tgtEl>
                                          <p:spTgt spid="400429"/>
                                        </p:tgtEl>
                                        <p:attrNameLst>
                                          <p:attrName>style.visibility</p:attrName>
                                        </p:attrNameLst>
                                      </p:cBhvr>
                                      <p:to>
                                        <p:strVal val="visible"/>
                                      </p:to>
                                    </p:set>
                                    <p:anim calcmode="lin" valueType="num">
                                      <p:cBhvr>
                                        <p:cTn id="95" dur="500" fill="hold"/>
                                        <p:tgtEl>
                                          <p:spTgt spid="400429"/>
                                        </p:tgtEl>
                                        <p:attrNameLst>
                                          <p:attrName>ppt_x</p:attrName>
                                        </p:attrNameLst>
                                      </p:cBhvr>
                                      <p:tavLst>
                                        <p:tav tm="0">
                                          <p:val>
                                            <p:strVal val="#ppt_x"/>
                                          </p:val>
                                        </p:tav>
                                        <p:tav tm="100000">
                                          <p:val>
                                            <p:strVal val="#ppt_x"/>
                                          </p:val>
                                        </p:tav>
                                      </p:tavLst>
                                    </p:anim>
                                    <p:anim calcmode="lin" valueType="num">
                                      <p:cBhvr>
                                        <p:cTn id="96" dur="500" fill="hold"/>
                                        <p:tgtEl>
                                          <p:spTgt spid="400429"/>
                                        </p:tgtEl>
                                        <p:attrNameLst>
                                          <p:attrName>ppt_y</p:attrName>
                                        </p:attrNameLst>
                                      </p:cBhvr>
                                      <p:tavLst>
                                        <p:tav tm="0">
                                          <p:val>
                                            <p:strVal val="#ppt_y+#ppt_h/2"/>
                                          </p:val>
                                        </p:tav>
                                        <p:tav tm="100000">
                                          <p:val>
                                            <p:strVal val="#ppt_y"/>
                                          </p:val>
                                        </p:tav>
                                      </p:tavLst>
                                    </p:anim>
                                    <p:anim calcmode="lin" valueType="num">
                                      <p:cBhvr>
                                        <p:cTn id="97" dur="500" fill="hold"/>
                                        <p:tgtEl>
                                          <p:spTgt spid="400429"/>
                                        </p:tgtEl>
                                        <p:attrNameLst>
                                          <p:attrName>ppt_w</p:attrName>
                                        </p:attrNameLst>
                                      </p:cBhvr>
                                      <p:tavLst>
                                        <p:tav tm="0">
                                          <p:val>
                                            <p:strVal val="#ppt_w"/>
                                          </p:val>
                                        </p:tav>
                                        <p:tav tm="100000">
                                          <p:val>
                                            <p:strVal val="#ppt_w"/>
                                          </p:val>
                                        </p:tav>
                                      </p:tavLst>
                                    </p:anim>
                                    <p:anim calcmode="lin" valueType="num">
                                      <p:cBhvr>
                                        <p:cTn id="98" dur="500" fill="hold"/>
                                        <p:tgtEl>
                                          <p:spTgt spid="400429"/>
                                        </p:tgtEl>
                                        <p:attrNameLst>
                                          <p:attrName>ppt_h</p:attrName>
                                        </p:attrNameLst>
                                      </p:cBhvr>
                                      <p:tavLst>
                                        <p:tav tm="0">
                                          <p:val>
                                            <p:fltVal val="0"/>
                                          </p:val>
                                        </p:tav>
                                        <p:tav tm="100000">
                                          <p:val>
                                            <p:strVal val="#ppt_h"/>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17" presetClass="entr" presetSubtype="4" fill="hold" grpId="0" nodeType="clickEffect">
                                  <p:stCondLst>
                                    <p:cond delay="0"/>
                                  </p:stCondLst>
                                  <p:childTnLst>
                                    <p:set>
                                      <p:cBhvr>
                                        <p:cTn id="102" dur="1" fill="hold">
                                          <p:stCondLst>
                                            <p:cond delay="0"/>
                                          </p:stCondLst>
                                        </p:cTn>
                                        <p:tgtEl>
                                          <p:spTgt spid="400430"/>
                                        </p:tgtEl>
                                        <p:attrNameLst>
                                          <p:attrName>style.visibility</p:attrName>
                                        </p:attrNameLst>
                                      </p:cBhvr>
                                      <p:to>
                                        <p:strVal val="visible"/>
                                      </p:to>
                                    </p:set>
                                    <p:anim calcmode="lin" valueType="num">
                                      <p:cBhvr>
                                        <p:cTn id="103" dur="500" fill="hold"/>
                                        <p:tgtEl>
                                          <p:spTgt spid="400430"/>
                                        </p:tgtEl>
                                        <p:attrNameLst>
                                          <p:attrName>ppt_x</p:attrName>
                                        </p:attrNameLst>
                                      </p:cBhvr>
                                      <p:tavLst>
                                        <p:tav tm="0">
                                          <p:val>
                                            <p:strVal val="#ppt_x"/>
                                          </p:val>
                                        </p:tav>
                                        <p:tav tm="100000">
                                          <p:val>
                                            <p:strVal val="#ppt_x"/>
                                          </p:val>
                                        </p:tav>
                                      </p:tavLst>
                                    </p:anim>
                                    <p:anim calcmode="lin" valueType="num">
                                      <p:cBhvr>
                                        <p:cTn id="104" dur="500" fill="hold"/>
                                        <p:tgtEl>
                                          <p:spTgt spid="400430"/>
                                        </p:tgtEl>
                                        <p:attrNameLst>
                                          <p:attrName>ppt_y</p:attrName>
                                        </p:attrNameLst>
                                      </p:cBhvr>
                                      <p:tavLst>
                                        <p:tav tm="0">
                                          <p:val>
                                            <p:strVal val="#ppt_y+#ppt_h/2"/>
                                          </p:val>
                                        </p:tav>
                                        <p:tav tm="100000">
                                          <p:val>
                                            <p:strVal val="#ppt_y"/>
                                          </p:val>
                                        </p:tav>
                                      </p:tavLst>
                                    </p:anim>
                                    <p:anim calcmode="lin" valueType="num">
                                      <p:cBhvr>
                                        <p:cTn id="105" dur="500" fill="hold"/>
                                        <p:tgtEl>
                                          <p:spTgt spid="400430"/>
                                        </p:tgtEl>
                                        <p:attrNameLst>
                                          <p:attrName>ppt_w</p:attrName>
                                        </p:attrNameLst>
                                      </p:cBhvr>
                                      <p:tavLst>
                                        <p:tav tm="0">
                                          <p:val>
                                            <p:strVal val="#ppt_w"/>
                                          </p:val>
                                        </p:tav>
                                        <p:tav tm="100000">
                                          <p:val>
                                            <p:strVal val="#ppt_w"/>
                                          </p:val>
                                        </p:tav>
                                      </p:tavLst>
                                    </p:anim>
                                    <p:anim calcmode="lin" valueType="num">
                                      <p:cBhvr>
                                        <p:cTn id="106" dur="500" fill="hold"/>
                                        <p:tgtEl>
                                          <p:spTgt spid="400430"/>
                                        </p:tgtEl>
                                        <p:attrNameLst>
                                          <p:attrName>ppt_h</p:attrName>
                                        </p:attrNameLst>
                                      </p:cBhvr>
                                      <p:tavLst>
                                        <p:tav tm="0">
                                          <p:val>
                                            <p:fltVal val="0"/>
                                          </p:val>
                                        </p:tav>
                                        <p:tav tm="100000">
                                          <p:val>
                                            <p:strVal val="#ppt_h"/>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7" presetClass="entr" presetSubtype="4" fill="hold" grpId="0" nodeType="clickEffect">
                                  <p:stCondLst>
                                    <p:cond delay="0"/>
                                  </p:stCondLst>
                                  <p:childTnLst>
                                    <p:set>
                                      <p:cBhvr>
                                        <p:cTn id="110" dur="1" fill="hold">
                                          <p:stCondLst>
                                            <p:cond delay="0"/>
                                          </p:stCondLst>
                                        </p:cTn>
                                        <p:tgtEl>
                                          <p:spTgt spid="400431"/>
                                        </p:tgtEl>
                                        <p:attrNameLst>
                                          <p:attrName>style.visibility</p:attrName>
                                        </p:attrNameLst>
                                      </p:cBhvr>
                                      <p:to>
                                        <p:strVal val="visible"/>
                                      </p:to>
                                    </p:set>
                                    <p:anim calcmode="lin" valueType="num">
                                      <p:cBhvr>
                                        <p:cTn id="111" dur="500" fill="hold"/>
                                        <p:tgtEl>
                                          <p:spTgt spid="400431"/>
                                        </p:tgtEl>
                                        <p:attrNameLst>
                                          <p:attrName>ppt_x</p:attrName>
                                        </p:attrNameLst>
                                      </p:cBhvr>
                                      <p:tavLst>
                                        <p:tav tm="0">
                                          <p:val>
                                            <p:strVal val="#ppt_x"/>
                                          </p:val>
                                        </p:tav>
                                        <p:tav tm="100000">
                                          <p:val>
                                            <p:strVal val="#ppt_x"/>
                                          </p:val>
                                        </p:tav>
                                      </p:tavLst>
                                    </p:anim>
                                    <p:anim calcmode="lin" valueType="num">
                                      <p:cBhvr>
                                        <p:cTn id="112" dur="500" fill="hold"/>
                                        <p:tgtEl>
                                          <p:spTgt spid="400431"/>
                                        </p:tgtEl>
                                        <p:attrNameLst>
                                          <p:attrName>ppt_y</p:attrName>
                                        </p:attrNameLst>
                                      </p:cBhvr>
                                      <p:tavLst>
                                        <p:tav tm="0">
                                          <p:val>
                                            <p:strVal val="#ppt_y+#ppt_h/2"/>
                                          </p:val>
                                        </p:tav>
                                        <p:tav tm="100000">
                                          <p:val>
                                            <p:strVal val="#ppt_y"/>
                                          </p:val>
                                        </p:tav>
                                      </p:tavLst>
                                    </p:anim>
                                    <p:anim calcmode="lin" valueType="num">
                                      <p:cBhvr>
                                        <p:cTn id="113" dur="500" fill="hold"/>
                                        <p:tgtEl>
                                          <p:spTgt spid="400431"/>
                                        </p:tgtEl>
                                        <p:attrNameLst>
                                          <p:attrName>ppt_w</p:attrName>
                                        </p:attrNameLst>
                                      </p:cBhvr>
                                      <p:tavLst>
                                        <p:tav tm="0">
                                          <p:val>
                                            <p:strVal val="#ppt_w"/>
                                          </p:val>
                                        </p:tav>
                                        <p:tav tm="100000">
                                          <p:val>
                                            <p:strVal val="#ppt_w"/>
                                          </p:val>
                                        </p:tav>
                                      </p:tavLst>
                                    </p:anim>
                                    <p:anim calcmode="lin" valueType="num">
                                      <p:cBhvr>
                                        <p:cTn id="114" dur="500" fill="hold"/>
                                        <p:tgtEl>
                                          <p:spTgt spid="400431"/>
                                        </p:tgtEl>
                                        <p:attrNameLst>
                                          <p:attrName>ppt_h</p:attrName>
                                        </p:attrNameLst>
                                      </p:cBhvr>
                                      <p:tavLst>
                                        <p:tav tm="0">
                                          <p:val>
                                            <p:fltVal val="0"/>
                                          </p:val>
                                        </p:tav>
                                        <p:tav tm="100000">
                                          <p:val>
                                            <p:strVal val="#ppt_h"/>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7" presetClass="entr" presetSubtype="8" fill="hold" grpId="0" nodeType="clickEffect">
                                  <p:stCondLst>
                                    <p:cond delay="0"/>
                                  </p:stCondLst>
                                  <p:childTnLst>
                                    <p:set>
                                      <p:cBhvr>
                                        <p:cTn id="118" dur="1" fill="hold">
                                          <p:stCondLst>
                                            <p:cond delay="0"/>
                                          </p:stCondLst>
                                        </p:cTn>
                                        <p:tgtEl>
                                          <p:spTgt spid="400510"/>
                                        </p:tgtEl>
                                        <p:attrNameLst>
                                          <p:attrName>style.visibility</p:attrName>
                                        </p:attrNameLst>
                                      </p:cBhvr>
                                      <p:to>
                                        <p:strVal val="visible"/>
                                      </p:to>
                                    </p:set>
                                    <p:anim calcmode="lin" valueType="num">
                                      <p:cBhvr>
                                        <p:cTn id="119" dur="500" fill="hold"/>
                                        <p:tgtEl>
                                          <p:spTgt spid="400510"/>
                                        </p:tgtEl>
                                        <p:attrNameLst>
                                          <p:attrName>ppt_x</p:attrName>
                                        </p:attrNameLst>
                                      </p:cBhvr>
                                      <p:tavLst>
                                        <p:tav tm="0">
                                          <p:val>
                                            <p:strVal val="#ppt_x-#ppt_w/2"/>
                                          </p:val>
                                        </p:tav>
                                        <p:tav tm="100000">
                                          <p:val>
                                            <p:strVal val="#ppt_x"/>
                                          </p:val>
                                        </p:tav>
                                      </p:tavLst>
                                    </p:anim>
                                    <p:anim calcmode="lin" valueType="num">
                                      <p:cBhvr>
                                        <p:cTn id="120" dur="500" fill="hold"/>
                                        <p:tgtEl>
                                          <p:spTgt spid="400510"/>
                                        </p:tgtEl>
                                        <p:attrNameLst>
                                          <p:attrName>ppt_y</p:attrName>
                                        </p:attrNameLst>
                                      </p:cBhvr>
                                      <p:tavLst>
                                        <p:tav tm="0">
                                          <p:val>
                                            <p:strVal val="#ppt_y"/>
                                          </p:val>
                                        </p:tav>
                                        <p:tav tm="100000">
                                          <p:val>
                                            <p:strVal val="#ppt_y"/>
                                          </p:val>
                                        </p:tav>
                                      </p:tavLst>
                                    </p:anim>
                                    <p:anim calcmode="lin" valueType="num">
                                      <p:cBhvr>
                                        <p:cTn id="121" dur="500" fill="hold"/>
                                        <p:tgtEl>
                                          <p:spTgt spid="400510"/>
                                        </p:tgtEl>
                                        <p:attrNameLst>
                                          <p:attrName>ppt_w</p:attrName>
                                        </p:attrNameLst>
                                      </p:cBhvr>
                                      <p:tavLst>
                                        <p:tav tm="0">
                                          <p:val>
                                            <p:fltVal val="0"/>
                                          </p:val>
                                        </p:tav>
                                        <p:tav tm="100000">
                                          <p:val>
                                            <p:strVal val="#ppt_w"/>
                                          </p:val>
                                        </p:tav>
                                      </p:tavLst>
                                    </p:anim>
                                    <p:anim calcmode="lin" valueType="num">
                                      <p:cBhvr>
                                        <p:cTn id="122" dur="500" fill="hold"/>
                                        <p:tgtEl>
                                          <p:spTgt spid="400510"/>
                                        </p:tgtEl>
                                        <p:attrNameLst>
                                          <p:attrName>ppt_h</p:attrName>
                                        </p:attrNameLst>
                                      </p:cBhvr>
                                      <p:tavLst>
                                        <p:tav tm="0">
                                          <p:val>
                                            <p:strVal val="#ppt_h"/>
                                          </p:val>
                                        </p:tav>
                                        <p:tav tm="100000">
                                          <p:val>
                                            <p:strVal val="#ppt_h"/>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8" presetClass="entr" presetSubtype="3" fill="hold" grpId="0" nodeType="clickEffect">
                                  <p:stCondLst>
                                    <p:cond delay="0"/>
                                  </p:stCondLst>
                                  <p:childTnLst>
                                    <p:set>
                                      <p:cBhvr>
                                        <p:cTn id="126" dur="1" fill="hold">
                                          <p:stCondLst>
                                            <p:cond delay="0"/>
                                          </p:stCondLst>
                                        </p:cTn>
                                        <p:tgtEl>
                                          <p:spTgt spid="400425"/>
                                        </p:tgtEl>
                                        <p:attrNameLst>
                                          <p:attrName>style.visibility</p:attrName>
                                        </p:attrNameLst>
                                      </p:cBhvr>
                                      <p:to>
                                        <p:strVal val="visible"/>
                                      </p:to>
                                    </p:set>
                                    <p:animEffect transition="in" filter="strips(upRight)">
                                      <p:cBhvr>
                                        <p:cTn id="127" dur="500"/>
                                        <p:tgtEl>
                                          <p:spTgt spid="400425"/>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7" presetClass="entr" presetSubtype="1" fill="hold" grpId="0" nodeType="clickEffect">
                                  <p:stCondLst>
                                    <p:cond delay="0"/>
                                  </p:stCondLst>
                                  <p:childTnLst>
                                    <p:set>
                                      <p:cBhvr>
                                        <p:cTn id="131" dur="1" fill="hold">
                                          <p:stCondLst>
                                            <p:cond delay="0"/>
                                          </p:stCondLst>
                                        </p:cTn>
                                        <p:tgtEl>
                                          <p:spTgt spid="400432"/>
                                        </p:tgtEl>
                                        <p:attrNameLst>
                                          <p:attrName>style.visibility</p:attrName>
                                        </p:attrNameLst>
                                      </p:cBhvr>
                                      <p:to>
                                        <p:strVal val="visible"/>
                                      </p:to>
                                    </p:set>
                                    <p:anim calcmode="lin" valueType="num">
                                      <p:cBhvr>
                                        <p:cTn id="132" dur="500" fill="hold"/>
                                        <p:tgtEl>
                                          <p:spTgt spid="400432"/>
                                        </p:tgtEl>
                                        <p:attrNameLst>
                                          <p:attrName>ppt_x</p:attrName>
                                        </p:attrNameLst>
                                      </p:cBhvr>
                                      <p:tavLst>
                                        <p:tav tm="0">
                                          <p:val>
                                            <p:strVal val="#ppt_x"/>
                                          </p:val>
                                        </p:tav>
                                        <p:tav tm="100000">
                                          <p:val>
                                            <p:strVal val="#ppt_x"/>
                                          </p:val>
                                        </p:tav>
                                      </p:tavLst>
                                    </p:anim>
                                    <p:anim calcmode="lin" valueType="num">
                                      <p:cBhvr>
                                        <p:cTn id="133" dur="500" fill="hold"/>
                                        <p:tgtEl>
                                          <p:spTgt spid="400432"/>
                                        </p:tgtEl>
                                        <p:attrNameLst>
                                          <p:attrName>ppt_y</p:attrName>
                                        </p:attrNameLst>
                                      </p:cBhvr>
                                      <p:tavLst>
                                        <p:tav tm="0">
                                          <p:val>
                                            <p:strVal val="#ppt_y-#ppt_h/2"/>
                                          </p:val>
                                        </p:tav>
                                        <p:tav tm="100000">
                                          <p:val>
                                            <p:strVal val="#ppt_y"/>
                                          </p:val>
                                        </p:tav>
                                      </p:tavLst>
                                    </p:anim>
                                    <p:anim calcmode="lin" valueType="num">
                                      <p:cBhvr>
                                        <p:cTn id="134" dur="500" fill="hold"/>
                                        <p:tgtEl>
                                          <p:spTgt spid="400432"/>
                                        </p:tgtEl>
                                        <p:attrNameLst>
                                          <p:attrName>ppt_w</p:attrName>
                                        </p:attrNameLst>
                                      </p:cBhvr>
                                      <p:tavLst>
                                        <p:tav tm="0">
                                          <p:val>
                                            <p:strVal val="#ppt_w"/>
                                          </p:val>
                                        </p:tav>
                                        <p:tav tm="100000">
                                          <p:val>
                                            <p:strVal val="#ppt_w"/>
                                          </p:val>
                                        </p:tav>
                                      </p:tavLst>
                                    </p:anim>
                                    <p:anim calcmode="lin" valueType="num">
                                      <p:cBhvr>
                                        <p:cTn id="135" dur="500" fill="hold"/>
                                        <p:tgtEl>
                                          <p:spTgt spid="400432"/>
                                        </p:tgtEl>
                                        <p:attrNameLst>
                                          <p:attrName>ppt_h</p:attrName>
                                        </p:attrNameLst>
                                      </p:cBhvr>
                                      <p:tavLst>
                                        <p:tav tm="0">
                                          <p:val>
                                            <p:fltVal val="0"/>
                                          </p:val>
                                        </p:tav>
                                        <p:tav tm="100000">
                                          <p:val>
                                            <p:strVal val="#ppt_h"/>
                                          </p:val>
                                        </p:tav>
                                      </p:tavLst>
                                    </p:anim>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7" presetClass="entr" presetSubtype="1" fill="hold" grpId="0" nodeType="clickEffect">
                                  <p:stCondLst>
                                    <p:cond delay="0"/>
                                  </p:stCondLst>
                                  <p:childTnLst>
                                    <p:set>
                                      <p:cBhvr>
                                        <p:cTn id="139" dur="1" fill="hold">
                                          <p:stCondLst>
                                            <p:cond delay="0"/>
                                          </p:stCondLst>
                                        </p:cTn>
                                        <p:tgtEl>
                                          <p:spTgt spid="400433"/>
                                        </p:tgtEl>
                                        <p:attrNameLst>
                                          <p:attrName>style.visibility</p:attrName>
                                        </p:attrNameLst>
                                      </p:cBhvr>
                                      <p:to>
                                        <p:strVal val="visible"/>
                                      </p:to>
                                    </p:set>
                                    <p:anim calcmode="lin" valueType="num">
                                      <p:cBhvr>
                                        <p:cTn id="140" dur="500" fill="hold"/>
                                        <p:tgtEl>
                                          <p:spTgt spid="400433"/>
                                        </p:tgtEl>
                                        <p:attrNameLst>
                                          <p:attrName>ppt_x</p:attrName>
                                        </p:attrNameLst>
                                      </p:cBhvr>
                                      <p:tavLst>
                                        <p:tav tm="0">
                                          <p:val>
                                            <p:strVal val="#ppt_x"/>
                                          </p:val>
                                        </p:tav>
                                        <p:tav tm="100000">
                                          <p:val>
                                            <p:strVal val="#ppt_x"/>
                                          </p:val>
                                        </p:tav>
                                      </p:tavLst>
                                    </p:anim>
                                    <p:anim calcmode="lin" valueType="num">
                                      <p:cBhvr>
                                        <p:cTn id="141" dur="500" fill="hold"/>
                                        <p:tgtEl>
                                          <p:spTgt spid="400433"/>
                                        </p:tgtEl>
                                        <p:attrNameLst>
                                          <p:attrName>ppt_y</p:attrName>
                                        </p:attrNameLst>
                                      </p:cBhvr>
                                      <p:tavLst>
                                        <p:tav tm="0">
                                          <p:val>
                                            <p:strVal val="#ppt_y-#ppt_h/2"/>
                                          </p:val>
                                        </p:tav>
                                        <p:tav tm="100000">
                                          <p:val>
                                            <p:strVal val="#ppt_y"/>
                                          </p:val>
                                        </p:tav>
                                      </p:tavLst>
                                    </p:anim>
                                    <p:anim calcmode="lin" valueType="num">
                                      <p:cBhvr>
                                        <p:cTn id="142" dur="500" fill="hold"/>
                                        <p:tgtEl>
                                          <p:spTgt spid="400433"/>
                                        </p:tgtEl>
                                        <p:attrNameLst>
                                          <p:attrName>ppt_w</p:attrName>
                                        </p:attrNameLst>
                                      </p:cBhvr>
                                      <p:tavLst>
                                        <p:tav tm="0">
                                          <p:val>
                                            <p:strVal val="#ppt_w"/>
                                          </p:val>
                                        </p:tav>
                                        <p:tav tm="100000">
                                          <p:val>
                                            <p:strVal val="#ppt_w"/>
                                          </p:val>
                                        </p:tav>
                                      </p:tavLst>
                                    </p:anim>
                                    <p:anim calcmode="lin" valueType="num">
                                      <p:cBhvr>
                                        <p:cTn id="143" dur="500" fill="hold"/>
                                        <p:tgtEl>
                                          <p:spTgt spid="400433"/>
                                        </p:tgtEl>
                                        <p:attrNameLst>
                                          <p:attrName>ppt_h</p:attrName>
                                        </p:attrNameLst>
                                      </p:cBhvr>
                                      <p:tavLst>
                                        <p:tav tm="0">
                                          <p:val>
                                            <p:fltVal val="0"/>
                                          </p:val>
                                        </p:tav>
                                        <p:tav tm="100000">
                                          <p:val>
                                            <p:strVal val="#ppt_h"/>
                                          </p:val>
                                        </p:tav>
                                      </p:tavLst>
                                    </p:anim>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7" presetClass="entr" presetSubtype="1" fill="hold" grpId="0" nodeType="clickEffect">
                                  <p:stCondLst>
                                    <p:cond delay="0"/>
                                  </p:stCondLst>
                                  <p:childTnLst>
                                    <p:set>
                                      <p:cBhvr>
                                        <p:cTn id="147" dur="1" fill="hold">
                                          <p:stCondLst>
                                            <p:cond delay="0"/>
                                          </p:stCondLst>
                                        </p:cTn>
                                        <p:tgtEl>
                                          <p:spTgt spid="400434"/>
                                        </p:tgtEl>
                                        <p:attrNameLst>
                                          <p:attrName>style.visibility</p:attrName>
                                        </p:attrNameLst>
                                      </p:cBhvr>
                                      <p:to>
                                        <p:strVal val="visible"/>
                                      </p:to>
                                    </p:set>
                                    <p:anim calcmode="lin" valueType="num">
                                      <p:cBhvr>
                                        <p:cTn id="148" dur="500" fill="hold"/>
                                        <p:tgtEl>
                                          <p:spTgt spid="400434"/>
                                        </p:tgtEl>
                                        <p:attrNameLst>
                                          <p:attrName>ppt_x</p:attrName>
                                        </p:attrNameLst>
                                      </p:cBhvr>
                                      <p:tavLst>
                                        <p:tav tm="0">
                                          <p:val>
                                            <p:strVal val="#ppt_x"/>
                                          </p:val>
                                        </p:tav>
                                        <p:tav tm="100000">
                                          <p:val>
                                            <p:strVal val="#ppt_x"/>
                                          </p:val>
                                        </p:tav>
                                      </p:tavLst>
                                    </p:anim>
                                    <p:anim calcmode="lin" valueType="num">
                                      <p:cBhvr>
                                        <p:cTn id="149" dur="500" fill="hold"/>
                                        <p:tgtEl>
                                          <p:spTgt spid="400434"/>
                                        </p:tgtEl>
                                        <p:attrNameLst>
                                          <p:attrName>ppt_y</p:attrName>
                                        </p:attrNameLst>
                                      </p:cBhvr>
                                      <p:tavLst>
                                        <p:tav tm="0">
                                          <p:val>
                                            <p:strVal val="#ppt_y-#ppt_h/2"/>
                                          </p:val>
                                        </p:tav>
                                        <p:tav tm="100000">
                                          <p:val>
                                            <p:strVal val="#ppt_y"/>
                                          </p:val>
                                        </p:tav>
                                      </p:tavLst>
                                    </p:anim>
                                    <p:anim calcmode="lin" valueType="num">
                                      <p:cBhvr>
                                        <p:cTn id="150" dur="500" fill="hold"/>
                                        <p:tgtEl>
                                          <p:spTgt spid="400434"/>
                                        </p:tgtEl>
                                        <p:attrNameLst>
                                          <p:attrName>ppt_w</p:attrName>
                                        </p:attrNameLst>
                                      </p:cBhvr>
                                      <p:tavLst>
                                        <p:tav tm="0">
                                          <p:val>
                                            <p:strVal val="#ppt_w"/>
                                          </p:val>
                                        </p:tav>
                                        <p:tav tm="100000">
                                          <p:val>
                                            <p:strVal val="#ppt_w"/>
                                          </p:val>
                                        </p:tav>
                                      </p:tavLst>
                                    </p:anim>
                                    <p:anim calcmode="lin" valueType="num">
                                      <p:cBhvr>
                                        <p:cTn id="151" dur="500" fill="hold"/>
                                        <p:tgtEl>
                                          <p:spTgt spid="400434"/>
                                        </p:tgtEl>
                                        <p:attrNameLst>
                                          <p:attrName>ppt_h</p:attrName>
                                        </p:attrNameLst>
                                      </p:cBhvr>
                                      <p:tavLst>
                                        <p:tav tm="0">
                                          <p:val>
                                            <p:fltVal val="0"/>
                                          </p:val>
                                        </p:tav>
                                        <p:tav tm="100000">
                                          <p:val>
                                            <p:strVal val="#ppt_h"/>
                                          </p:val>
                                        </p:tav>
                                      </p:tavLst>
                                    </p:anim>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7" presetClass="entr" presetSubtype="2" fill="hold" grpId="0" nodeType="clickEffect">
                                  <p:stCondLst>
                                    <p:cond delay="0"/>
                                  </p:stCondLst>
                                  <p:childTnLst>
                                    <p:set>
                                      <p:cBhvr>
                                        <p:cTn id="155" dur="1" fill="hold">
                                          <p:stCondLst>
                                            <p:cond delay="0"/>
                                          </p:stCondLst>
                                        </p:cTn>
                                        <p:tgtEl>
                                          <p:spTgt spid="400453"/>
                                        </p:tgtEl>
                                        <p:attrNameLst>
                                          <p:attrName>style.visibility</p:attrName>
                                        </p:attrNameLst>
                                      </p:cBhvr>
                                      <p:to>
                                        <p:strVal val="visible"/>
                                      </p:to>
                                    </p:set>
                                    <p:anim calcmode="lin" valueType="num">
                                      <p:cBhvr>
                                        <p:cTn id="156" dur="500" fill="hold"/>
                                        <p:tgtEl>
                                          <p:spTgt spid="400453"/>
                                        </p:tgtEl>
                                        <p:attrNameLst>
                                          <p:attrName>ppt_x</p:attrName>
                                        </p:attrNameLst>
                                      </p:cBhvr>
                                      <p:tavLst>
                                        <p:tav tm="0">
                                          <p:val>
                                            <p:strVal val="#ppt_x+#ppt_w/2"/>
                                          </p:val>
                                        </p:tav>
                                        <p:tav tm="100000">
                                          <p:val>
                                            <p:strVal val="#ppt_x"/>
                                          </p:val>
                                        </p:tav>
                                      </p:tavLst>
                                    </p:anim>
                                    <p:anim calcmode="lin" valueType="num">
                                      <p:cBhvr>
                                        <p:cTn id="157" dur="500" fill="hold"/>
                                        <p:tgtEl>
                                          <p:spTgt spid="400453"/>
                                        </p:tgtEl>
                                        <p:attrNameLst>
                                          <p:attrName>ppt_y</p:attrName>
                                        </p:attrNameLst>
                                      </p:cBhvr>
                                      <p:tavLst>
                                        <p:tav tm="0">
                                          <p:val>
                                            <p:strVal val="#ppt_y"/>
                                          </p:val>
                                        </p:tav>
                                        <p:tav tm="100000">
                                          <p:val>
                                            <p:strVal val="#ppt_y"/>
                                          </p:val>
                                        </p:tav>
                                      </p:tavLst>
                                    </p:anim>
                                    <p:anim calcmode="lin" valueType="num">
                                      <p:cBhvr>
                                        <p:cTn id="158" dur="500" fill="hold"/>
                                        <p:tgtEl>
                                          <p:spTgt spid="400453"/>
                                        </p:tgtEl>
                                        <p:attrNameLst>
                                          <p:attrName>ppt_w</p:attrName>
                                        </p:attrNameLst>
                                      </p:cBhvr>
                                      <p:tavLst>
                                        <p:tav tm="0">
                                          <p:val>
                                            <p:fltVal val="0"/>
                                          </p:val>
                                        </p:tav>
                                        <p:tav tm="100000">
                                          <p:val>
                                            <p:strVal val="#ppt_w"/>
                                          </p:val>
                                        </p:tav>
                                      </p:tavLst>
                                    </p:anim>
                                    <p:anim calcmode="lin" valueType="num">
                                      <p:cBhvr>
                                        <p:cTn id="159" dur="500" fill="hold"/>
                                        <p:tgtEl>
                                          <p:spTgt spid="400453"/>
                                        </p:tgtEl>
                                        <p:attrNameLst>
                                          <p:attrName>ppt_h</p:attrName>
                                        </p:attrNameLst>
                                      </p:cBhvr>
                                      <p:tavLst>
                                        <p:tav tm="0">
                                          <p:val>
                                            <p:strVal val="#ppt_h"/>
                                          </p:val>
                                        </p:tav>
                                        <p:tav tm="100000">
                                          <p:val>
                                            <p:strVal val="#ppt_h"/>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7" presetClass="entr" presetSubtype="1" fill="hold" grpId="0" nodeType="clickEffect">
                                  <p:stCondLst>
                                    <p:cond delay="0"/>
                                  </p:stCondLst>
                                  <p:childTnLst>
                                    <p:set>
                                      <p:cBhvr>
                                        <p:cTn id="163" dur="1" fill="hold">
                                          <p:stCondLst>
                                            <p:cond delay="0"/>
                                          </p:stCondLst>
                                        </p:cTn>
                                        <p:tgtEl>
                                          <p:spTgt spid="400454"/>
                                        </p:tgtEl>
                                        <p:attrNameLst>
                                          <p:attrName>style.visibility</p:attrName>
                                        </p:attrNameLst>
                                      </p:cBhvr>
                                      <p:to>
                                        <p:strVal val="visible"/>
                                      </p:to>
                                    </p:set>
                                    <p:anim calcmode="lin" valueType="num">
                                      <p:cBhvr>
                                        <p:cTn id="164" dur="500" fill="hold"/>
                                        <p:tgtEl>
                                          <p:spTgt spid="400454"/>
                                        </p:tgtEl>
                                        <p:attrNameLst>
                                          <p:attrName>ppt_x</p:attrName>
                                        </p:attrNameLst>
                                      </p:cBhvr>
                                      <p:tavLst>
                                        <p:tav tm="0">
                                          <p:val>
                                            <p:strVal val="#ppt_x"/>
                                          </p:val>
                                        </p:tav>
                                        <p:tav tm="100000">
                                          <p:val>
                                            <p:strVal val="#ppt_x"/>
                                          </p:val>
                                        </p:tav>
                                      </p:tavLst>
                                    </p:anim>
                                    <p:anim calcmode="lin" valueType="num">
                                      <p:cBhvr>
                                        <p:cTn id="165" dur="500" fill="hold"/>
                                        <p:tgtEl>
                                          <p:spTgt spid="400454"/>
                                        </p:tgtEl>
                                        <p:attrNameLst>
                                          <p:attrName>ppt_y</p:attrName>
                                        </p:attrNameLst>
                                      </p:cBhvr>
                                      <p:tavLst>
                                        <p:tav tm="0">
                                          <p:val>
                                            <p:strVal val="#ppt_y-#ppt_h/2"/>
                                          </p:val>
                                        </p:tav>
                                        <p:tav tm="100000">
                                          <p:val>
                                            <p:strVal val="#ppt_y"/>
                                          </p:val>
                                        </p:tav>
                                      </p:tavLst>
                                    </p:anim>
                                    <p:anim calcmode="lin" valueType="num">
                                      <p:cBhvr>
                                        <p:cTn id="166" dur="500" fill="hold"/>
                                        <p:tgtEl>
                                          <p:spTgt spid="400454"/>
                                        </p:tgtEl>
                                        <p:attrNameLst>
                                          <p:attrName>ppt_w</p:attrName>
                                        </p:attrNameLst>
                                      </p:cBhvr>
                                      <p:tavLst>
                                        <p:tav tm="0">
                                          <p:val>
                                            <p:strVal val="#ppt_w"/>
                                          </p:val>
                                        </p:tav>
                                        <p:tav tm="100000">
                                          <p:val>
                                            <p:strVal val="#ppt_w"/>
                                          </p:val>
                                        </p:tav>
                                      </p:tavLst>
                                    </p:anim>
                                    <p:anim calcmode="lin" valueType="num">
                                      <p:cBhvr>
                                        <p:cTn id="167" dur="500" fill="hold"/>
                                        <p:tgtEl>
                                          <p:spTgt spid="400454"/>
                                        </p:tgtEl>
                                        <p:attrNameLst>
                                          <p:attrName>ppt_h</p:attrName>
                                        </p:attrNameLst>
                                      </p:cBhvr>
                                      <p:tavLst>
                                        <p:tav tm="0">
                                          <p:val>
                                            <p:fltVal val="0"/>
                                          </p:val>
                                        </p:tav>
                                        <p:tav tm="100000">
                                          <p:val>
                                            <p:strVal val="#ppt_h"/>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8" presetClass="entr" presetSubtype="6" fill="hold" grpId="0" nodeType="clickEffect">
                                  <p:stCondLst>
                                    <p:cond delay="0"/>
                                  </p:stCondLst>
                                  <p:childTnLst>
                                    <p:set>
                                      <p:cBhvr>
                                        <p:cTn id="171" dur="1" fill="hold">
                                          <p:stCondLst>
                                            <p:cond delay="0"/>
                                          </p:stCondLst>
                                        </p:cTn>
                                        <p:tgtEl>
                                          <p:spTgt spid="400455"/>
                                        </p:tgtEl>
                                        <p:attrNameLst>
                                          <p:attrName>style.visibility</p:attrName>
                                        </p:attrNameLst>
                                      </p:cBhvr>
                                      <p:to>
                                        <p:strVal val="visible"/>
                                      </p:to>
                                    </p:set>
                                    <p:animEffect transition="in" filter="strips(downRight)">
                                      <p:cBhvr>
                                        <p:cTn id="172" dur="500"/>
                                        <p:tgtEl>
                                          <p:spTgt spid="400455"/>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1" presetClass="entr" presetSubtype="0" fill="hold" nodeType="clickEffect">
                                  <p:stCondLst>
                                    <p:cond delay="0"/>
                                  </p:stCondLst>
                                  <p:childTnLst>
                                    <p:set>
                                      <p:cBhvr>
                                        <p:cTn id="176" dur="1" fill="hold">
                                          <p:stCondLst>
                                            <p:cond delay="499"/>
                                          </p:stCondLst>
                                        </p:cTn>
                                        <p:tgtEl>
                                          <p:spTgt spid="400456"/>
                                        </p:tgtEl>
                                        <p:attrNameLst>
                                          <p:attrName>style.visibility</p:attrName>
                                        </p:attrNameLst>
                                      </p:cBhvr>
                                      <p:to>
                                        <p:strVal val="visible"/>
                                      </p:to>
                                    </p:se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17" presetClass="entr" presetSubtype="8" fill="hold" grpId="0" nodeType="clickEffect">
                                  <p:stCondLst>
                                    <p:cond delay="0"/>
                                  </p:stCondLst>
                                  <p:childTnLst>
                                    <p:set>
                                      <p:cBhvr>
                                        <p:cTn id="180" dur="1" fill="hold">
                                          <p:stCondLst>
                                            <p:cond delay="0"/>
                                          </p:stCondLst>
                                        </p:cTn>
                                        <p:tgtEl>
                                          <p:spTgt spid="400435"/>
                                        </p:tgtEl>
                                        <p:attrNameLst>
                                          <p:attrName>style.visibility</p:attrName>
                                        </p:attrNameLst>
                                      </p:cBhvr>
                                      <p:to>
                                        <p:strVal val="visible"/>
                                      </p:to>
                                    </p:set>
                                    <p:anim calcmode="lin" valueType="num">
                                      <p:cBhvr>
                                        <p:cTn id="181" dur="500" fill="hold"/>
                                        <p:tgtEl>
                                          <p:spTgt spid="400435"/>
                                        </p:tgtEl>
                                        <p:attrNameLst>
                                          <p:attrName>ppt_x</p:attrName>
                                        </p:attrNameLst>
                                      </p:cBhvr>
                                      <p:tavLst>
                                        <p:tav tm="0">
                                          <p:val>
                                            <p:strVal val="#ppt_x-#ppt_w/2"/>
                                          </p:val>
                                        </p:tav>
                                        <p:tav tm="100000">
                                          <p:val>
                                            <p:strVal val="#ppt_x"/>
                                          </p:val>
                                        </p:tav>
                                      </p:tavLst>
                                    </p:anim>
                                    <p:anim calcmode="lin" valueType="num">
                                      <p:cBhvr>
                                        <p:cTn id="182" dur="500" fill="hold"/>
                                        <p:tgtEl>
                                          <p:spTgt spid="400435"/>
                                        </p:tgtEl>
                                        <p:attrNameLst>
                                          <p:attrName>ppt_y</p:attrName>
                                        </p:attrNameLst>
                                      </p:cBhvr>
                                      <p:tavLst>
                                        <p:tav tm="0">
                                          <p:val>
                                            <p:strVal val="#ppt_y"/>
                                          </p:val>
                                        </p:tav>
                                        <p:tav tm="100000">
                                          <p:val>
                                            <p:strVal val="#ppt_y"/>
                                          </p:val>
                                        </p:tav>
                                      </p:tavLst>
                                    </p:anim>
                                    <p:anim calcmode="lin" valueType="num">
                                      <p:cBhvr>
                                        <p:cTn id="183" dur="500" fill="hold"/>
                                        <p:tgtEl>
                                          <p:spTgt spid="400435"/>
                                        </p:tgtEl>
                                        <p:attrNameLst>
                                          <p:attrName>ppt_w</p:attrName>
                                        </p:attrNameLst>
                                      </p:cBhvr>
                                      <p:tavLst>
                                        <p:tav tm="0">
                                          <p:val>
                                            <p:fltVal val="0"/>
                                          </p:val>
                                        </p:tav>
                                        <p:tav tm="100000">
                                          <p:val>
                                            <p:strVal val="#ppt_w"/>
                                          </p:val>
                                        </p:tav>
                                      </p:tavLst>
                                    </p:anim>
                                    <p:anim calcmode="lin" valueType="num">
                                      <p:cBhvr>
                                        <p:cTn id="184" dur="500" fill="hold"/>
                                        <p:tgtEl>
                                          <p:spTgt spid="400435"/>
                                        </p:tgtEl>
                                        <p:attrNameLst>
                                          <p:attrName>ppt_h</p:attrName>
                                        </p:attrNameLst>
                                      </p:cBhvr>
                                      <p:tavLst>
                                        <p:tav tm="0">
                                          <p:val>
                                            <p:strVal val="#ppt_h"/>
                                          </p:val>
                                        </p:tav>
                                        <p:tav tm="100000">
                                          <p:val>
                                            <p:strVal val="#ppt_h"/>
                                          </p:val>
                                        </p:tav>
                                      </p:tavLst>
                                    </p:anim>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7" presetClass="entr" presetSubtype="8" fill="hold" grpId="0" nodeType="clickEffect">
                                  <p:stCondLst>
                                    <p:cond delay="0"/>
                                  </p:stCondLst>
                                  <p:childTnLst>
                                    <p:set>
                                      <p:cBhvr>
                                        <p:cTn id="188" dur="1" fill="hold">
                                          <p:stCondLst>
                                            <p:cond delay="0"/>
                                          </p:stCondLst>
                                        </p:cTn>
                                        <p:tgtEl>
                                          <p:spTgt spid="400436"/>
                                        </p:tgtEl>
                                        <p:attrNameLst>
                                          <p:attrName>style.visibility</p:attrName>
                                        </p:attrNameLst>
                                      </p:cBhvr>
                                      <p:to>
                                        <p:strVal val="visible"/>
                                      </p:to>
                                    </p:set>
                                    <p:anim calcmode="lin" valueType="num">
                                      <p:cBhvr>
                                        <p:cTn id="189" dur="500" fill="hold"/>
                                        <p:tgtEl>
                                          <p:spTgt spid="400436"/>
                                        </p:tgtEl>
                                        <p:attrNameLst>
                                          <p:attrName>ppt_x</p:attrName>
                                        </p:attrNameLst>
                                      </p:cBhvr>
                                      <p:tavLst>
                                        <p:tav tm="0">
                                          <p:val>
                                            <p:strVal val="#ppt_x-#ppt_w/2"/>
                                          </p:val>
                                        </p:tav>
                                        <p:tav tm="100000">
                                          <p:val>
                                            <p:strVal val="#ppt_x"/>
                                          </p:val>
                                        </p:tav>
                                      </p:tavLst>
                                    </p:anim>
                                    <p:anim calcmode="lin" valueType="num">
                                      <p:cBhvr>
                                        <p:cTn id="190" dur="500" fill="hold"/>
                                        <p:tgtEl>
                                          <p:spTgt spid="400436"/>
                                        </p:tgtEl>
                                        <p:attrNameLst>
                                          <p:attrName>ppt_y</p:attrName>
                                        </p:attrNameLst>
                                      </p:cBhvr>
                                      <p:tavLst>
                                        <p:tav tm="0">
                                          <p:val>
                                            <p:strVal val="#ppt_y"/>
                                          </p:val>
                                        </p:tav>
                                        <p:tav tm="100000">
                                          <p:val>
                                            <p:strVal val="#ppt_y"/>
                                          </p:val>
                                        </p:tav>
                                      </p:tavLst>
                                    </p:anim>
                                    <p:anim calcmode="lin" valueType="num">
                                      <p:cBhvr>
                                        <p:cTn id="191" dur="500" fill="hold"/>
                                        <p:tgtEl>
                                          <p:spTgt spid="400436"/>
                                        </p:tgtEl>
                                        <p:attrNameLst>
                                          <p:attrName>ppt_w</p:attrName>
                                        </p:attrNameLst>
                                      </p:cBhvr>
                                      <p:tavLst>
                                        <p:tav tm="0">
                                          <p:val>
                                            <p:fltVal val="0"/>
                                          </p:val>
                                        </p:tav>
                                        <p:tav tm="100000">
                                          <p:val>
                                            <p:strVal val="#ppt_w"/>
                                          </p:val>
                                        </p:tav>
                                      </p:tavLst>
                                    </p:anim>
                                    <p:anim calcmode="lin" valueType="num">
                                      <p:cBhvr>
                                        <p:cTn id="192" dur="500" fill="hold"/>
                                        <p:tgtEl>
                                          <p:spTgt spid="400436"/>
                                        </p:tgtEl>
                                        <p:attrNameLst>
                                          <p:attrName>ppt_h</p:attrName>
                                        </p:attrNameLst>
                                      </p:cBhvr>
                                      <p:tavLst>
                                        <p:tav tm="0">
                                          <p:val>
                                            <p:strVal val="#ppt_h"/>
                                          </p:val>
                                        </p:tav>
                                        <p:tav tm="100000">
                                          <p:val>
                                            <p:strVal val="#ppt_h"/>
                                          </p:val>
                                        </p:tav>
                                      </p:tavLst>
                                    </p:anim>
                                  </p:childTnLst>
                                </p:cTn>
                              </p:par>
                            </p:childTnLst>
                          </p:cTn>
                        </p:par>
                      </p:childTnLst>
                    </p:cTn>
                  </p:par>
                  <p:par>
                    <p:cTn id="193" fill="hold" nodeType="clickPar">
                      <p:stCondLst>
                        <p:cond delay="indefinite"/>
                      </p:stCondLst>
                      <p:childTnLst>
                        <p:par>
                          <p:cTn id="194" fill="hold" nodeType="withGroup">
                            <p:stCondLst>
                              <p:cond delay="0"/>
                            </p:stCondLst>
                            <p:childTnLst>
                              <p:par>
                                <p:cTn id="195" presetID="17" presetClass="entr" presetSubtype="8" fill="hold" grpId="0" nodeType="clickEffect">
                                  <p:stCondLst>
                                    <p:cond delay="0"/>
                                  </p:stCondLst>
                                  <p:childTnLst>
                                    <p:set>
                                      <p:cBhvr>
                                        <p:cTn id="196" dur="1" fill="hold">
                                          <p:stCondLst>
                                            <p:cond delay="0"/>
                                          </p:stCondLst>
                                        </p:cTn>
                                        <p:tgtEl>
                                          <p:spTgt spid="400437"/>
                                        </p:tgtEl>
                                        <p:attrNameLst>
                                          <p:attrName>style.visibility</p:attrName>
                                        </p:attrNameLst>
                                      </p:cBhvr>
                                      <p:to>
                                        <p:strVal val="visible"/>
                                      </p:to>
                                    </p:set>
                                    <p:anim calcmode="lin" valueType="num">
                                      <p:cBhvr>
                                        <p:cTn id="197" dur="500" fill="hold"/>
                                        <p:tgtEl>
                                          <p:spTgt spid="400437"/>
                                        </p:tgtEl>
                                        <p:attrNameLst>
                                          <p:attrName>ppt_x</p:attrName>
                                        </p:attrNameLst>
                                      </p:cBhvr>
                                      <p:tavLst>
                                        <p:tav tm="0">
                                          <p:val>
                                            <p:strVal val="#ppt_x-#ppt_w/2"/>
                                          </p:val>
                                        </p:tav>
                                        <p:tav tm="100000">
                                          <p:val>
                                            <p:strVal val="#ppt_x"/>
                                          </p:val>
                                        </p:tav>
                                      </p:tavLst>
                                    </p:anim>
                                    <p:anim calcmode="lin" valueType="num">
                                      <p:cBhvr>
                                        <p:cTn id="198" dur="500" fill="hold"/>
                                        <p:tgtEl>
                                          <p:spTgt spid="400437"/>
                                        </p:tgtEl>
                                        <p:attrNameLst>
                                          <p:attrName>ppt_y</p:attrName>
                                        </p:attrNameLst>
                                      </p:cBhvr>
                                      <p:tavLst>
                                        <p:tav tm="0">
                                          <p:val>
                                            <p:strVal val="#ppt_y"/>
                                          </p:val>
                                        </p:tav>
                                        <p:tav tm="100000">
                                          <p:val>
                                            <p:strVal val="#ppt_y"/>
                                          </p:val>
                                        </p:tav>
                                      </p:tavLst>
                                    </p:anim>
                                    <p:anim calcmode="lin" valueType="num">
                                      <p:cBhvr>
                                        <p:cTn id="199" dur="500" fill="hold"/>
                                        <p:tgtEl>
                                          <p:spTgt spid="400437"/>
                                        </p:tgtEl>
                                        <p:attrNameLst>
                                          <p:attrName>ppt_w</p:attrName>
                                        </p:attrNameLst>
                                      </p:cBhvr>
                                      <p:tavLst>
                                        <p:tav tm="0">
                                          <p:val>
                                            <p:fltVal val="0"/>
                                          </p:val>
                                        </p:tav>
                                        <p:tav tm="100000">
                                          <p:val>
                                            <p:strVal val="#ppt_w"/>
                                          </p:val>
                                        </p:tav>
                                      </p:tavLst>
                                    </p:anim>
                                    <p:anim calcmode="lin" valueType="num">
                                      <p:cBhvr>
                                        <p:cTn id="200" dur="500" fill="hold"/>
                                        <p:tgtEl>
                                          <p:spTgt spid="400437"/>
                                        </p:tgtEl>
                                        <p:attrNameLst>
                                          <p:attrName>ppt_h</p:attrName>
                                        </p:attrNameLst>
                                      </p:cBhvr>
                                      <p:tavLst>
                                        <p:tav tm="0">
                                          <p:val>
                                            <p:strVal val="#ppt_h"/>
                                          </p:val>
                                        </p:tav>
                                        <p:tav tm="100000">
                                          <p:val>
                                            <p:strVal val="#ppt_h"/>
                                          </p:val>
                                        </p:tav>
                                      </p:tavLst>
                                    </p:anim>
                                  </p:childTnLst>
                                </p:cTn>
                              </p:par>
                            </p:childTnLst>
                          </p:cTn>
                        </p:par>
                      </p:childTnLst>
                    </p:cTn>
                  </p:par>
                  <p:par>
                    <p:cTn id="201" fill="hold" nodeType="clickPar">
                      <p:stCondLst>
                        <p:cond delay="indefinite"/>
                      </p:stCondLst>
                      <p:childTnLst>
                        <p:par>
                          <p:cTn id="202" fill="hold" nodeType="withGroup">
                            <p:stCondLst>
                              <p:cond delay="0"/>
                            </p:stCondLst>
                            <p:childTnLst>
                              <p:par>
                                <p:cTn id="203" presetID="17" presetClass="entr" presetSubtype="8" fill="hold" grpId="0" nodeType="clickEffect">
                                  <p:stCondLst>
                                    <p:cond delay="0"/>
                                  </p:stCondLst>
                                  <p:childTnLst>
                                    <p:set>
                                      <p:cBhvr>
                                        <p:cTn id="204" dur="1" fill="hold">
                                          <p:stCondLst>
                                            <p:cond delay="0"/>
                                          </p:stCondLst>
                                        </p:cTn>
                                        <p:tgtEl>
                                          <p:spTgt spid="400438"/>
                                        </p:tgtEl>
                                        <p:attrNameLst>
                                          <p:attrName>style.visibility</p:attrName>
                                        </p:attrNameLst>
                                      </p:cBhvr>
                                      <p:to>
                                        <p:strVal val="visible"/>
                                      </p:to>
                                    </p:set>
                                    <p:anim calcmode="lin" valueType="num">
                                      <p:cBhvr>
                                        <p:cTn id="205" dur="500" fill="hold"/>
                                        <p:tgtEl>
                                          <p:spTgt spid="400438"/>
                                        </p:tgtEl>
                                        <p:attrNameLst>
                                          <p:attrName>ppt_x</p:attrName>
                                        </p:attrNameLst>
                                      </p:cBhvr>
                                      <p:tavLst>
                                        <p:tav tm="0">
                                          <p:val>
                                            <p:strVal val="#ppt_x-#ppt_w/2"/>
                                          </p:val>
                                        </p:tav>
                                        <p:tav tm="100000">
                                          <p:val>
                                            <p:strVal val="#ppt_x"/>
                                          </p:val>
                                        </p:tav>
                                      </p:tavLst>
                                    </p:anim>
                                    <p:anim calcmode="lin" valueType="num">
                                      <p:cBhvr>
                                        <p:cTn id="206" dur="500" fill="hold"/>
                                        <p:tgtEl>
                                          <p:spTgt spid="400438"/>
                                        </p:tgtEl>
                                        <p:attrNameLst>
                                          <p:attrName>ppt_y</p:attrName>
                                        </p:attrNameLst>
                                      </p:cBhvr>
                                      <p:tavLst>
                                        <p:tav tm="0">
                                          <p:val>
                                            <p:strVal val="#ppt_y"/>
                                          </p:val>
                                        </p:tav>
                                        <p:tav tm="100000">
                                          <p:val>
                                            <p:strVal val="#ppt_y"/>
                                          </p:val>
                                        </p:tav>
                                      </p:tavLst>
                                    </p:anim>
                                    <p:anim calcmode="lin" valueType="num">
                                      <p:cBhvr>
                                        <p:cTn id="207" dur="500" fill="hold"/>
                                        <p:tgtEl>
                                          <p:spTgt spid="400438"/>
                                        </p:tgtEl>
                                        <p:attrNameLst>
                                          <p:attrName>ppt_w</p:attrName>
                                        </p:attrNameLst>
                                      </p:cBhvr>
                                      <p:tavLst>
                                        <p:tav tm="0">
                                          <p:val>
                                            <p:fltVal val="0"/>
                                          </p:val>
                                        </p:tav>
                                        <p:tav tm="100000">
                                          <p:val>
                                            <p:strVal val="#ppt_w"/>
                                          </p:val>
                                        </p:tav>
                                      </p:tavLst>
                                    </p:anim>
                                    <p:anim calcmode="lin" valueType="num">
                                      <p:cBhvr>
                                        <p:cTn id="208" dur="500" fill="hold"/>
                                        <p:tgtEl>
                                          <p:spTgt spid="400438"/>
                                        </p:tgtEl>
                                        <p:attrNameLst>
                                          <p:attrName>ppt_h</p:attrName>
                                        </p:attrNameLst>
                                      </p:cBhvr>
                                      <p:tavLst>
                                        <p:tav tm="0">
                                          <p:val>
                                            <p:strVal val="#ppt_h"/>
                                          </p:val>
                                        </p:tav>
                                        <p:tav tm="100000">
                                          <p:val>
                                            <p:strVal val="#ppt_h"/>
                                          </p:val>
                                        </p:tav>
                                      </p:tavLst>
                                    </p:anim>
                                  </p:childTnLst>
                                </p:cTn>
                              </p:par>
                            </p:childTnLst>
                          </p:cTn>
                        </p:par>
                      </p:childTnLst>
                    </p:cTn>
                  </p:par>
                  <p:par>
                    <p:cTn id="209" fill="hold" nodeType="clickPar">
                      <p:stCondLst>
                        <p:cond delay="indefinite"/>
                      </p:stCondLst>
                      <p:childTnLst>
                        <p:par>
                          <p:cTn id="210" fill="hold" nodeType="withGroup">
                            <p:stCondLst>
                              <p:cond delay="0"/>
                            </p:stCondLst>
                            <p:childTnLst>
                              <p:par>
                                <p:cTn id="211" presetID="23" presetClass="entr" presetSubtype="16" fill="hold" grpId="0" nodeType="clickEffect">
                                  <p:stCondLst>
                                    <p:cond delay="0"/>
                                  </p:stCondLst>
                                  <p:childTnLst>
                                    <p:set>
                                      <p:cBhvr>
                                        <p:cTn id="212" dur="1" fill="hold">
                                          <p:stCondLst>
                                            <p:cond delay="0"/>
                                          </p:stCondLst>
                                        </p:cTn>
                                        <p:tgtEl>
                                          <p:spTgt spid="400445"/>
                                        </p:tgtEl>
                                        <p:attrNameLst>
                                          <p:attrName>style.visibility</p:attrName>
                                        </p:attrNameLst>
                                      </p:cBhvr>
                                      <p:to>
                                        <p:strVal val="visible"/>
                                      </p:to>
                                    </p:set>
                                    <p:anim calcmode="lin" valueType="num">
                                      <p:cBhvr>
                                        <p:cTn id="213" dur="500" fill="hold"/>
                                        <p:tgtEl>
                                          <p:spTgt spid="400445"/>
                                        </p:tgtEl>
                                        <p:attrNameLst>
                                          <p:attrName>ppt_w</p:attrName>
                                        </p:attrNameLst>
                                      </p:cBhvr>
                                      <p:tavLst>
                                        <p:tav tm="0">
                                          <p:val>
                                            <p:fltVal val="0"/>
                                          </p:val>
                                        </p:tav>
                                        <p:tav tm="100000">
                                          <p:val>
                                            <p:strVal val="#ppt_w"/>
                                          </p:val>
                                        </p:tav>
                                      </p:tavLst>
                                    </p:anim>
                                    <p:anim calcmode="lin" valueType="num">
                                      <p:cBhvr>
                                        <p:cTn id="214" dur="500" fill="hold"/>
                                        <p:tgtEl>
                                          <p:spTgt spid="400445"/>
                                        </p:tgtEl>
                                        <p:attrNameLst>
                                          <p:attrName>ppt_h</p:attrName>
                                        </p:attrNameLst>
                                      </p:cBhvr>
                                      <p:tavLst>
                                        <p:tav tm="0">
                                          <p:val>
                                            <p:fltVal val="0"/>
                                          </p:val>
                                        </p:tav>
                                        <p:tav tm="100000">
                                          <p:val>
                                            <p:strVal val="#ppt_h"/>
                                          </p:val>
                                        </p:tav>
                                      </p:tavLst>
                                    </p:anim>
                                  </p:childTnLst>
                                </p:cTn>
                              </p:par>
                            </p:childTnLst>
                          </p:cTn>
                        </p:par>
                      </p:childTnLst>
                    </p:cTn>
                  </p:par>
                  <p:par>
                    <p:cTn id="215" fill="hold" nodeType="clickPar">
                      <p:stCondLst>
                        <p:cond delay="indefinite"/>
                      </p:stCondLst>
                      <p:childTnLst>
                        <p:par>
                          <p:cTn id="216" fill="hold" nodeType="withGroup">
                            <p:stCondLst>
                              <p:cond delay="0"/>
                            </p:stCondLst>
                            <p:childTnLst>
                              <p:par>
                                <p:cTn id="217" presetID="23" presetClass="entr" presetSubtype="16" fill="hold" grpId="0" nodeType="clickEffect">
                                  <p:stCondLst>
                                    <p:cond delay="0"/>
                                  </p:stCondLst>
                                  <p:childTnLst>
                                    <p:set>
                                      <p:cBhvr>
                                        <p:cTn id="218" dur="1" fill="hold">
                                          <p:stCondLst>
                                            <p:cond delay="0"/>
                                          </p:stCondLst>
                                        </p:cTn>
                                        <p:tgtEl>
                                          <p:spTgt spid="400444"/>
                                        </p:tgtEl>
                                        <p:attrNameLst>
                                          <p:attrName>style.visibility</p:attrName>
                                        </p:attrNameLst>
                                      </p:cBhvr>
                                      <p:to>
                                        <p:strVal val="visible"/>
                                      </p:to>
                                    </p:set>
                                    <p:anim calcmode="lin" valueType="num">
                                      <p:cBhvr>
                                        <p:cTn id="219" dur="500" fill="hold"/>
                                        <p:tgtEl>
                                          <p:spTgt spid="400444"/>
                                        </p:tgtEl>
                                        <p:attrNameLst>
                                          <p:attrName>ppt_w</p:attrName>
                                        </p:attrNameLst>
                                      </p:cBhvr>
                                      <p:tavLst>
                                        <p:tav tm="0">
                                          <p:val>
                                            <p:fltVal val="0"/>
                                          </p:val>
                                        </p:tav>
                                        <p:tav tm="100000">
                                          <p:val>
                                            <p:strVal val="#ppt_w"/>
                                          </p:val>
                                        </p:tav>
                                      </p:tavLst>
                                    </p:anim>
                                    <p:anim calcmode="lin" valueType="num">
                                      <p:cBhvr>
                                        <p:cTn id="220" dur="500" fill="hold"/>
                                        <p:tgtEl>
                                          <p:spTgt spid="400444"/>
                                        </p:tgtEl>
                                        <p:attrNameLst>
                                          <p:attrName>ppt_h</p:attrName>
                                        </p:attrNameLst>
                                      </p:cBhvr>
                                      <p:tavLst>
                                        <p:tav tm="0">
                                          <p:val>
                                            <p:fltVal val="0"/>
                                          </p:val>
                                        </p:tav>
                                        <p:tav tm="100000">
                                          <p:val>
                                            <p:strVal val="#ppt_h"/>
                                          </p:val>
                                        </p:tav>
                                      </p:tavLst>
                                    </p:anim>
                                  </p:childTnLst>
                                </p:cTn>
                              </p:par>
                            </p:childTnLst>
                          </p:cTn>
                        </p:par>
                      </p:childTnLst>
                    </p:cTn>
                  </p:par>
                  <p:par>
                    <p:cTn id="221" fill="hold" nodeType="clickPar">
                      <p:stCondLst>
                        <p:cond delay="indefinite"/>
                      </p:stCondLst>
                      <p:childTnLst>
                        <p:par>
                          <p:cTn id="222" fill="hold" nodeType="withGroup">
                            <p:stCondLst>
                              <p:cond delay="0"/>
                            </p:stCondLst>
                            <p:childTnLst>
                              <p:par>
                                <p:cTn id="223" presetID="23" presetClass="entr" presetSubtype="16" fill="hold" grpId="0" nodeType="clickEffect">
                                  <p:stCondLst>
                                    <p:cond delay="0"/>
                                  </p:stCondLst>
                                  <p:childTnLst>
                                    <p:set>
                                      <p:cBhvr>
                                        <p:cTn id="224" dur="1" fill="hold">
                                          <p:stCondLst>
                                            <p:cond delay="0"/>
                                          </p:stCondLst>
                                        </p:cTn>
                                        <p:tgtEl>
                                          <p:spTgt spid="400443"/>
                                        </p:tgtEl>
                                        <p:attrNameLst>
                                          <p:attrName>style.visibility</p:attrName>
                                        </p:attrNameLst>
                                      </p:cBhvr>
                                      <p:to>
                                        <p:strVal val="visible"/>
                                      </p:to>
                                    </p:set>
                                    <p:anim calcmode="lin" valueType="num">
                                      <p:cBhvr>
                                        <p:cTn id="225" dur="500" fill="hold"/>
                                        <p:tgtEl>
                                          <p:spTgt spid="400443"/>
                                        </p:tgtEl>
                                        <p:attrNameLst>
                                          <p:attrName>ppt_w</p:attrName>
                                        </p:attrNameLst>
                                      </p:cBhvr>
                                      <p:tavLst>
                                        <p:tav tm="0">
                                          <p:val>
                                            <p:fltVal val="0"/>
                                          </p:val>
                                        </p:tav>
                                        <p:tav tm="100000">
                                          <p:val>
                                            <p:strVal val="#ppt_w"/>
                                          </p:val>
                                        </p:tav>
                                      </p:tavLst>
                                    </p:anim>
                                    <p:anim calcmode="lin" valueType="num">
                                      <p:cBhvr>
                                        <p:cTn id="226" dur="500" fill="hold"/>
                                        <p:tgtEl>
                                          <p:spTgt spid="400443"/>
                                        </p:tgtEl>
                                        <p:attrNameLst>
                                          <p:attrName>ppt_h</p:attrName>
                                        </p:attrNameLst>
                                      </p:cBhvr>
                                      <p:tavLst>
                                        <p:tav tm="0">
                                          <p:val>
                                            <p:fltVal val="0"/>
                                          </p:val>
                                        </p:tav>
                                        <p:tav tm="100000">
                                          <p:val>
                                            <p:strVal val="#ppt_h"/>
                                          </p:val>
                                        </p:tav>
                                      </p:tavLst>
                                    </p:anim>
                                  </p:childTnLst>
                                </p:cTn>
                              </p:par>
                            </p:childTnLst>
                          </p:cTn>
                        </p:par>
                      </p:childTnLst>
                    </p:cTn>
                  </p:par>
                  <p:par>
                    <p:cTn id="227" fill="hold" nodeType="clickPar">
                      <p:stCondLst>
                        <p:cond delay="indefinite"/>
                      </p:stCondLst>
                      <p:childTnLst>
                        <p:par>
                          <p:cTn id="228" fill="hold" nodeType="withGroup">
                            <p:stCondLst>
                              <p:cond delay="0"/>
                            </p:stCondLst>
                            <p:childTnLst>
                              <p:par>
                                <p:cTn id="229" presetID="23" presetClass="entr" presetSubtype="16" fill="hold" grpId="0" nodeType="clickEffect">
                                  <p:stCondLst>
                                    <p:cond delay="0"/>
                                  </p:stCondLst>
                                  <p:childTnLst>
                                    <p:set>
                                      <p:cBhvr>
                                        <p:cTn id="230" dur="1" fill="hold">
                                          <p:stCondLst>
                                            <p:cond delay="0"/>
                                          </p:stCondLst>
                                        </p:cTn>
                                        <p:tgtEl>
                                          <p:spTgt spid="400442"/>
                                        </p:tgtEl>
                                        <p:attrNameLst>
                                          <p:attrName>style.visibility</p:attrName>
                                        </p:attrNameLst>
                                      </p:cBhvr>
                                      <p:to>
                                        <p:strVal val="visible"/>
                                      </p:to>
                                    </p:set>
                                    <p:anim calcmode="lin" valueType="num">
                                      <p:cBhvr>
                                        <p:cTn id="231" dur="500" fill="hold"/>
                                        <p:tgtEl>
                                          <p:spTgt spid="400442"/>
                                        </p:tgtEl>
                                        <p:attrNameLst>
                                          <p:attrName>ppt_w</p:attrName>
                                        </p:attrNameLst>
                                      </p:cBhvr>
                                      <p:tavLst>
                                        <p:tav tm="0">
                                          <p:val>
                                            <p:fltVal val="0"/>
                                          </p:val>
                                        </p:tav>
                                        <p:tav tm="100000">
                                          <p:val>
                                            <p:strVal val="#ppt_w"/>
                                          </p:val>
                                        </p:tav>
                                      </p:tavLst>
                                    </p:anim>
                                    <p:anim calcmode="lin" valueType="num">
                                      <p:cBhvr>
                                        <p:cTn id="232" dur="500" fill="hold"/>
                                        <p:tgtEl>
                                          <p:spTgt spid="400442"/>
                                        </p:tgtEl>
                                        <p:attrNameLst>
                                          <p:attrName>ppt_h</p:attrName>
                                        </p:attrNameLst>
                                      </p:cBhvr>
                                      <p:tavLst>
                                        <p:tav tm="0">
                                          <p:val>
                                            <p:fltVal val="0"/>
                                          </p:val>
                                        </p:tav>
                                        <p:tav tm="100000">
                                          <p:val>
                                            <p:strVal val="#ppt_h"/>
                                          </p:val>
                                        </p:tav>
                                      </p:tavLst>
                                    </p:anim>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3" presetClass="entr" presetSubtype="16" fill="hold" grpId="0" nodeType="clickEffect">
                                  <p:stCondLst>
                                    <p:cond delay="0"/>
                                  </p:stCondLst>
                                  <p:childTnLst>
                                    <p:set>
                                      <p:cBhvr>
                                        <p:cTn id="236" dur="1" fill="hold">
                                          <p:stCondLst>
                                            <p:cond delay="0"/>
                                          </p:stCondLst>
                                        </p:cTn>
                                        <p:tgtEl>
                                          <p:spTgt spid="400441"/>
                                        </p:tgtEl>
                                        <p:attrNameLst>
                                          <p:attrName>style.visibility</p:attrName>
                                        </p:attrNameLst>
                                      </p:cBhvr>
                                      <p:to>
                                        <p:strVal val="visible"/>
                                      </p:to>
                                    </p:set>
                                    <p:anim calcmode="lin" valueType="num">
                                      <p:cBhvr>
                                        <p:cTn id="237" dur="500" fill="hold"/>
                                        <p:tgtEl>
                                          <p:spTgt spid="400441"/>
                                        </p:tgtEl>
                                        <p:attrNameLst>
                                          <p:attrName>ppt_w</p:attrName>
                                        </p:attrNameLst>
                                      </p:cBhvr>
                                      <p:tavLst>
                                        <p:tav tm="0">
                                          <p:val>
                                            <p:fltVal val="0"/>
                                          </p:val>
                                        </p:tav>
                                        <p:tav tm="100000">
                                          <p:val>
                                            <p:strVal val="#ppt_w"/>
                                          </p:val>
                                        </p:tav>
                                      </p:tavLst>
                                    </p:anim>
                                    <p:anim calcmode="lin" valueType="num">
                                      <p:cBhvr>
                                        <p:cTn id="238" dur="500" fill="hold"/>
                                        <p:tgtEl>
                                          <p:spTgt spid="400441"/>
                                        </p:tgtEl>
                                        <p:attrNameLst>
                                          <p:attrName>ppt_h</p:attrName>
                                        </p:attrNameLst>
                                      </p:cBhvr>
                                      <p:tavLst>
                                        <p:tav tm="0">
                                          <p:val>
                                            <p:fltVal val="0"/>
                                          </p:val>
                                        </p:tav>
                                        <p:tav tm="100000">
                                          <p:val>
                                            <p:strVal val="#ppt_h"/>
                                          </p:val>
                                        </p:tav>
                                      </p:tavLst>
                                    </p:anim>
                                  </p:childTnLst>
                                </p:cTn>
                              </p:par>
                            </p:childTnLst>
                          </p:cTn>
                        </p:par>
                      </p:childTnLst>
                    </p:cTn>
                  </p:par>
                  <p:par>
                    <p:cTn id="239" fill="hold" nodeType="clickPar">
                      <p:stCondLst>
                        <p:cond delay="indefinite"/>
                      </p:stCondLst>
                      <p:childTnLst>
                        <p:par>
                          <p:cTn id="240" fill="hold" nodeType="withGroup">
                            <p:stCondLst>
                              <p:cond delay="0"/>
                            </p:stCondLst>
                            <p:childTnLst>
                              <p:par>
                                <p:cTn id="241" presetID="23" presetClass="entr" presetSubtype="16" fill="hold" grpId="0" nodeType="clickEffect">
                                  <p:stCondLst>
                                    <p:cond delay="0"/>
                                  </p:stCondLst>
                                  <p:childTnLst>
                                    <p:set>
                                      <p:cBhvr>
                                        <p:cTn id="242" dur="1" fill="hold">
                                          <p:stCondLst>
                                            <p:cond delay="0"/>
                                          </p:stCondLst>
                                        </p:cTn>
                                        <p:tgtEl>
                                          <p:spTgt spid="400440"/>
                                        </p:tgtEl>
                                        <p:attrNameLst>
                                          <p:attrName>style.visibility</p:attrName>
                                        </p:attrNameLst>
                                      </p:cBhvr>
                                      <p:to>
                                        <p:strVal val="visible"/>
                                      </p:to>
                                    </p:set>
                                    <p:anim calcmode="lin" valueType="num">
                                      <p:cBhvr>
                                        <p:cTn id="243" dur="500" fill="hold"/>
                                        <p:tgtEl>
                                          <p:spTgt spid="400440"/>
                                        </p:tgtEl>
                                        <p:attrNameLst>
                                          <p:attrName>ppt_w</p:attrName>
                                        </p:attrNameLst>
                                      </p:cBhvr>
                                      <p:tavLst>
                                        <p:tav tm="0">
                                          <p:val>
                                            <p:fltVal val="0"/>
                                          </p:val>
                                        </p:tav>
                                        <p:tav tm="100000">
                                          <p:val>
                                            <p:strVal val="#ppt_w"/>
                                          </p:val>
                                        </p:tav>
                                      </p:tavLst>
                                    </p:anim>
                                    <p:anim calcmode="lin" valueType="num">
                                      <p:cBhvr>
                                        <p:cTn id="244" dur="500" fill="hold"/>
                                        <p:tgtEl>
                                          <p:spTgt spid="400440"/>
                                        </p:tgtEl>
                                        <p:attrNameLst>
                                          <p:attrName>ppt_h</p:attrName>
                                        </p:attrNameLst>
                                      </p:cBhvr>
                                      <p:tavLst>
                                        <p:tav tm="0">
                                          <p:val>
                                            <p:fltVal val="0"/>
                                          </p:val>
                                        </p:tav>
                                        <p:tav tm="100000">
                                          <p:val>
                                            <p:strVal val="#ppt_h"/>
                                          </p:val>
                                        </p:tav>
                                      </p:tavLst>
                                    </p:anim>
                                  </p:childTnLst>
                                </p:cTn>
                              </p:par>
                            </p:childTnLst>
                          </p:cTn>
                        </p:par>
                      </p:childTnLst>
                    </p:cTn>
                  </p:par>
                  <p:par>
                    <p:cTn id="245" fill="hold" nodeType="clickPar">
                      <p:stCondLst>
                        <p:cond delay="indefinite"/>
                      </p:stCondLst>
                      <p:childTnLst>
                        <p:par>
                          <p:cTn id="246" fill="hold" nodeType="withGroup">
                            <p:stCondLst>
                              <p:cond delay="0"/>
                            </p:stCondLst>
                            <p:childTnLst>
                              <p:par>
                                <p:cTn id="247" presetID="23" presetClass="entr" presetSubtype="16" fill="hold" grpId="0" nodeType="clickEffect">
                                  <p:stCondLst>
                                    <p:cond delay="0"/>
                                  </p:stCondLst>
                                  <p:childTnLst>
                                    <p:set>
                                      <p:cBhvr>
                                        <p:cTn id="248" dur="1" fill="hold">
                                          <p:stCondLst>
                                            <p:cond delay="0"/>
                                          </p:stCondLst>
                                        </p:cTn>
                                        <p:tgtEl>
                                          <p:spTgt spid="400439"/>
                                        </p:tgtEl>
                                        <p:attrNameLst>
                                          <p:attrName>style.visibility</p:attrName>
                                        </p:attrNameLst>
                                      </p:cBhvr>
                                      <p:to>
                                        <p:strVal val="visible"/>
                                      </p:to>
                                    </p:set>
                                    <p:anim calcmode="lin" valueType="num">
                                      <p:cBhvr>
                                        <p:cTn id="249" dur="500" fill="hold"/>
                                        <p:tgtEl>
                                          <p:spTgt spid="400439"/>
                                        </p:tgtEl>
                                        <p:attrNameLst>
                                          <p:attrName>ppt_w</p:attrName>
                                        </p:attrNameLst>
                                      </p:cBhvr>
                                      <p:tavLst>
                                        <p:tav tm="0">
                                          <p:val>
                                            <p:fltVal val="0"/>
                                          </p:val>
                                        </p:tav>
                                        <p:tav tm="100000">
                                          <p:val>
                                            <p:strVal val="#ppt_w"/>
                                          </p:val>
                                        </p:tav>
                                      </p:tavLst>
                                    </p:anim>
                                    <p:anim calcmode="lin" valueType="num">
                                      <p:cBhvr>
                                        <p:cTn id="250" dur="500" fill="hold"/>
                                        <p:tgtEl>
                                          <p:spTgt spid="400439"/>
                                        </p:tgtEl>
                                        <p:attrNameLst>
                                          <p:attrName>ppt_h</p:attrName>
                                        </p:attrNameLst>
                                      </p:cBhvr>
                                      <p:tavLst>
                                        <p:tav tm="0">
                                          <p:val>
                                            <p:fltVal val="0"/>
                                          </p:val>
                                        </p:tav>
                                        <p:tav tm="100000">
                                          <p:val>
                                            <p:strVal val="#ppt_h"/>
                                          </p:val>
                                        </p:tav>
                                      </p:tavLst>
                                    </p:anim>
                                  </p:childTnLst>
                                </p:cTn>
                              </p:par>
                            </p:childTnLst>
                          </p:cTn>
                        </p:par>
                      </p:childTnLst>
                    </p:cTn>
                  </p:par>
                  <p:par>
                    <p:cTn id="251" fill="hold" nodeType="clickPar">
                      <p:stCondLst>
                        <p:cond delay="indefinite"/>
                      </p:stCondLst>
                      <p:childTnLst>
                        <p:par>
                          <p:cTn id="252" fill="hold" nodeType="withGroup">
                            <p:stCondLst>
                              <p:cond delay="0"/>
                            </p:stCondLst>
                            <p:childTnLst>
                              <p:par>
                                <p:cTn id="253" presetID="23" presetClass="entr" presetSubtype="16" fill="hold" grpId="0" nodeType="clickEffect">
                                  <p:stCondLst>
                                    <p:cond delay="0"/>
                                  </p:stCondLst>
                                  <p:childTnLst>
                                    <p:set>
                                      <p:cBhvr>
                                        <p:cTn id="254" dur="1" fill="hold">
                                          <p:stCondLst>
                                            <p:cond delay="0"/>
                                          </p:stCondLst>
                                        </p:cTn>
                                        <p:tgtEl>
                                          <p:spTgt spid="400446"/>
                                        </p:tgtEl>
                                        <p:attrNameLst>
                                          <p:attrName>style.visibility</p:attrName>
                                        </p:attrNameLst>
                                      </p:cBhvr>
                                      <p:to>
                                        <p:strVal val="visible"/>
                                      </p:to>
                                    </p:set>
                                    <p:anim calcmode="lin" valueType="num">
                                      <p:cBhvr>
                                        <p:cTn id="255" dur="500" fill="hold"/>
                                        <p:tgtEl>
                                          <p:spTgt spid="400446"/>
                                        </p:tgtEl>
                                        <p:attrNameLst>
                                          <p:attrName>ppt_w</p:attrName>
                                        </p:attrNameLst>
                                      </p:cBhvr>
                                      <p:tavLst>
                                        <p:tav tm="0">
                                          <p:val>
                                            <p:fltVal val="0"/>
                                          </p:val>
                                        </p:tav>
                                        <p:tav tm="100000">
                                          <p:val>
                                            <p:strVal val="#ppt_w"/>
                                          </p:val>
                                        </p:tav>
                                      </p:tavLst>
                                    </p:anim>
                                    <p:anim calcmode="lin" valueType="num">
                                      <p:cBhvr>
                                        <p:cTn id="256" dur="500" fill="hold"/>
                                        <p:tgtEl>
                                          <p:spTgt spid="400446"/>
                                        </p:tgtEl>
                                        <p:attrNameLst>
                                          <p:attrName>ppt_h</p:attrName>
                                        </p:attrNameLst>
                                      </p:cBhvr>
                                      <p:tavLst>
                                        <p:tav tm="0">
                                          <p:val>
                                            <p:fltVal val="0"/>
                                          </p:val>
                                        </p:tav>
                                        <p:tav tm="100000">
                                          <p:val>
                                            <p:strVal val="#ppt_h"/>
                                          </p:val>
                                        </p:tav>
                                      </p:tavLst>
                                    </p:anim>
                                  </p:childTnLst>
                                </p:cTn>
                              </p:par>
                            </p:childTnLst>
                          </p:cTn>
                        </p:par>
                      </p:childTnLst>
                    </p:cTn>
                  </p:par>
                  <p:par>
                    <p:cTn id="257" fill="hold" nodeType="clickPar">
                      <p:stCondLst>
                        <p:cond delay="indefinite"/>
                      </p:stCondLst>
                      <p:childTnLst>
                        <p:par>
                          <p:cTn id="258" fill="hold" nodeType="withGroup">
                            <p:stCondLst>
                              <p:cond delay="0"/>
                            </p:stCondLst>
                            <p:childTnLst>
                              <p:par>
                                <p:cTn id="259" presetID="23" presetClass="entr" presetSubtype="16" fill="hold" grpId="0" nodeType="clickEffect">
                                  <p:stCondLst>
                                    <p:cond delay="0"/>
                                  </p:stCondLst>
                                  <p:childTnLst>
                                    <p:set>
                                      <p:cBhvr>
                                        <p:cTn id="260" dur="1" fill="hold">
                                          <p:stCondLst>
                                            <p:cond delay="0"/>
                                          </p:stCondLst>
                                        </p:cTn>
                                        <p:tgtEl>
                                          <p:spTgt spid="400447"/>
                                        </p:tgtEl>
                                        <p:attrNameLst>
                                          <p:attrName>style.visibility</p:attrName>
                                        </p:attrNameLst>
                                      </p:cBhvr>
                                      <p:to>
                                        <p:strVal val="visible"/>
                                      </p:to>
                                    </p:set>
                                    <p:anim calcmode="lin" valueType="num">
                                      <p:cBhvr>
                                        <p:cTn id="261" dur="500" fill="hold"/>
                                        <p:tgtEl>
                                          <p:spTgt spid="400447"/>
                                        </p:tgtEl>
                                        <p:attrNameLst>
                                          <p:attrName>ppt_w</p:attrName>
                                        </p:attrNameLst>
                                      </p:cBhvr>
                                      <p:tavLst>
                                        <p:tav tm="0">
                                          <p:val>
                                            <p:fltVal val="0"/>
                                          </p:val>
                                        </p:tav>
                                        <p:tav tm="100000">
                                          <p:val>
                                            <p:strVal val="#ppt_w"/>
                                          </p:val>
                                        </p:tav>
                                      </p:tavLst>
                                    </p:anim>
                                    <p:anim calcmode="lin" valueType="num">
                                      <p:cBhvr>
                                        <p:cTn id="262" dur="500" fill="hold"/>
                                        <p:tgtEl>
                                          <p:spTgt spid="400447"/>
                                        </p:tgtEl>
                                        <p:attrNameLst>
                                          <p:attrName>ppt_h</p:attrName>
                                        </p:attrNameLst>
                                      </p:cBhvr>
                                      <p:tavLst>
                                        <p:tav tm="0">
                                          <p:val>
                                            <p:fltVal val="0"/>
                                          </p:val>
                                        </p:tav>
                                        <p:tav tm="100000">
                                          <p:val>
                                            <p:strVal val="#ppt_h"/>
                                          </p:val>
                                        </p:tav>
                                      </p:tavLst>
                                    </p:anim>
                                  </p:childTnLst>
                                </p:cTn>
                              </p:par>
                            </p:childTnLst>
                          </p:cTn>
                        </p:par>
                      </p:childTnLst>
                    </p:cTn>
                  </p:par>
                  <p:par>
                    <p:cTn id="263" fill="hold" nodeType="clickPar">
                      <p:stCondLst>
                        <p:cond delay="indefinite"/>
                      </p:stCondLst>
                      <p:childTnLst>
                        <p:par>
                          <p:cTn id="264" fill="hold" nodeType="withGroup">
                            <p:stCondLst>
                              <p:cond delay="0"/>
                            </p:stCondLst>
                            <p:childTnLst>
                              <p:par>
                                <p:cTn id="265" presetID="23" presetClass="entr" presetSubtype="16" fill="hold" grpId="0" nodeType="clickEffect">
                                  <p:stCondLst>
                                    <p:cond delay="0"/>
                                  </p:stCondLst>
                                  <p:childTnLst>
                                    <p:set>
                                      <p:cBhvr>
                                        <p:cTn id="266" dur="1" fill="hold">
                                          <p:stCondLst>
                                            <p:cond delay="0"/>
                                          </p:stCondLst>
                                        </p:cTn>
                                        <p:tgtEl>
                                          <p:spTgt spid="400448"/>
                                        </p:tgtEl>
                                        <p:attrNameLst>
                                          <p:attrName>style.visibility</p:attrName>
                                        </p:attrNameLst>
                                      </p:cBhvr>
                                      <p:to>
                                        <p:strVal val="visible"/>
                                      </p:to>
                                    </p:set>
                                    <p:anim calcmode="lin" valueType="num">
                                      <p:cBhvr>
                                        <p:cTn id="267" dur="500" fill="hold"/>
                                        <p:tgtEl>
                                          <p:spTgt spid="400448"/>
                                        </p:tgtEl>
                                        <p:attrNameLst>
                                          <p:attrName>ppt_w</p:attrName>
                                        </p:attrNameLst>
                                      </p:cBhvr>
                                      <p:tavLst>
                                        <p:tav tm="0">
                                          <p:val>
                                            <p:fltVal val="0"/>
                                          </p:val>
                                        </p:tav>
                                        <p:tav tm="100000">
                                          <p:val>
                                            <p:strVal val="#ppt_w"/>
                                          </p:val>
                                        </p:tav>
                                      </p:tavLst>
                                    </p:anim>
                                    <p:anim calcmode="lin" valueType="num">
                                      <p:cBhvr>
                                        <p:cTn id="268" dur="500" fill="hold"/>
                                        <p:tgtEl>
                                          <p:spTgt spid="400448"/>
                                        </p:tgtEl>
                                        <p:attrNameLst>
                                          <p:attrName>ppt_h</p:attrName>
                                        </p:attrNameLst>
                                      </p:cBhvr>
                                      <p:tavLst>
                                        <p:tav tm="0">
                                          <p:val>
                                            <p:fltVal val="0"/>
                                          </p:val>
                                        </p:tav>
                                        <p:tav tm="100000">
                                          <p:val>
                                            <p:strVal val="#ppt_h"/>
                                          </p:val>
                                        </p:tav>
                                      </p:tavLst>
                                    </p:anim>
                                  </p:childTnLst>
                                </p:cTn>
                              </p:par>
                            </p:childTnLst>
                          </p:cTn>
                        </p:par>
                      </p:childTnLst>
                    </p:cTn>
                  </p:par>
                  <p:par>
                    <p:cTn id="269" fill="hold" nodeType="clickPar">
                      <p:stCondLst>
                        <p:cond delay="indefinite"/>
                      </p:stCondLst>
                      <p:childTnLst>
                        <p:par>
                          <p:cTn id="270" fill="hold" nodeType="withGroup">
                            <p:stCondLst>
                              <p:cond delay="0"/>
                            </p:stCondLst>
                            <p:childTnLst>
                              <p:par>
                                <p:cTn id="271" presetID="23" presetClass="entr" presetSubtype="16" fill="hold" grpId="0" nodeType="clickEffect">
                                  <p:stCondLst>
                                    <p:cond delay="0"/>
                                  </p:stCondLst>
                                  <p:childTnLst>
                                    <p:set>
                                      <p:cBhvr>
                                        <p:cTn id="272" dur="1" fill="hold">
                                          <p:stCondLst>
                                            <p:cond delay="0"/>
                                          </p:stCondLst>
                                        </p:cTn>
                                        <p:tgtEl>
                                          <p:spTgt spid="400449"/>
                                        </p:tgtEl>
                                        <p:attrNameLst>
                                          <p:attrName>style.visibility</p:attrName>
                                        </p:attrNameLst>
                                      </p:cBhvr>
                                      <p:to>
                                        <p:strVal val="visible"/>
                                      </p:to>
                                    </p:set>
                                    <p:anim calcmode="lin" valueType="num">
                                      <p:cBhvr>
                                        <p:cTn id="273" dur="500" fill="hold"/>
                                        <p:tgtEl>
                                          <p:spTgt spid="400449"/>
                                        </p:tgtEl>
                                        <p:attrNameLst>
                                          <p:attrName>ppt_w</p:attrName>
                                        </p:attrNameLst>
                                      </p:cBhvr>
                                      <p:tavLst>
                                        <p:tav tm="0">
                                          <p:val>
                                            <p:fltVal val="0"/>
                                          </p:val>
                                        </p:tav>
                                        <p:tav tm="100000">
                                          <p:val>
                                            <p:strVal val="#ppt_w"/>
                                          </p:val>
                                        </p:tav>
                                      </p:tavLst>
                                    </p:anim>
                                    <p:anim calcmode="lin" valueType="num">
                                      <p:cBhvr>
                                        <p:cTn id="274" dur="500" fill="hold"/>
                                        <p:tgtEl>
                                          <p:spTgt spid="400449"/>
                                        </p:tgtEl>
                                        <p:attrNameLst>
                                          <p:attrName>ppt_h</p:attrName>
                                        </p:attrNameLst>
                                      </p:cBhvr>
                                      <p:tavLst>
                                        <p:tav tm="0">
                                          <p:val>
                                            <p:fltVal val="0"/>
                                          </p:val>
                                        </p:tav>
                                        <p:tav tm="100000">
                                          <p:val>
                                            <p:strVal val="#ppt_h"/>
                                          </p:val>
                                        </p:tav>
                                      </p:tavLst>
                                    </p:anim>
                                  </p:childTnLst>
                                </p:cTn>
                              </p:par>
                            </p:childTnLst>
                          </p:cTn>
                        </p:par>
                      </p:childTnLst>
                    </p:cTn>
                  </p:par>
                  <p:par>
                    <p:cTn id="275" fill="hold" nodeType="clickPar">
                      <p:stCondLst>
                        <p:cond delay="indefinite"/>
                      </p:stCondLst>
                      <p:childTnLst>
                        <p:par>
                          <p:cTn id="276" fill="hold" nodeType="withGroup">
                            <p:stCondLst>
                              <p:cond delay="0"/>
                            </p:stCondLst>
                            <p:childTnLst>
                              <p:par>
                                <p:cTn id="277" presetID="23" presetClass="entr" presetSubtype="16" fill="hold" grpId="0" nodeType="clickEffect">
                                  <p:stCondLst>
                                    <p:cond delay="0"/>
                                  </p:stCondLst>
                                  <p:childTnLst>
                                    <p:set>
                                      <p:cBhvr>
                                        <p:cTn id="278" dur="1" fill="hold">
                                          <p:stCondLst>
                                            <p:cond delay="0"/>
                                          </p:stCondLst>
                                        </p:cTn>
                                        <p:tgtEl>
                                          <p:spTgt spid="400450"/>
                                        </p:tgtEl>
                                        <p:attrNameLst>
                                          <p:attrName>style.visibility</p:attrName>
                                        </p:attrNameLst>
                                      </p:cBhvr>
                                      <p:to>
                                        <p:strVal val="visible"/>
                                      </p:to>
                                    </p:set>
                                    <p:anim calcmode="lin" valueType="num">
                                      <p:cBhvr>
                                        <p:cTn id="279" dur="500" fill="hold"/>
                                        <p:tgtEl>
                                          <p:spTgt spid="400450"/>
                                        </p:tgtEl>
                                        <p:attrNameLst>
                                          <p:attrName>ppt_w</p:attrName>
                                        </p:attrNameLst>
                                      </p:cBhvr>
                                      <p:tavLst>
                                        <p:tav tm="0">
                                          <p:val>
                                            <p:fltVal val="0"/>
                                          </p:val>
                                        </p:tav>
                                        <p:tav tm="100000">
                                          <p:val>
                                            <p:strVal val="#ppt_w"/>
                                          </p:val>
                                        </p:tav>
                                      </p:tavLst>
                                    </p:anim>
                                    <p:anim calcmode="lin" valueType="num">
                                      <p:cBhvr>
                                        <p:cTn id="280" dur="500" fill="hold"/>
                                        <p:tgtEl>
                                          <p:spTgt spid="400450"/>
                                        </p:tgtEl>
                                        <p:attrNameLst>
                                          <p:attrName>ppt_h</p:attrName>
                                        </p:attrNameLst>
                                      </p:cBhvr>
                                      <p:tavLst>
                                        <p:tav tm="0">
                                          <p:val>
                                            <p:fltVal val="0"/>
                                          </p:val>
                                        </p:tav>
                                        <p:tav tm="100000">
                                          <p:val>
                                            <p:strVal val="#ppt_h"/>
                                          </p:val>
                                        </p:tav>
                                      </p:tavLst>
                                    </p:anim>
                                  </p:childTnLst>
                                </p:cTn>
                              </p:par>
                            </p:childTnLst>
                          </p:cTn>
                        </p:par>
                      </p:childTnLst>
                    </p:cTn>
                  </p:par>
                  <p:par>
                    <p:cTn id="281" fill="hold" nodeType="clickPar">
                      <p:stCondLst>
                        <p:cond delay="indefinite"/>
                      </p:stCondLst>
                      <p:childTnLst>
                        <p:par>
                          <p:cTn id="282" fill="hold" nodeType="withGroup">
                            <p:stCondLst>
                              <p:cond delay="0"/>
                            </p:stCondLst>
                            <p:childTnLst>
                              <p:par>
                                <p:cTn id="283" presetID="23" presetClass="entr" presetSubtype="16" fill="hold" grpId="0" nodeType="clickEffect">
                                  <p:stCondLst>
                                    <p:cond delay="0"/>
                                  </p:stCondLst>
                                  <p:childTnLst>
                                    <p:set>
                                      <p:cBhvr>
                                        <p:cTn id="284" dur="1" fill="hold">
                                          <p:stCondLst>
                                            <p:cond delay="0"/>
                                          </p:stCondLst>
                                        </p:cTn>
                                        <p:tgtEl>
                                          <p:spTgt spid="400451"/>
                                        </p:tgtEl>
                                        <p:attrNameLst>
                                          <p:attrName>style.visibility</p:attrName>
                                        </p:attrNameLst>
                                      </p:cBhvr>
                                      <p:to>
                                        <p:strVal val="visible"/>
                                      </p:to>
                                    </p:set>
                                    <p:anim calcmode="lin" valueType="num">
                                      <p:cBhvr>
                                        <p:cTn id="285" dur="500" fill="hold"/>
                                        <p:tgtEl>
                                          <p:spTgt spid="400451"/>
                                        </p:tgtEl>
                                        <p:attrNameLst>
                                          <p:attrName>ppt_w</p:attrName>
                                        </p:attrNameLst>
                                      </p:cBhvr>
                                      <p:tavLst>
                                        <p:tav tm="0">
                                          <p:val>
                                            <p:fltVal val="0"/>
                                          </p:val>
                                        </p:tav>
                                        <p:tav tm="100000">
                                          <p:val>
                                            <p:strVal val="#ppt_w"/>
                                          </p:val>
                                        </p:tav>
                                      </p:tavLst>
                                    </p:anim>
                                    <p:anim calcmode="lin" valueType="num">
                                      <p:cBhvr>
                                        <p:cTn id="286" dur="500" fill="hold"/>
                                        <p:tgtEl>
                                          <p:spTgt spid="400451"/>
                                        </p:tgtEl>
                                        <p:attrNameLst>
                                          <p:attrName>ppt_h</p:attrName>
                                        </p:attrNameLst>
                                      </p:cBhvr>
                                      <p:tavLst>
                                        <p:tav tm="0">
                                          <p:val>
                                            <p:fltVal val="0"/>
                                          </p:val>
                                        </p:tav>
                                        <p:tav tm="100000">
                                          <p:val>
                                            <p:strVal val="#ppt_h"/>
                                          </p:val>
                                        </p:tav>
                                      </p:tavLst>
                                    </p:anim>
                                  </p:childTnLst>
                                </p:cTn>
                              </p:par>
                            </p:childTnLst>
                          </p:cTn>
                        </p:par>
                      </p:childTnLst>
                    </p:cTn>
                  </p:par>
                  <p:par>
                    <p:cTn id="287" fill="hold" nodeType="clickPar">
                      <p:stCondLst>
                        <p:cond delay="indefinite"/>
                      </p:stCondLst>
                      <p:childTnLst>
                        <p:par>
                          <p:cTn id="288" fill="hold" nodeType="withGroup">
                            <p:stCondLst>
                              <p:cond delay="0"/>
                            </p:stCondLst>
                            <p:childTnLst>
                              <p:par>
                                <p:cTn id="289" presetID="23" presetClass="entr" presetSubtype="16" fill="hold" grpId="0" nodeType="clickEffect">
                                  <p:stCondLst>
                                    <p:cond delay="0"/>
                                  </p:stCondLst>
                                  <p:childTnLst>
                                    <p:set>
                                      <p:cBhvr>
                                        <p:cTn id="290" dur="1" fill="hold">
                                          <p:stCondLst>
                                            <p:cond delay="0"/>
                                          </p:stCondLst>
                                        </p:cTn>
                                        <p:tgtEl>
                                          <p:spTgt spid="400452"/>
                                        </p:tgtEl>
                                        <p:attrNameLst>
                                          <p:attrName>style.visibility</p:attrName>
                                        </p:attrNameLst>
                                      </p:cBhvr>
                                      <p:to>
                                        <p:strVal val="visible"/>
                                      </p:to>
                                    </p:set>
                                    <p:anim calcmode="lin" valueType="num">
                                      <p:cBhvr>
                                        <p:cTn id="291" dur="500" fill="hold"/>
                                        <p:tgtEl>
                                          <p:spTgt spid="400452"/>
                                        </p:tgtEl>
                                        <p:attrNameLst>
                                          <p:attrName>ppt_w</p:attrName>
                                        </p:attrNameLst>
                                      </p:cBhvr>
                                      <p:tavLst>
                                        <p:tav tm="0">
                                          <p:val>
                                            <p:fltVal val="0"/>
                                          </p:val>
                                        </p:tav>
                                        <p:tav tm="100000">
                                          <p:val>
                                            <p:strVal val="#ppt_w"/>
                                          </p:val>
                                        </p:tav>
                                      </p:tavLst>
                                    </p:anim>
                                    <p:anim calcmode="lin" valueType="num">
                                      <p:cBhvr>
                                        <p:cTn id="292" dur="500" fill="hold"/>
                                        <p:tgtEl>
                                          <p:spTgt spid="400452"/>
                                        </p:tgtEl>
                                        <p:attrNameLst>
                                          <p:attrName>ppt_h</p:attrName>
                                        </p:attrNameLst>
                                      </p:cBhvr>
                                      <p:tavLst>
                                        <p:tav tm="0">
                                          <p:val>
                                            <p:fltVal val="0"/>
                                          </p:val>
                                        </p:tav>
                                        <p:tav tm="100000">
                                          <p:val>
                                            <p:strVal val="#ppt_h"/>
                                          </p:val>
                                        </p:tav>
                                      </p:tavLst>
                                    </p:anim>
                                  </p:childTnLst>
                                </p:cTn>
                              </p:par>
                            </p:childTnLst>
                          </p:cTn>
                        </p:par>
                      </p:childTnLst>
                    </p:cTn>
                  </p:par>
                  <p:par>
                    <p:cTn id="293" fill="hold" nodeType="clickPar">
                      <p:stCondLst>
                        <p:cond delay="indefinite"/>
                      </p:stCondLst>
                      <p:childTnLst>
                        <p:par>
                          <p:cTn id="294" fill="hold" nodeType="withGroup">
                            <p:stCondLst>
                              <p:cond delay="0"/>
                            </p:stCondLst>
                            <p:childTnLst>
                              <p:par>
                                <p:cTn id="295" presetID="1" presetClass="entr" presetSubtype="0" fill="hold" nodeType="clickEffect">
                                  <p:stCondLst>
                                    <p:cond delay="0"/>
                                  </p:stCondLst>
                                  <p:childTnLst>
                                    <p:set>
                                      <p:cBhvr>
                                        <p:cTn id="296" dur="1" fill="hold">
                                          <p:stCondLst>
                                            <p:cond delay="499"/>
                                          </p:stCondLst>
                                        </p:cTn>
                                        <p:tgtEl>
                                          <p:spTgt spid="400459"/>
                                        </p:tgtEl>
                                        <p:attrNameLst>
                                          <p:attrName>style.visibility</p:attrName>
                                        </p:attrNameLst>
                                      </p:cBhvr>
                                      <p:to>
                                        <p:strVal val="visible"/>
                                      </p:to>
                                    </p:set>
                                  </p:childTnLst>
                                </p:cTn>
                              </p:par>
                            </p:childTnLst>
                          </p:cTn>
                        </p:par>
                      </p:childTnLst>
                    </p:cTn>
                  </p:par>
                  <p:par>
                    <p:cTn id="297" fill="hold" nodeType="clickPar">
                      <p:stCondLst>
                        <p:cond delay="indefinite"/>
                      </p:stCondLst>
                      <p:childTnLst>
                        <p:par>
                          <p:cTn id="298" fill="hold" nodeType="withGroup">
                            <p:stCondLst>
                              <p:cond delay="0"/>
                            </p:stCondLst>
                            <p:childTnLst>
                              <p:par>
                                <p:cTn id="299" presetID="1" presetClass="entr" presetSubtype="0" fill="hold" nodeType="clickEffect">
                                  <p:stCondLst>
                                    <p:cond delay="0"/>
                                  </p:stCondLst>
                                  <p:childTnLst>
                                    <p:set>
                                      <p:cBhvr>
                                        <p:cTn id="300" dur="1" fill="hold">
                                          <p:stCondLst>
                                            <p:cond delay="499"/>
                                          </p:stCondLst>
                                        </p:cTn>
                                        <p:tgtEl>
                                          <p:spTgt spid="400460"/>
                                        </p:tgtEl>
                                        <p:attrNameLst>
                                          <p:attrName>style.visibility</p:attrName>
                                        </p:attrNameLst>
                                      </p:cBhvr>
                                      <p:to>
                                        <p:strVal val="visible"/>
                                      </p:to>
                                    </p:set>
                                  </p:childTnLst>
                                </p:cTn>
                              </p:par>
                            </p:childTnLst>
                          </p:cTn>
                        </p:par>
                      </p:childTnLst>
                    </p:cTn>
                  </p:par>
                  <p:par>
                    <p:cTn id="301" fill="hold" nodeType="clickPar">
                      <p:stCondLst>
                        <p:cond delay="indefinite"/>
                      </p:stCondLst>
                      <p:childTnLst>
                        <p:par>
                          <p:cTn id="302" fill="hold" nodeType="withGroup">
                            <p:stCondLst>
                              <p:cond delay="0"/>
                            </p:stCondLst>
                            <p:childTnLst>
                              <p:par>
                                <p:cTn id="303" presetID="18" presetClass="entr" presetSubtype="6" fill="hold" nodeType="clickEffect">
                                  <p:stCondLst>
                                    <p:cond delay="0"/>
                                  </p:stCondLst>
                                  <p:childTnLst>
                                    <p:set>
                                      <p:cBhvr>
                                        <p:cTn id="304" dur="1" fill="hold">
                                          <p:stCondLst>
                                            <p:cond delay="0"/>
                                          </p:stCondLst>
                                        </p:cTn>
                                        <p:tgtEl>
                                          <p:spTgt spid="400461"/>
                                        </p:tgtEl>
                                        <p:attrNameLst>
                                          <p:attrName>style.visibility</p:attrName>
                                        </p:attrNameLst>
                                      </p:cBhvr>
                                      <p:to>
                                        <p:strVal val="visible"/>
                                      </p:to>
                                    </p:set>
                                    <p:animEffect transition="in" filter="strips(downRight)">
                                      <p:cBhvr>
                                        <p:cTn id="305" dur="500"/>
                                        <p:tgtEl>
                                          <p:spTgt spid="400461"/>
                                        </p:tgtEl>
                                      </p:cBhvr>
                                    </p:animEffect>
                                  </p:childTnLst>
                                </p:cTn>
                              </p:par>
                            </p:childTnLst>
                          </p:cTn>
                        </p:par>
                      </p:childTnLst>
                    </p:cTn>
                  </p:par>
                  <p:par>
                    <p:cTn id="306" fill="hold" nodeType="clickPar">
                      <p:stCondLst>
                        <p:cond delay="indefinite"/>
                      </p:stCondLst>
                      <p:childTnLst>
                        <p:par>
                          <p:cTn id="307" fill="hold" nodeType="withGroup">
                            <p:stCondLst>
                              <p:cond delay="0"/>
                            </p:stCondLst>
                            <p:childTnLst>
                              <p:par>
                                <p:cTn id="308" presetID="18" presetClass="entr" presetSubtype="6" fill="hold" nodeType="clickEffect">
                                  <p:stCondLst>
                                    <p:cond delay="0"/>
                                  </p:stCondLst>
                                  <p:childTnLst>
                                    <p:set>
                                      <p:cBhvr>
                                        <p:cTn id="309" dur="1" fill="hold">
                                          <p:stCondLst>
                                            <p:cond delay="0"/>
                                          </p:stCondLst>
                                        </p:cTn>
                                        <p:tgtEl>
                                          <p:spTgt spid="400473"/>
                                        </p:tgtEl>
                                        <p:attrNameLst>
                                          <p:attrName>style.visibility</p:attrName>
                                        </p:attrNameLst>
                                      </p:cBhvr>
                                      <p:to>
                                        <p:strVal val="visible"/>
                                      </p:to>
                                    </p:set>
                                    <p:animEffect transition="in" filter="strips(downRight)">
                                      <p:cBhvr>
                                        <p:cTn id="310" dur="500"/>
                                        <p:tgtEl>
                                          <p:spTgt spid="400473"/>
                                        </p:tgtEl>
                                      </p:cBhvr>
                                    </p:animEffect>
                                  </p:childTnLst>
                                </p:cTn>
                              </p:par>
                            </p:childTnLst>
                          </p:cTn>
                        </p:par>
                      </p:childTnLst>
                    </p:cTn>
                  </p:par>
                  <p:par>
                    <p:cTn id="311" fill="hold" nodeType="clickPar">
                      <p:stCondLst>
                        <p:cond delay="indefinite"/>
                      </p:stCondLst>
                      <p:childTnLst>
                        <p:par>
                          <p:cTn id="312" fill="hold" nodeType="withGroup">
                            <p:stCondLst>
                              <p:cond delay="0"/>
                            </p:stCondLst>
                            <p:childTnLst>
                              <p:par>
                                <p:cTn id="313" presetID="23" presetClass="entr" presetSubtype="16" fill="hold" nodeType="clickEffect">
                                  <p:stCondLst>
                                    <p:cond delay="0"/>
                                  </p:stCondLst>
                                  <p:childTnLst>
                                    <p:set>
                                      <p:cBhvr>
                                        <p:cTn id="314" dur="1" fill="hold">
                                          <p:stCondLst>
                                            <p:cond delay="0"/>
                                          </p:stCondLst>
                                        </p:cTn>
                                        <p:tgtEl>
                                          <p:spTgt spid="400552"/>
                                        </p:tgtEl>
                                        <p:attrNameLst>
                                          <p:attrName>style.visibility</p:attrName>
                                        </p:attrNameLst>
                                      </p:cBhvr>
                                      <p:to>
                                        <p:strVal val="visible"/>
                                      </p:to>
                                    </p:set>
                                    <p:anim calcmode="lin" valueType="num">
                                      <p:cBhvr>
                                        <p:cTn id="315" dur="500" fill="hold"/>
                                        <p:tgtEl>
                                          <p:spTgt spid="400552"/>
                                        </p:tgtEl>
                                        <p:attrNameLst>
                                          <p:attrName>ppt_w</p:attrName>
                                        </p:attrNameLst>
                                      </p:cBhvr>
                                      <p:tavLst>
                                        <p:tav tm="0">
                                          <p:val>
                                            <p:fltVal val="0"/>
                                          </p:val>
                                        </p:tav>
                                        <p:tav tm="100000">
                                          <p:val>
                                            <p:strVal val="#ppt_w"/>
                                          </p:val>
                                        </p:tav>
                                      </p:tavLst>
                                    </p:anim>
                                    <p:anim calcmode="lin" valueType="num">
                                      <p:cBhvr>
                                        <p:cTn id="316" dur="500" fill="hold"/>
                                        <p:tgtEl>
                                          <p:spTgt spid="400552"/>
                                        </p:tgtEl>
                                        <p:attrNameLst>
                                          <p:attrName>ppt_h</p:attrName>
                                        </p:attrNameLst>
                                      </p:cBhvr>
                                      <p:tavLst>
                                        <p:tav tm="0">
                                          <p:val>
                                            <p:fltVal val="0"/>
                                          </p:val>
                                        </p:tav>
                                        <p:tav tm="100000">
                                          <p:val>
                                            <p:strVal val="#ppt_h"/>
                                          </p:val>
                                        </p:tav>
                                      </p:tavLst>
                                    </p:anim>
                                  </p:childTnLst>
                                </p:cTn>
                              </p:par>
                            </p:childTnLst>
                          </p:cTn>
                        </p:par>
                      </p:childTnLst>
                    </p:cTn>
                  </p:par>
                  <p:par>
                    <p:cTn id="317" fill="hold" nodeType="clickPar">
                      <p:stCondLst>
                        <p:cond delay="indefinite"/>
                      </p:stCondLst>
                      <p:childTnLst>
                        <p:par>
                          <p:cTn id="318" fill="hold" nodeType="withGroup">
                            <p:stCondLst>
                              <p:cond delay="0"/>
                            </p:stCondLst>
                            <p:childTnLst>
                              <p:par>
                                <p:cTn id="319" presetID="18" presetClass="entr" presetSubtype="3" fill="hold" grpId="0" nodeType="clickEffect">
                                  <p:stCondLst>
                                    <p:cond delay="0"/>
                                  </p:stCondLst>
                                  <p:childTnLst>
                                    <p:set>
                                      <p:cBhvr>
                                        <p:cTn id="320" dur="1" fill="hold">
                                          <p:stCondLst>
                                            <p:cond delay="0"/>
                                          </p:stCondLst>
                                        </p:cTn>
                                        <p:tgtEl>
                                          <p:spTgt spid="400482"/>
                                        </p:tgtEl>
                                        <p:attrNameLst>
                                          <p:attrName>style.visibility</p:attrName>
                                        </p:attrNameLst>
                                      </p:cBhvr>
                                      <p:to>
                                        <p:strVal val="visible"/>
                                      </p:to>
                                    </p:set>
                                    <p:animEffect transition="in" filter="strips(upRight)">
                                      <p:cBhvr>
                                        <p:cTn id="321" dur="500"/>
                                        <p:tgtEl>
                                          <p:spTgt spid="400482"/>
                                        </p:tgtEl>
                                      </p:cBhvr>
                                    </p:animEffect>
                                  </p:childTnLst>
                                </p:cTn>
                              </p:par>
                            </p:childTnLst>
                          </p:cTn>
                        </p:par>
                      </p:childTnLst>
                    </p:cTn>
                  </p:par>
                  <p:par>
                    <p:cTn id="322" fill="hold" nodeType="clickPar">
                      <p:stCondLst>
                        <p:cond delay="indefinite"/>
                      </p:stCondLst>
                      <p:childTnLst>
                        <p:par>
                          <p:cTn id="323" fill="hold" nodeType="withGroup">
                            <p:stCondLst>
                              <p:cond delay="0"/>
                            </p:stCondLst>
                            <p:childTnLst>
                              <p:par>
                                <p:cTn id="324" presetID="1" presetClass="entr" presetSubtype="0" fill="hold" nodeType="clickEffect">
                                  <p:stCondLst>
                                    <p:cond delay="0"/>
                                  </p:stCondLst>
                                  <p:childTnLst>
                                    <p:set>
                                      <p:cBhvr>
                                        <p:cTn id="325" dur="1" fill="hold">
                                          <p:stCondLst>
                                            <p:cond delay="499"/>
                                          </p:stCondLst>
                                        </p:cTn>
                                        <p:tgtEl>
                                          <p:spTgt spid="400507"/>
                                        </p:tgtEl>
                                        <p:attrNameLst>
                                          <p:attrName>style.visibility</p:attrName>
                                        </p:attrNameLst>
                                      </p:cBhvr>
                                      <p:to>
                                        <p:strVal val="visible"/>
                                      </p:to>
                                    </p:set>
                                  </p:childTnLst>
                                </p:cTn>
                              </p:par>
                            </p:childTnLst>
                          </p:cTn>
                        </p:par>
                      </p:childTnLst>
                    </p:cTn>
                  </p:par>
                  <p:par>
                    <p:cTn id="326" fill="hold" nodeType="clickPar">
                      <p:stCondLst>
                        <p:cond delay="indefinite"/>
                      </p:stCondLst>
                      <p:childTnLst>
                        <p:par>
                          <p:cTn id="327" fill="hold" nodeType="withGroup">
                            <p:stCondLst>
                              <p:cond delay="0"/>
                            </p:stCondLst>
                            <p:childTnLst>
                              <p:par>
                                <p:cTn id="328" presetID="18" presetClass="entr" presetSubtype="9" fill="hold" nodeType="clickEffect">
                                  <p:stCondLst>
                                    <p:cond delay="0"/>
                                  </p:stCondLst>
                                  <p:childTnLst>
                                    <p:set>
                                      <p:cBhvr>
                                        <p:cTn id="329" dur="1" fill="hold">
                                          <p:stCondLst>
                                            <p:cond delay="0"/>
                                          </p:stCondLst>
                                        </p:cTn>
                                        <p:tgtEl>
                                          <p:spTgt spid="400483"/>
                                        </p:tgtEl>
                                        <p:attrNameLst>
                                          <p:attrName>style.visibility</p:attrName>
                                        </p:attrNameLst>
                                      </p:cBhvr>
                                      <p:to>
                                        <p:strVal val="visible"/>
                                      </p:to>
                                    </p:set>
                                    <p:animEffect transition="in" filter="strips(upLeft)">
                                      <p:cBhvr>
                                        <p:cTn id="330" dur="500"/>
                                        <p:tgtEl>
                                          <p:spTgt spid="400483"/>
                                        </p:tgtEl>
                                      </p:cBhvr>
                                    </p:animEffect>
                                  </p:childTnLst>
                                </p:cTn>
                              </p:par>
                            </p:childTnLst>
                          </p:cTn>
                        </p:par>
                      </p:childTnLst>
                    </p:cTn>
                  </p:par>
                  <p:par>
                    <p:cTn id="331" fill="hold" nodeType="clickPar">
                      <p:stCondLst>
                        <p:cond delay="indefinite"/>
                      </p:stCondLst>
                      <p:childTnLst>
                        <p:par>
                          <p:cTn id="332" fill="hold" nodeType="withGroup">
                            <p:stCondLst>
                              <p:cond delay="0"/>
                            </p:stCondLst>
                            <p:childTnLst>
                              <p:par>
                                <p:cTn id="333" presetID="1" presetClass="entr" presetSubtype="0" fill="hold" grpId="0" nodeType="clickEffect">
                                  <p:stCondLst>
                                    <p:cond delay="0"/>
                                  </p:stCondLst>
                                  <p:childTnLst>
                                    <p:set>
                                      <p:cBhvr>
                                        <p:cTn id="334" dur="1" fill="hold">
                                          <p:stCondLst>
                                            <p:cond delay="499"/>
                                          </p:stCondLst>
                                        </p:cTn>
                                        <p:tgtEl>
                                          <p:spTgt spid="400489"/>
                                        </p:tgtEl>
                                        <p:attrNameLst>
                                          <p:attrName>style.visibility</p:attrName>
                                        </p:attrNameLst>
                                      </p:cBhvr>
                                      <p:to>
                                        <p:strVal val="visible"/>
                                      </p:to>
                                    </p:set>
                                  </p:childTnLst>
                                </p:cTn>
                              </p:par>
                            </p:childTnLst>
                          </p:cTn>
                        </p:par>
                      </p:childTnLst>
                    </p:cTn>
                  </p:par>
                  <p:par>
                    <p:cTn id="335" fill="hold" nodeType="clickPar">
                      <p:stCondLst>
                        <p:cond delay="indefinite"/>
                      </p:stCondLst>
                      <p:childTnLst>
                        <p:par>
                          <p:cTn id="336" fill="hold" nodeType="withGroup">
                            <p:stCondLst>
                              <p:cond delay="0"/>
                            </p:stCondLst>
                            <p:childTnLst>
                              <p:par>
                                <p:cTn id="337" presetID="1" presetClass="entr" presetSubtype="0" fill="hold" grpId="0" nodeType="clickEffect">
                                  <p:stCondLst>
                                    <p:cond delay="0"/>
                                  </p:stCondLst>
                                  <p:childTnLst>
                                    <p:set>
                                      <p:cBhvr>
                                        <p:cTn id="338" dur="1" fill="hold">
                                          <p:stCondLst>
                                            <p:cond delay="499"/>
                                          </p:stCondLst>
                                        </p:cTn>
                                        <p:tgtEl>
                                          <p:spTgt spid="400490"/>
                                        </p:tgtEl>
                                        <p:attrNameLst>
                                          <p:attrName>style.visibility</p:attrName>
                                        </p:attrNameLst>
                                      </p:cBhvr>
                                      <p:to>
                                        <p:strVal val="visible"/>
                                      </p:to>
                                    </p:set>
                                  </p:childTnLst>
                                </p:cTn>
                              </p:par>
                            </p:childTnLst>
                          </p:cTn>
                        </p:par>
                      </p:childTnLst>
                    </p:cTn>
                  </p:par>
                  <p:par>
                    <p:cTn id="339" fill="hold" nodeType="clickPar">
                      <p:stCondLst>
                        <p:cond delay="indefinite"/>
                      </p:stCondLst>
                      <p:childTnLst>
                        <p:par>
                          <p:cTn id="340" fill="hold" nodeType="withGroup">
                            <p:stCondLst>
                              <p:cond delay="0"/>
                            </p:stCondLst>
                            <p:childTnLst>
                              <p:par>
                                <p:cTn id="341" presetID="1" presetClass="entr" presetSubtype="0" fill="hold" grpId="0" nodeType="clickEffect">
                                  <p:stCondLst>
                                    <p:cond delay="0"/>
                                  </p:stCondLst>
                                  <p:childTnLst>
                                    <p:set>
                                      <p:cBhvr>
                                        <p:cTn id="342" dur="1" fill="hold">
                                          <p:stCondLst>
                                            <p:cond delay="499"/>
                                          </p:stCondLst>
                                        </p:cTn>
                                        <p:tgtEl>
                                          <p:spTgt spid="400491"/>
                                        </p:tgtEl>
                                        <p:attrNameLst>
                                          <p:attrName>style.visibility</p:attrName>
                                        </p:attrNameLst>
                                      </p:cBhvr>
                                      <p:to>
                                        <p:strVal val="visible"/>
                                      </p:to>
                                    </p:set>
                                  </p:childTnLst>
                                </p:cTn>
                              </p:par>
                            </p:childTnLst>
                          </p:cTn>
                        </p:par>
                      </p:childTnLst>
                    </p:cTn>
                  </p:par>
                  <p:par>
                    <p:cTn id="343" fill="hold" nodeType="clickPar">
                      <p:stCondLst>
                        <p:cond delay="indefinite"/>
                      </p:stCondLst>
                      <p:childTnLst>
                        <p:par>
                          <p:cTn id="344" fill="hold" nodeType="withGroup">
                            <p:stCondLst>
                              <p:cond delay="0"/>
                            </p:stCondLst>
                            <p:childTnLst>
                              <p:par>
                                <p:cTn id="345" presetID="1" presetClass="entr" presetSubtype="0" fill="hold" grpId="0" nodeType="clickEffect">
                                  <p:stCondLst>
                                    <p:cond delay="0"/>
                                  </p:stCondLst>
                                  <p:childTnLst>
                                    <p:set>
                                      <p:cBhvr>
                                        <p:cTn id="346" dur="1" fill="hold">
                                          <p:stCondLst>
                                            <p:cond delay="499"/>
                                          </p:stCondLst>
                                        </p:cTn>
                                        <p:tgtEl>
                                          <p:spTgt spid="400492"/>
                                        </p:tgtEl>
                                        <p:attrNameLst>
                                          <p:attrName>style.visibility</p:attrName>
                                        </p:attrNameLst>
                                      </p:cBhvr>
                                      <p:to>
                                        <p:strVal val="visible"/>
                                      </p:to>
                                    </p:set>
                                  </p:childTnLst>
                                </p:cTn>
                              </p:par>
                            </p:childTnLst>
                          </p:cTn>
                        </p:par>
                      </p:childTnLst>
                    </p:cTn>
                  </p:par>
                  <p:par>
                    <p:cTn id="347" fill="hold" nodeType="clickPar">
                      <p:stCondLst>
                        <p:cond delay="indefinite"/>
                      </p:stCondLst>
                      <p:childTnLst>
                        <p:par>
                          <p:cTn id="348" fill="hold" nodeType="withGroup">
                            <p:stCondLst>
                              <p:cond delay="0"/>
                            </p:stCondLst>
                            <p:childTnLst>
                              <p:par>
                                <p:cTn id="349" presetID="1" presetClass="entr" presetSubtype="0" fill="hold" grpId="0" nodeType="clickEffect">
                                  <p:stCondLst>
                                    <p:cond delay="0"/>
                                  </p:stCondLst>
                                  <p:childTnLst>
                                    <p:set>
                                      <p:cBhvr>
                                        <p:cTn id="350" dur="1" fill="hold">
                                          <p:stCondLst>
                                            <p:cond delay="499"/>
                                          </p:stCondLst>
                                        </p:cTn>
                                        <p:tgtEl>
                                          <p:spTgt spid="400493"/>
                                        </p:tgtEl>
                                        <p:attrNameLst>
                                          <p:attrName>style.visibility</p:attrName>
                                        </p:attrNameLst>
                                      </p:cBhvr>
                                      <p:to>
                                        <p:strVal val="visible"/>
                                      </p:to>
                                    </p:set>
                                  </p:childTnLst>
                                </p:cTn>
                              </p:par>
                            </p:childTnLst>
                          </p:cTn>
                        </p:par>
                      </p:childTnLst>
                    </p:cTn>
                  </p:par>
                  <p:par>
                    <p:cTn id="351" fill="hold" nodeType="clickPar">
                      <p:stCondLst>
                        <p:cond delay="indefinite"/>
                      </p:stCondLst>
                      <p:childTnLst>
                        <p:par>
                          <p:cTn id="352" fill="hold" nodeType="withGroup">
                            <p:stCondLst>
                              <p:cond delay="0"/>
                            </p:stCondLst>
                            <p:childTnLst>
                              <p:par>
                                <p:cTn id="353" presetID="1" presetClass="entr" presetSubtype="0" fill="hold" grpId="0" nodeType="clickEffect">
                                  <p:stCondLst>
                                    <p:cond delay="0"/>
                                  </p:stCondLst>
                                  <p:childTnLst>
                                    <p:set>
                                      <p:cBhvr>
                                        <p:cTn id="354" dur="1" fill="hold">
                                          <p:stCondLst>
                                            <p:cond delay="499"/>
                                          </p:stCondLst>
                                        </p:cTn>
                                        <p:tgtEl>
                                          <p:spTgt spid="400494"/>
                                        </p:tgtEl>
                                        <p:attrNameLst>
                                          <p:attrName>style.visibility</p:attrName>
                                        </p:attrNameLst>
                                      </p:cBhvr>
                                      <p:to>
                                        <p:strVal val="visible"/>
                                      </p:to>
                                    </p:set>
                                  </p:childTnLst>
                                </p:cTn>
                              </p:par>
                            </p:childTnLst>
                          </p:cTn>
                        </p:par>
                      </p:childTnLst>
                    </p:cTn>
                  </p:par>
                  <p:par>
                    <p:cTn id="355" fill="hold" nodeType="clickPar">
                      <p:stCondLst>
                        <p:cond delay="indefinite"/>
                      </p:stCondLst>
                      <p:childTnLst>
                        <p:par>
                          <p:cTn id="356" fill="hold" nodeType="withGroup">
                            <p:stCondLst>
                              <p:cond delay="0"/>
                            </p:stCondLst>
                            <p:childTnLst>
                              <p:par>
                                <p:cTn id="357" presetID="1" presetClass="entr" presetSubtype="0" fill="hold" grpId="0" nodeType="clickEffect">
                                  <p:stCondLst>
                                    <p:cond delay="0"/>
                                  </p:stCondLst>
                                  <p:childTnLst>
                                    <p:set>
                                      <p:cBhvr>
                                        <p:cTn id="358" dur="1" fill="hold">
                                          <p:stCondLst>
                                            <p:cond delay="499"/>
                                          </p:stCondLst>
                                        </p:cTn>
                                        <p:tgtEl>
                                          <p:spTgt spid="400495"/>
                                        </p:tgtEl>
                                        <p:attrNameLst>
                                          <p:attrName>style.visibility</p:attrName>
                                        </p:attrNameLst>
                                      </p:cBhvr>
                                      <p:to>
                                        <p:strVal val="visible"/>
                                      </p:to>
                                    </p:set>
                                  </p:childTnLst>
                                </p:cTn>
                              </p:par>
                            </p:childTnLst>
                          </p:cTn>
                        </p:par>
                      </p:childTnLst>
                    </p:cTn>
                  </p:par>
                  <p:par>
                    <p:cTn id="359" fill="hold" nodeType="clickPar">
                      <p:stCondLst>
                        <p:cond delay="indefinite"/>
                      </p:stCondLst>
                      <p:childTnLst>
                        <p:par>
                          <p:cTn id="360" fill="hold" nodeType="withGroup">
                            <p:stCondLst>
                              <p:cond delay="0"/>
                            </p:stCondLst>
                            <p:childTnLst>
                              <p:par>
                                <p:cTn id="361" presetID="1" presetClass="entr" presetSubtype="0" fill="hold" grpId="0" nodeType="clickEffect">
                                  <p:stCondLst>
                                    <p:cond delay="0"/>
                                  </p:stCondLst>
                                  <p:childTnLst>
                                    <p:set>
                                      <p:cBhvr>
                                        <p:cTn id="362" dur="1" fill="hold">
                                          <p:stCondLst>
                                            <p:cond delay="499"/>
                                          </p:stCondLst>
                                        </p:cTn>
                                        <p:tgtEl>
                                          <p:spTgt spid="400496"/>
                                        </p:tgtEl>
                                        <p:attrNameLst>
                                          <p:attrName>style.visibility</p:attrName>
                                        </p:attrNameLst>
                                      </p:cBhvr>
                                      <p:to>
                                        <p:strVal val="visible"/>
                                      </p:to>
                                    </p:set>
                                  </p:childTnLst>
                                </p:cTn>
                              </p:par>
                            </p:childTnLst>
                          </p:cTn>
                        </p:par>
                      </p:childTnLst>
                    </p:cTn>
                  </p:par>
                  <p:par>
                    <p:cTn id="363" fill="hold" nodeType="clickPar">
                      <p:stCondLst>
                        <p:cond delay="indefinite"/>
                      </p:stCondLst>
                      <p:childTnLst>
                        <p:par>
                          <p:cTn id="364" fill="hold" nodeType="withGroup">
                            <p:stCondLst>
                              <p:cond delay="0"/>
                            </p:stCondLst>
                            <p:childTnLst>
                              <p:par>
                                <p:cTn id="365" presetID="1" presetClass="entr" presetSubtype="0" fill="hold" nodeType="clickEffect">
                                  <p:stCondLst>
                                    <p:cond delay="0"/>
                                  </p:stCondLst>
                                  <p:childTnLst>
                                    <p:set>
                                      <p:cBhvr>
                                        <p:cTn id="366" dur="1" fill="hold">
                                          <p:stCondLst>
                                            <p:cond delay="499"/>
                                          </p:stCondLst>
                                        </p:cTn>
                                        <p:tgtEl>
                                          <p:spTgt spid="400497"/>
                                        </p:tgtEl>
                                        <p:attrNameLst>
                                          <p:attrName>style.visibility</p:attrName>
                                        </p:attrNameLst>
                                      </p:cBhvr>
                                      <p:to>
                                        <p:strVal val="visible"/>
                                      </p:to>
                                    </p:set>
                                  </p:childTnLst>
                                </p:cTn>
                              </p:par>
                            </p:childTnLst>
                          </p:cTn>
                        </p:par>
                      </p:childTnLst>
                    </p:cTn>
                  </p:par>
                  <p:par>
                    <p:cTn id="367" fill="hold" nodeType="clickPar">
                      <p:stCondLst>
                        <p:cond delay="indefinite"/>
                      </p:stCondLst>
                      <p:childTnLst>
                        <p:par>
                          <p:cTn id="368" fill="hold" nodeType="withGroup">
                            <p:stCondLst>
                              <p:cond delay="0"/>
                            </p:stCondLst>
                            <p:childTnLst>
                              <p:par>
                                <p:cTn id="369" presetID="1" presetClass="entr" presetSubtype="0" fill="hold" nodeType="clickEffect">
                                  <p:stCondLst>
                                    <p:cond delay="0"/>
                                  </p:stCondLst>
                                  <p:childTnLst>
                                    <p:set>
                                      <p:cBhvr>
                                        <p:cTn id="370" dur="1" fill="hold">
                                          <p:stCondLst>
                                            <p:cond delay="499"/>
                                          </p:stCondLst>
                                        </p:cTn>
                                        <p:tgtEl>
                                          <p:spTgt spid="400498"/>
                                        </p:tgtEl>
                                        <p:attrNameLst>
                                          <p:attrName>style.visibility</p:attrName>
                                        </p:attrNameLst>
                                      </p:cBhvr>
                                      <p:to>
                                        <p:strVal val="visible"/>
                                      </p:to>
                                    </p:set>
                                  </p:childTnLst>
                                </p:cTn>
                              </p:par>
                            </p:childTnLst>
                          </p:cTn>
                        </p:par>
                      </p:childTnLst>
                    </p:cTn>
                  </p:par>
                  <p:par>
                    <p:cTn id="371" fill="hold" nodeType="clickPar">
                      <p:stCondLst>
                        <p:cond delay="indefinite"/>
                      </p:stCondLst>
                      <p:childTnLst>
                        <p:par>
                          <p:cTn id="372" fill="hold" nodeType="withGroup">
                            <p:stCondLst>
                              <p:cond delay="0"/>
                            </p:stCondLst>
                            <p:childTnLst>
                              <p:par>
                                <p:cTn id="373" presetID="23" presetClass="entr" presetSubtype="16" fill="hold" nodeType="clickEffect">
                                  <p:stCondLst>
                                    <p:cond delay="0"/>
                                  </p:stCondLst>
                                  <p:childTnLst>
                                    <p:set>
                                      <p:cBhvr>
                                        <p:cTn id="374" dur="1" fill="hold">
                                          <p:stCondLst>
                                            <p:cond delay="0"/>
                                          </p:stCondLst>
                                        </p:cTn>
                                        <p:tgtEl>
                                          <p:spTgt spid="400555"/>
                                        </p:tgtEl>
                                        <p:attrNameLst>
                                          <p:attrName>style.visibility</p:attrName>
                                        </p:attrNameLst>
                                      </p:cBhvr>
                                      <p:to>
                                        <p:strVal val="visible"/>
                                      </p:to>
                                    </p:set>
                                    <p:anim calcmode="lin" valueType="num">
                                      <p:cBhvr>
                                        <p:cTn id="375" dur="500" fill="hold"/>
                                        <p:tgtEl>
                                          <p:spTgt spid="400555"/>
                                        </p:tgtEl>
                                        <p:attrNameLst>
                                          <p:attrName>ppt_w</p:attrName>
                                        </p:attrNameLst>
                                      </p:cBhvr>
                                      <p:tavLst>
                                        <p:tav tm="0">
                                          <p:val>
                                            <p:fltVal val="0"/>
                                          </p:val>
                                        </p:tav>
                                        <p:tav tm="100000">
                                          <p:val>
                                            <p:strVal val="#ppt_w"/>
                                          </p:val>
                                        </p:tav>
                                      </p:tavLst>
                                    </p:anim>
                                    <p:anim calcmode="lin" valueType="num">
                                      <p:cBhvr>
                                        <p:cTn id="376" dur="500" fill="hold"/>
                                        <p:tgtEl>
                                          <p:spTgt spid="400555"/>
                                        </p:tgtEl>
                                        <p:attrNameLst>
                                          <p:attrName>ppt_h</p:attrName>
                                        </p:attrNameLst>
                                      </p:cBhvr>
                                      <p:tavLst>
                                        <p:tav tm="0">
                                          <p:val>
                                            <p:fltVal val="0"/>
                                          </p:val>
                                        </p:tav>
                                        <p:tav tm="100000">
                                          <p:val>
                                            <p:strVal val="#ppt_h"/>
                                          </p:val>
                                        </p:tav>
                                      </p:tavLst>
                                    </p:anim>
                                  </p:childTnLst>
                                </p:cTn>
                              </p:par>
                            </p:childTnLst>
                          </p:cTn>
                        </p:par>
                      </p:childTnLst>
                    </p:cTn>
                  </p:par>
                  <p:par>
                    <p:cTn id="377" fill="hold" nodeType="clickPar">
                      <p:stCondLst>
                        <p:cond delay="indefinite"/>
                      </p:stCondLst>
                      <p:childTnLst>
                        <p:par>
                          <p:cTn id="378" fill="hold" nodeType="withGroup">
                            <p:stCondLst>
                              <p:cond delay="0"/>
                            </p:stCondLst>
                            <p:childTnLst>
                              <p:par>
                                <p:cTn id="379" presetID="18" presetClass="entr" presetSubtype="3" fill="hold" grpId="0" nodeType="clickEffect">
                                  <p:stCondLst>
                                    <p:cond delay="0"/>
                                  </p:stCondLst>
                                  <p:childTnLst>
                                    <p:set>
                                      <p:cBhvr>
                                        <p:cTn id="380" dur="1" fill="hold">
                                          <p:stCondLst>
                                            <p:cond delay="0"/>
                                          </p:stCondLst>
                                        </p:cTn>
                                        <p:tgtEl>
                                          <p:spTgt spid="400511"/>
                                        </p:tgtEl>
                                        <p:attrNameLst>
                                          <p:attrName>style.visibility</p:attrName>
                                        </p:attrNameLst>
                                      </p:cBhvr>
                                      <p:to>
                                        <p:strVal val="visible"/>
                                      </p:to>
                                    </p:set>
                                    <p:animEffect transition="in" filter="strips(upRight)">
                                      <p:cBhvr>
                                        <p:cTn id="381" dur="500"/>
                                        <p:tgtEl>
                                          <p:spTgt spid="400511"/>
                                        </p:tgtEl>
                                      </p:cBhvr>
                                    </p:animEffect>
                                  </p:childTnLst>
                                </p:cTn>
                              </p:par>
                            </p:childTnLst>
                          </p:cTn>
                        </p:par>
                      </p:childTnLst>
                    </p:cTn>
                  </p:par>
                  <p:par>
                    <p:cTn id="382" fill="hold" nodeType="clickPar">
                      <p:stCondLst>
                        <p:cond delay="indefinite"/>
                      </p:stCondLst>
                      <p:childTnLst>
                        <p:par>
                          <p:cTn id="383" fill="hold" nodeType="withGroup">
                            <p:stCondLst>
                              <p:cond delay="0"/>
                            </p:stCondLst>
                            <p:childTnLst>
                              <p:par>
                                <p:cTn id="384" presetID="18" presetClass="entr" presetSubtype="6" fill="hold" grpId="0" nodeType="clickEffect">
                                  <p:stCondLst>
                                    <p:cond delay="0"/>
                                  </p:stCondLst>
                                  <p:childTnLst>
                                    <p:set>
                                      <p:cBhvr>
                                        <p:cTn id="385" dur="1" fill="hold">
                                          <p:stCondLst>
                                            <p:cond delay="0"/>
                                          </p:stCondLst>
                                        </p:cTn>
                                        <p:tgtEl>
                                          <p:spTgt spid="400512"/>
                                        </p:tgtEl>
                                        <p:attrNameLst>
                                          <p:attrName>style.visibility</p:attrName>
                                        </p:attrNameLst>
                                      </p:cBhvr>
                                      <p:to>
                                        <p:strVal val="visible"/>
                                      </p:to>
                                    </p:set>
                                    <p:animEffect transition="in" filter="strips(downRight)">
                                      <p:cBhvr>
                                        <p:cTn id="386" dur="500"/>
                                        <p:tgtEl>
                                          <p:spTgt spid="400512"/>
                                        </p:tgtEl>
                                      </p:cBhvr>
                                    </p:animEffect>
                                  </p:childTnLst>
                                </p:cTn>
                              </p:par>
                            </p:childTnLst>
                          </p:cTn>
                        </p:par>
                      </p:childTnLst>
                    </p:cTn>
                  </p:par>
                  <p:par>
                    <p:cTn id="387" fill="hold" nodeType="clickPar">
                      <p:stCondLst>
                        <p:cond delay="indefinite"/>
                      </p:stCondLst>
                      <p:childTnLst>
                        <p:par>
                          <p:cTn id="388" fill="hold" nodeType="withGroup">
                            <p:stCondLst>
                              <p:cond delay="0"/>
                            </p:stCondLst>
                            <p:childTnLst>
                              <p:par>
                                <p:cTn id="389" presetID="18" presetClass="entr" presetSubtype="12" fill="hold" grpId="0" nodeType="clickEffect">
                                  <p:stCondLst>
                                    <p:cond delay="0"/>
                                  </p:stCondLst>
                                  <p:childTnLst>
                                    <p:set>
                                      <p:cBhvr>
                                        <p:cTn id="390" dur="1" fill="hold">
                                          <p:stCondLst>
                                            <p:cond delay="0"/>
                                          </p:stCondLst>
                                        </p:cTn>
                                        <p:tgtEl>
                                          <p:spTgt spid="400513"/>
                                        </p:tgtEl>
                                        <p:attrNameLst>
                                          <p:attrName>style.visibility</p:attrName>
                                        </p:attrNameLst>
                                      </p:cBhvr>
                                      <p:to>
                                        <p:strVal val="visible"/>
                                      </p:to>
                                    </p:set>
                                    <p:animEffect transition="in" filter="strips(downLeft)">
                                      <p:cBhvr>
                                        <p:cTn id="391" dur="500"/>
                                        <p:tgtEl>
                                          <p:spTgt spid="400513"/>
                                        </p:tgtEl>
                                      </p:cBhvr>
                                    </p:animEffect>
                                  </p:childTnLst>
                                </p:cTn>
                              </p:par>
                            </p:childTnLst>
                          </p:cTn>
                        </p:par>
                      </p:childTnLst>
                    </p:cTn>
                  </p:par>
                  <p:par>
                    <p:cTn id="392" fill="hold" nodeType="clickPar">
                      <p:stCondLst>
                        <p:cond delay="indefinite"/>
                      </p:stCondLst>
                      <p:childTnLst>
                        <p:par>
                          <p:cTn id="393" fill="hold" nodeType="withGroup">
                            <p:stCondLst>
                              <p:cond delay="0"/>
                            </p:stCondLst>
                            <p:childTnLst>
                              <p:par>
                                <p:cTn id="394" presetID="1" presetClass="entr" presetSubtype="0" fill="hold" grpId="0" nodeType="clickEffect">
                                  <p:stCondLst>
                                    <p:cond delay="0"/>
                                  </p:stCondLst>
                                  <p:childTnLst>
                                    <p:set>
                                      <p:cBhvr>
                                        <p:cTn id="395" dur="1" fill="hold">
                                          <p:stCondLst>
                                            <p:cond delay="499"/>
                                          </p:stCondLst>
                                        </p:cTn>
                                        <p:tgtEl>
                                          <p:spTgt spid="400522"/>
                                        </p:tgtEl>
                                        <p:attrNameLst>
                                          <p:attrName>style.visibility</p:attrName>
                                        </p:attrNameLst>
                                      </p:cBhvr>
                                      <p:to>
                                        <p:strVal val="visible"/>
                                      </p:to>
                                    </p:set>
                                  </p:childTnLst>
                                </p:cTn>
                              </p:par>
                            </p:childTnLst>
                          </p:cTn>
                        </p:par>
                      </p:childTnLst>
                    </p:cTn>
                  </p:par>
                  <p:par>
                    <p:cTn id="396" fill="hold" nodeType="clickPar">
                      <p:stCondLst>
                        <p:cond delay="indefinite"/>
                      </p:stCondLst>
                      <p:childTnLst>
                        <p:par>
                          <p:cTn id="397" fill="hold" nodeType="withGroup">
                            <p:stCondLst>
                              <p:cond delay="0"/>
                            </p:stCondLst>
                            <p:childTnLst>
                              <p:par>
                                <p:cTn id="398" presetID="1" presetClass="entr" presetSubtype="0" fill="hold" grpId="0" nodeType="clickEffect">
                                  <p:stCondLst>
                                    <p:cond delay="0"/>
                                  </p:stCondLst>
                                  <p:childTnLst>
                                    <p:set>
                                      <p:cBhvr>
                                        <p:cTn id="399" dur="1" fill="hold">
                                          <p:stCondLst>
                                            <p:cond delay="499"/>
                                          </p:stCondLst>
                                        </p:cTn>
                                        <p:tgtEl>
                                          <p:spTgt spid="400523"/>
                                        </p:tgtEl>
                                        <p:attrNameLst>
                                          <p:attrName>style.visibility</p:attrName>
                                        </p:attrNameLst>
                                      </p:cBhvr>
                                      <p:to>
                                        <p:strVal val="visible"/>
                                      </p:to>
                                    </p:set>
                                  </p:childTnLst>
                                </p:cTn>
                              </p:par>
                            </p:childTnLst>
                          </p:cTn>
                        </p:par>
                      </p:childTnLst>
                    </p:cTn>
                  </p:par>
                  <p:par>
                    <p:cTn id="400" fill="hold" nodeType="clickPar">
                      <p:stCondLst>
                        <p:cond delay="indefinite"/>
                      </p:stCondLst>
                      <p:childTnLst>
                        <p:par>
                          <p:cTn id="401" fill="hold" nodeType="withGroup">
                            <p:stCondLst>
                              <p:cond delay="0"/>
                            </p:stCondLst>
                            <p:childTnLst>
                              <p:par>
                                <p:cTn id="402" presetID="1" presetClass="entr" presetSubtype="0" fill="hold" grpId="0" nodeType="clickEffect">
                                  <p:stCondLst>
                                    <p:cond delay="0"/>
                                  </p:stCondLst>
                                  <p:childTnLst>
                                    <p:set>
                                      <p:cBhvr>
                                        <p:cTn id="403" dur="1" fill="hold">
                                          <p:stCondLst>
                                            <p:cond delay="499"/>
                                          </p:stCondLst>
                                        </p:cTn>
                                        <p:tgtEl>
                                          <p:spTgt spid="400524"/>
                                        </p:tgtEl>
                                        <p:attrNameLst>
                                          <p:attrName>style.visibility</p:attrName>
                                        </p:attrNameLst>
                                      </p:cBhvr>
                                      <p:to>
                                        <p:strVal val="visible"/>
                                      </p:to>
                                    </p:set>
                                  </p:childTnLst>
                                </p:cTn>
                              </p:par>
                            </p:childTnLst>
                          </p:cTn>
                        </p:par>
                      </p:childTnLst>
                    </p:cTn>
                  </p:par>
                  <p:par>
                    <p:cTn id="404" fill="hold" nodeType="clickPar">
                      <p:stCondLst>
                        <p:cond delay="indefinite"/>
                      </p:stCondLst>
                      <p:childTnLst>
                        <p:par>
                          <p:cTn id="405" fill="hold" nodeType="withGroup">
                            <p:stCondLst>
                              <p:cond delay="0"/>
                            </p:stCondLst>
                            <p:childTnLst>
                              <p:par>
                                <p:cTn id="406" presetID="1" presetClass="entr" presetSubtype="0" fill="hold" grpId="0" nodeType="clickEffect">
                                  <p:stCondLst>
                                    <p:cond delay="0"/>
                                  </p:stCondLst>
                                  <p:childTnLst>
                                    <p:set>
                                      <p:cBhvr>
                                        <p:cTn id="407" dur="1" fill="hold">
                                          <p:stCondLst>
                                            <p:cond delay="499"/>
                                          </p:stCondLst>
                                        </p:cTn>
                                        <p:tgtEl>
                                          <p:spTgt spid="400525"/>
                                        </p:tgtEl>
                                        <p:attrNameLst>
                                          <p:attrName>style.visibility</p:attrName>
                                        </p:attrNameLst>
                                      </p:cBhvr>
                                      <p:to>
                                        <p:strVal val="visible"/>
                                      </p:to>
                                    </p:set>
                                  </p:childTnLst>
                                </p:cTn>
                              </p:par>
                            </p:childTnLst>
                          </p:cTn>
                        </p:par>
                      </p:childTnLst>
                    </p:cTn>
                  </p:par>
                  <p:par>
                    <p:cTn id="408" fill="hold" nodeType="clickPar">
                      <p:stCondLst>
                        <p:cond delay="indefinite"/>
                      </p:stCondLst>
                      <p:childTnLst>
                        <p:par>
                          <p:cTn id="409" fill="hold" nodeType="withGroup">
                            <p:stCondLst>
                              <p:cond delay="0"/>
                            </p:stCondLst>
                            <p:childTnLst>
                              <p:par>
                                <p:cTn id="410" presetID="1" presetClass="entr" presetSubtype="0" fill="hold" grpId="0" nodeType="clickEffect">
                                  <p:stCondLst>
                                    <p:cond delay="0"/>
                                  </p:stCondLst>
                                  <p:childTnLst>
                                    <p:set>
                                      <p:cBhvr>
                                        <p:cTn id="411" dur="1" fill="hold">
                                          <p:stCondLst>
                                            <p:cond delay="499"/>
                                          </p:stCondLst>
                                        </p:cTn>
                                        <p:tgtEl>
                                          <p:spTgt spid="400526"/>
                                        </p:tgtEl>
                                        <p:attrNameLst>
                                          <p:attrName>style.visibility</p:attrName>
                                        </p:attrNameLst>
                                      </p:cBhvr>
                                      <p:to>
                                        <p:strVal val="visible"/>
                                      </p:to>
                                    </p:set>
                                  </p:childTnLst>
                                </p:cTn>
                              </p:par>
                            </p:childTnLst>
                          </p:cTn>
                        </p:par>
                      </p:childTnLst>
                    </p:cTn>
                  </p:par>
                  <p:par>
                    <p:cTn id="412" fill="hold" nodeType="clickPar">
                      <p:stCondLst>
                        <p:cond delay="indefinite"/>
                      </p:stCondLst>
                      <p:childTnLst>
                        <p:par>
                          <p:cTn id="413" fill="hold" nodeType="withGroup">
                            <p:stCondLst>
                              <p:cond delay="0"/>
                            </p:stCondLst>
                            <p:childTnLst>
                              <p:par>
                                <p:cTn id="414" presetID="1" presetClass="entr" presetSubtype="0" fill="hold" grpId="0" nodeType="clickEffect">
                                  <p:stCondLst>
                                    <p:cond delay="0"/>
                                  </p:stCondLst>
                                  <p:childTnLst>
                                    <p:set>
                                      <p:cBhvr>
                                        <p:cTn id="415" dur="1" fill="hold">
                                          <p:stCondLst>
                                            <p:cond delay="499"/>
                                          </p:stCondLst>
                                        </p:cTn>
                                        <p:tgtEl>
                                          <p:spTgt spid="400527"/>
                                        </p:tgtEl>
                                        <p:attrNameLst>
                                          <p:attrName>style.visibility</p:attrName>
                                        </p:attrNameLst>
                                      </p:cBhvr>
                                      <p:to>
                                        <p:strVal val="visible"/>
                                      </p:to>
                                    </p:set>
                                  </p:childTnLst>
                                </p:cTn>
                              </p:par>
                            </p:childTnLst>
                          </p:cTn>
                        </p:par>
                      </p:childTnLst>
                    </p:cTn>
                  </p:par>
                  <p:par>
                    <p:cTn id="416" fill="hold" nodeType="clickPar">
                      <p:stCondLst>
                        <p:cond delay="indefinite"/>
                      </p:stCondLst>
                      <p:childTnLst>
                        <p:par>
                          <p:cTn id="417" fill="hold" nodeType="withGroup">
                            <p:stCondLst>
                              <p:cond delay="0"/>
                            </p:stCondLst>
                            <p:childTnLst>
                              <p:par>
                                <p:cTn id="418" presetID="1" presetClass="entr" presetSubtype="0" fill="hold" grpId="0" nodeType="clickEffect">
                                  <p:stCondLst>
                                    <p:cond delay="0"/>
                                  </p:stCondLst>
                                  <p:childTnLst>
                                    <p:set>
                                      <p:cBhvr>
                                        <p:cTn id="419" dur="1" fill="hold">
                                          <p:stCondLst>
                                            <p:cond delay="499"/>
                                          </p:stCondLst>
                                        </p:cTn>
                                        <p:tgtEl>
                                          <p:spTgt spid="400529"/>
                                        </p:tgtEl>
                                        <p:attrNameLst>
                                          <p:attrName>style.visibility</p:attrName>
                                        </p:attrNameLst>
                                      </p:cBhvr>
                                      <p:to>
                                        <p:strVal val="visible"/>
                                      </p:to>
                                    </p:set>
                                  </p:childTnLst>
                                </p:cTn>
                              </p:par>
                            </p:childTnLst>
                          </p:cTn>
                        </p:par>
                      </p:childTnLst>
                    </p:cTn>
                  </p:par>
                  <p:par>
                    <p:cTn id="420" fill="hold" nodeType="clickPar">
                      <p:stCondLst>
                        <p:cond delay="indefinite"/>
                      </p:stCondLst>
                      <p:childTnLst>
                        <p:par>
                          <p:cTn id="421" fill="hold" nodeType="withGroup">
                            <p:stCondLst>
                              <p:cond delay="0"/>
                            </p:stCondLst>
                            <p:childTnLst>
                              <p:par>
                                <p:cTn id="422" presetID="1" presetClass="entr" presetSubtype="0" fill="hold" grpId="0" nodeType="clickEffect">
                                  <p:stCondLst>
                                    <p:cond delay="0"/>
                                  </p:stCondLst>
                                  <p:childTnLst>
                                    <p:set>
                                      <p:cBhvr>
                                        <p:cTn id="423" dur="1" fill="hold">
                                          <p:stCondLst>
                                            <p:cond delay="499"/>
                                          </p:stCondLst>
                                        </p:cTn>
                                        <p:tgtEl>
                                          <p:spTgt spid="400530"/>
                                        </p:tgtEl>
                                        <p:attrNameLst>
                                          <p:attrName>style.visibility</p:attrName>
                                        </p:attrNameLst>
                                      </p:cBhvr>
                                      <p:to>
                                        <p:strVal val="visible"/>
                                      </p:to>
                                    </p:set>
                                  </p:childTnLst>
                                </p:cTn>
                              </p:par>
                            </p:childTnLst>
                          </p:cTn>
                        </p:par>
                      </p:childTnLst>
                    </p:cTn>
                  </p:par>
                  <p:par>
                    <p:cTn id="424" fill="hold" nodeType="clickPar">
                      <p:stCondLst>
                        <p:cond delay="indefinite"/>
                      </p:stCondLst>
                      <p:childTnLst>
                        <p:par>
                          <p:cTn id="425" fill="hold" nodeType="withGroup">
                            <p:stCondLst>
                              <p:cond delay="0"/>
                            </p:stCondLst>
                            <p:childTnLst>
                              <p:par>
                                <p:cTn id="426" presetID="1" presetClass="entr" presetSubtype="0" fill="hold" grpId="0" nodeType="clickEffect">
                                  <p:stCondLst>
                                    <p:cond delay="0"/>
                                  </p:stCondLst>
                                  <p:childTnLst>
                                    <p:set>
                                      <p:cBhvr>
                                        <p:cTn id="427" dur="1" fill="hold">
                                          <p:stCondLst>
                                            <p:cond delay="499"/>
                                          </p:stCondLst>
                                        </p:cTn>
                                        <p:tgtEl>
                                          <p:spTgt spid="400528"/>
                                        </p:tgtEl>
                                        <p:attrNameLst>
                                          <p:attrName>style.visibility</p:attrName>
                                        </p:attrNameLst>
                                      </p:cBhvr>
                                      <p:to>
                                        <p:strVal val="visible"/>
                                      </p:to>
                                    </p:set>
                                  </p:childTnLst>
                                </p:cTn>
                              </p:par>
                            </p:childTnLst>
                          </p:cTn>
                        </p:par>
                      </p:childTnLst>
                    </p:cTn>
                  </p:par>
                  <p:par>
                    <p:cTn id="428" fill="hold" nodeType="clickPar">
                      <p:stCondLst>
                        <p:cond delay="indefinite"/>
                      </p:stCondLst>
                      <p:childTnLst>
                        <p:par>
                          <p:cTn id="429" fill="hold" nodeType="withGroup">
                            <p:stCondLst>
                              <p:cond delay="0"/>
                            </p:stCondLst>
                            <p:childTnLst>
                              <p:par>
                                <p:cTn id="430" presetID="1" presetClass="entr" presetSubtype="0" fill="hold" grpId="0" nodeType="clickEffect">
                                  <p:stCondLst>
                                    <p:cond delay="0"/>
                                  </p:stCondLst>
                                  <p:childTnLst>
                                    <p:set>
                                      <p:cBhvr>
                                        <p:cTn id="431" dur="1" fill="hold">
                                          <p:stCondLst>
                                            <p:cond delay="499"/>
                                          </p:stCondLst>
                                        </p:cTn>
                                        <p:tgtEl>
                                          <p:spTgt spid="400531"/>
                                        </p:tgtEl>
                                        <p:attrNameLst>
                                          <p:attrName>style.visibility</p:attrName>
                                        </p:attrNameLst>
                                      </p:cBhvr>
                                      <p:to>
                                        <p:strVal val="visible"/>
                                      </p:to>
                                    </p:set>
                                  </p:childTnLst>
                                </p:cTn>
                              </p:par>
                            </p:childTnLst>
                          </p:cTn>
                        </p:par>
                      </p:childTnLst>
                    </p:cTn>
                  </p:par>
                  <p:par>
                    <p:cTn id="432" fill="hold" nodeType="clickPar">
                      <p:stCondLst>
                        <p:cond delay="indefinite"/>
                      </p:stCondLst>
                      <p:childTnLst>
                        <p:par>
                          <p:cTn id="433" fill="hold" nodeType="withGroup">
                            <p:stCondLst>
                              <p:cond delay="0"/>
                            </p:stCondLst>
                            <p:childTnLst>
                              <p:par>
                                <p:cTn id="434" presetID="1" presetClass="entr" presetSubtype="0" fill="hold" grpId="0" nodeType="clickEffect">
                                  <p:stCondLst>
                                    <p:cond delay="0"/>
                                  </p:stCondLst>
                                  <p:childTnLst>
                                    <p:set>
                                      <p:cBhvr>
                                        <p:cTn id="435" dur="1" fill="hold">
                                          <p:stCondLst>
                                            <p:cond delay="499"/>
                                          </p:stCondLst>
                                        </p:cTn>
                                        <p:tgtEl>
                                          <p:spTgt spid="400532"/>
                                        </p:tgtEl>
                                        <p:attrNameLst>
                                          <p:attrName>style.visibility</p:attrName>
                                        </p:attrNameLst>
                                      </p:cBhvr>
                                      <p:to>
                                        <p:strVal val="visible"/>
                                      </p:to>
                                    </p:set>
                                  </p:childTnLst>
                                </p:cTn>
                              </p:par>
                            </p:childTnLst>
                          </p:cTn>
                        </p:par>
                      </p:childTnLst>
                    </p:cTn>
                  </p:par>
                  <p:par>
                    <p:cTn id="436" fill="hold" nodeType="clickPar">
                      <p:stCondLst>
                        <p:cond delay="indefinite"/>
                      </p:stCondLst>
                      <p:childTnLst>
                        <p:par>
                          <p:cTn id="437" fill="hold" nodeType="withGroup">
                            <p:stCondLst>
                              <p:cond delay="0"/>
                            </p:stCondLst>
                            <p:childTnLst>
                              <p:par>
                                <p:cTn id="438" presetID="1" presetClass="entr" presetSubtype="0" fill="hold" grpId="0" nodeType="clickEffect">
                                  <p:stCondLst>
                                    <p:cond delay="0"/>
                                  </p:stCondLst>
                                  <p:childTnLst>
                                    <p:set>
                                      <p:cBhvr>
                                        <p:cTn id="439" dur="1" fill="hold">
                                          <p:stCondLst>
                                            <p:cond delay="499"/>
                                          </p:stCondLst>
                                        </p:cTn>
                                        <p:tgtEl>
                                          <p:spTgt spid="400533"/>
                                        </p:tgtEl>
                                        <p:attrNameLst>
                                          <p:attrName>style.visibility</p:attrName>
                                        </p:attrNameLst>
                                      </p:cBhvr>
                                      <p:to>
                                        <p:strVal val="visible"/>
                                      </p:to>
                                    </p:set>
                                  </p:childTnLst>
                                </p:cTn>
                              </p:par>
                            </p:childTnLst>
                          </p:cTn>
                        </p:par>
                      </p:childTnLst>
                    </p:cTn>
                  </p:par>
                  <p:par>
                    <p:cTn id="440" fill="hold" nodeType="clickPar">
                      <p:stCondLst>
                        <p:cond delay="indefinite"/>
                      </p:stCondLst>
                      <p:childTnLst>
                        <p:par>
                          <p:cTn id="441" fill="hold" nodeType="withGroup">
                            <p:stCondLst>
                              <p:cond delay="0"/>
                            </p:stCondLst>
                            <p:childTnLst>
                              <p:par>
                                <p:cTn id="442" presetID="1" presetClass="entr" presetSubtype="0" fill="hold" grpId="0" nodeType="clickEffect">
                                  <p:stCondLst>
                                    <p:cond delay="0"/>
                                  </p:stCondLst>
                                  <p:childTnLst>
                                    <p:set>
                                      <p:cBhvr>
                                        <p:cTn id="443" dur="1" fill="hold">
                                          <p:stCondLst>
                                            <p:cond delay="499"/>
                                          </p:stCondLst>
                                        </p:cTn>
                                        <p:tgtEl>
                                          <p:spTgt spid="400534"/>
                                        </p:tgtEl>
                                        <p:attrNameLst>
                                          <p:attrName>style.visibility</p:attrName>
                                        </p:attrNameLst>
                                      </p:cBhvr>
                                      <p:to>
                                        <p:strVal val="visible"/>
                                      </p:to>
                                    </p:set>
                                  </p:childTnLst>
                                </p:cTn>
                              </p:par>
                            </p:childTnLst>
                          </p:cTn>
                        </p:par>
                      </p:childTnLst>
                    </p:cTn>
                  </p:par>
                  <p:par>
                    <p:cTn id="444" fill="hold" nodeType="clickPar">
                      <p:stCondLst>
                        <p:cond delay="indefinite"/>
                      </p:stCondLst>
                      <p:childTnLst>
                        <p:par>
                          <p:cTn id="445" fill="hold" nodeType="withGroup">
                            <p:stCondLst>
                              <p:cond delay="0"/>
                            </p:stCondLst>
                            <p:childTnLst>
                              <p:par>
                                <p:cTn id="446" presetID="1" presetClass="entr" presetSubtype="0" fill="hold" grpId="0" nodeType="clickEffect">
                                  <p:stCondLst>
                                    <p:cond delay="0"/>
                                  </p:stCondLst>
                                  <p:childTnLst>
                                    <p:set>
                                      <p:cBhvr>
                                        <p:cTn id="447" dur="1" fill="hold">
                                          <p:stCondLst>
                                            <p:cond delay="499"/>
                                          </p:stCondLst>
                                        </p:cTn>
                                        <p:tgtEl>
                                          <p:spTgt spid="400535"/>
                                        </p:tgtEl>
                                        <p:attrNameLst>
                                          <p:attrName>style.visibility</p:attrName>
                                        </p:attrNameLst>
                                      </p:cBhvr>
                                      <p:to>
                                        <p:strVal val="visible"/>
                                      </p:to>
                                    </p:set>
                                  </p:childTnLst>
                                </p:cTn>
                              </p:par>
                            </p:childTnLst>
                          </p:cTn>
                        </p:par>
                      </p:childTnLst>
                    </p:cTn>
                  </p:par>
                  <p:par>
                    <p:cTn id="448" fill="hold" nodeType="clickPar">
                      <p:stCondLst>
                        <p:cond delay="indefinite"/>
                      </p:stCondLst>
                      <p:childTnLst>
                        <p:par>
                          <p:cTn id="449" fill="hold" nodeType="withGroup">
                            <p:stCondLst>
                              <p:cond delay="0"/>
                            </p:stCondLst>
                            <p:childTnLst>
                              <p:par>
                                <p:cTn id="450" presetID="1" presetClass="entr" presetSubtype="0" fill="hold" grpId="0" nodeType="clickEffect">
                                  <p:stCondLst>
                                    <p:cond delay="0"/>
                                  </p:stCondLst>
                                  <p:childTnLst>
                                    <p:set>
                                      <p:cBhvr>
                                        <p:cTn id="451" dur="1" fill="hold">
                                          <p:stCondLst>
                                            <p:cond delay="499"/>
                                          </p:stCondLst>
                                        </p:cTn>
                                        <p:tgtEl>
                                          <p:spTgt spid="400536"/>
                                        </p:tgtEl>
                                        <p:attrNameLst>
                                          <p:attrName>style.visibility</p:attrName>
                                        </p:attrNameLst>
                                      </p:cBhvr>
                                      <p:to>
                                        <p:strVal val="visible"/>
                                      </p:to>
                                    </p:set>
                                  </p:childTnLst>
                                </p:cTn>
                              </p:par>
                            </p:childTnLst>
                          </p:cTn>
                        </p:par>
                      </p:childTnLst>
                    </p:cTn>
                  </p:par>
                  <p:par>
                    <p:cTn id="452" fill="hold" nodeType="clickPar">
                      <p:stCondLst>
                        <p:cond delay="indefinite"/>
                      </p:stCondLst>
                      <p:childTnLst>
                        <p:par>
                          <p:cTn id="453" fill="hold" nodeType="withGroup">
                            <p:stCondLst>
                              <p:cond delay="0"/>
                            </p:stCondLst>
                            <p:childTnLst>
                              <p:par>
                                <p:cTn id="454" presetID="1" presetClass="entr" presetSubtype="0" fill="hold" grpId="0" nodeType="clickEffect">
                                  <p:stCondLst>
                                    <p:cond delay="0"/>
                                  </p:stCondLst>
                                  <p:childTnLst>
                                    <p:set>
                                      <p:cBhvr>
                                        <p:cTn id="455" dur="1" fill="hold">
                                          <p:stCondLst>
                                            <p:cond delay="499"/>
                                          </p:stCondLst>
                                        </p:cTn>
                                        <p:tgtEl>
                                          <p:spTgt spid="400537"/>
                                        </p:tgtEl>
                                        <p:attrNameLst>
                                          <p:attrName>style.visibility</p:attrName>
                                        </p:attrNameLst>
                                      </p:cBhvr>
                                      <p:to>
                                        <p:strVal val="visible"/>
                                      </p:to>
                                    </p:set>
                                  </p:childTnLst>
                                </p:cTn>
                              </p:par>
                            </p:childTnLst>
                          </p:cTn>
                        </p:par>
                      </p:childTnLst>
                    </p:cTn>
                  </p:par>
                  <p:par>
                    <p:cTn id="456" fill="hold" nodeType="clickPar">
                      <p:stCondLst>
                        <p:cond delay="indefinite"/>
                      </p:stCondLst>
                      <p:childTnLst>
                        <p:par>
                          <p:cTn id="457" fill="hold" nodeType="withGroup">
                            <p:stCondLst>
                              <p:cond delay="0"/>
                            </p:stCondLst>
                            <p:childTnLst>
                              <p:par>
                                <p:cTn id="458" presetID="1" presetClass="entr" presetSubtype="0" fill="hold" grpId="0" nodeType="clickEffect">
                                  <p:stCondLst>
                                    <p:cond delay="0"/>
                                  </p:stCondLst>
                                  <p:childTnLst>
                                    <p:set>
                                      <p:cBhvr>
                                        <p:cTn id="459" dur="1" fill="hold">
                                          <p:stCondLst>
                                            <p:cond delay="499"/>
                                          </p:stCondLst>
                                        </p:cTn>
                                        <p:tgtEl>
                                          <p:spTgt spid="400538"/>
                                        </p:tgtEl>
                                        <p:attrNameLst>
                                          <p:attrName>style.visibility</p:attrName>
                                        </p:attrNameLst>
                                      </p:cBhvr>
                                      <p:to>
                                        <p:strVal val="visible"/>
                                      </p:to>
                                    </p:set>
                                  </p:childTnLst>
                                </p:cTn>
                              </p:par>
                            </p:childTnLst>
                          </p:cTn>
                        </p:par>
                      </p:childTnLst>
                    </p:cTn>
                  </p:par>
                  <p:par>
                    <p:cTn id="460" fill="hold" nodeType="clickPar">
                      <p:stCondLst>
                        <p:cond delay="indefinite"/>
                      </p:stCondLst>
                      <p:childTnLst>
                        <p:par>
                          <p:cTn id="461" fill="hold" nodeType="withGroup">
                            <p:stCondLst>
                              <p:cond delay="0"/>
                            </p:stCondLst>
                            <p:childTnLst>
                              <p:par>
                                <p:cTn id="462" presetID="18" presetClass="entr" presetSubtype="12" fill="hold" grpId="0" nodeType="clickEffect">
                                  <p:stCondLst>
                                    <p:cond delay="0"/>
                                  </p:stCondLst>
                                  <p:childTnLst>
                                    <p:set>
                                      <p:cBhvr>
                                        <p:cTn id="463" dur="1" fill="hold">
                                          <p:stCondLst>
                                            <p:cond delay="0"/>
                                          </p:stCondLst>
                                        </p:cTn>
                                        <p:tgtEl>
                                          <p:spTgt spid="400539"/>
                                        </p:tgtEl>
                                        <p:attrNameLst>
                                          <p:attrName>style.visibility</p:attrName>
                                        </p:attrNameLst>
                                      </p:cBhvr>
                                      <p:to>
                                        <p:strVal val="visible"/>
                                      </p:to>
                                    </p:set>
                                    <p:animEffect transition="in" filter="strips(downLeft)">
                                      <p:cBhvr>
                                        <p:cTn id="464" dur="500"/>
                                        <p:tgtEl>
                                          <p:spTgt spid="400539"/>
                                        </p:tgtEl>
                                      </p:cBhvr>
                                    </p:animEffect>
                                  </p:childTnLst>
                                </p:cTn>
                              </p:par>
                            </p:childTnLst>
                          </p:cTn>
                        </p:par>
                      </p:childTnLst>
                    </p:cTn>
                  </p:par>
                  <p:par>
                    <p:cTn id="465" fill="hold" nodeType="clickPar">
                      <p:stCondLst>
                        <p:cond delay="indefinite"/>
                      </p:stCondLst>
                      <p:childTnLst>
                        <p:par>
                          <p:cTn id="466" fill="hold" nodeType="withGroup">
                            <p:stCondLst>
                              <p:cond delay="0"/>
                            </p:stCondLst>
                            <p:childTnLst>
                              <p:par>
                                <p:cTn id="467" presetID="18" presetClass="entr" presetSubtype="6" fill="hold" grpId="0" nodeType="clickEffect">
                                  <p:stCondLst>
                                    <p:cond delay="0"/>
                                  </p:stCondLst>
                                  <p:childTnLst>
                                    <p:set>
                                      <p:cBhvr>
                                        <p:cTn id="468" dur="1" fill="hold">
                                          <p:stCondLst>
                                            <p:cond delay="0"/>
                                          </p:stCondLst>
                                        </p:cTn>
                                        <p:tgtEl>
                                          <p:spTgt spid="400540"/>
                                        </p:tgtEl>
                                        <p:attrNameLst>
                                          <p:attrName>style.visibility</p:attrName>
                                        </p:attrNameLst>
                                      </p:cBhvr>
                                      <p:to>
                                        <p:strVal val="visible"/>
                                      </p:to>
                                    </p:set>
                                    <p:animEffect transition="in" filter="strips(downRight)">
                                      <p:cBhvr>
                                        <p:cTn id="469" dur="500"/>
                                        <p:tgtEl>
                                          <p:spTgt spid="400540"/>
                                        </p:tgtEl>
                                      </p:cBhvr>
                                    </p:animEffect>
                                  </p:childTnLst>
                                </p:cTn>
                              </p:par>
                            </p:childTnLst>
                          </p:cTn>
                        </p:par>
                      </p:childTnLst>
                    </p:cTn>
                  </p:par>
                  <p:par>
                    <p:cTn id="470" fill="hold" nodeType="clickPar">
                      <p:stCondLst>
                        <p:cond delay="indefinite"/>
                      </p:stCondLst>
                      <p:childTnLst>
                        <p:par>
                          <p:cTn id="471" fill="hold" nodeType="withGroup">
                            <p:stCondLst>
                              <p:cond delay="0"/>
                            </p:stCondLst>
                            <p:childTnLst>
                              <p:par>
                                <p:cTn id="472" presetID="1" presetClass="entr" presetSubtype="0" fill="hold" grpId="0" nodeType="clickEffect">
                                  <p:stCondLst>
                                    <p:cond delay="0"/>
                                  </p:stCondLst>
                                  <p:childTnLst>
                                    <p:set>
                                      <p:cBhvr>
                                        <p:cTn id="473" dur="1" fill="hold">
                                          <p:stCondLst>
                                            <p:cond delay="499"/>
                                          </p:stCondLst>
                                        </p:cTn>
                                        <p:tgtEl>
                                          <p:spTgt spid="400541"/>
                                        </p:tgtEl>
                                        <p:attrNameLst>
                                          <p:attrName>style.visibility</p:attrName>
                                        </p:attrNameLst>
                                      </p:cBhvr>
                                      <p:to>
                                        <p:strVal val="visible"/>
                                      </p:to>
                                    </p:set>
                                  </p:childTnLst>
                                </p:cTn>
                              </p:par>
                            </p:childTnLst>
                          </p:cTn>
                        </p:par>
                      </p:childTnLst>
                    </p:cTn>
                  </p:par>
                  <p:par>
                    <p:cTn id="474" fill="hold" nodeType="clickPar">
                      <p:stCondLst>
                        <p:cond delay="indefinite"/>
                      </p:stCondLst>
                      <p:childTnLst>
                        <p:par>
                          <p:cTn id="475" fill="hold" nodeType="withGroup">
                            <p:stCondLst>
                              <p:cond delay="0"/>
                            </p:stCondLst>
                            <p:childTnLst>
                              <p:par>
                                <p:cTn id="476" presetID="1" presetClass="entr" presetSubtype="0" fill="hold" grpId="0" nodeType="clickEffect">
                                  <p:stCondLst>
                                    <p:cond delay="0"/>
                                  </p:stCondLst>
                                  <p:childTnLst>
                                    <p:set>
                                      <p:cBhvr>
                                        <p:cTn id="477" dur="1" fill="hold">
                                          <p:stCondLst>
                                            <p:cond delay="499"/>
                                          </p:stCondLst>
                                        </p:cTn>
                                        <p:tgtEl>
                                          <p:spTgt spid="400542"/>
                                        </p:tgtEl>
                                        <p:attrNameLst>
                                          <p:attrName>style.visibility</p:attrName>
                                        </p:attrNameLst>
                                      </p:cBhvr>
                                      <p:to>
                                        <p:strVal val="visible"/>
                                      </p:to>
                                    </p:set>
                                  </p:childTnLst>
                                </p:cTn>
                              </p:par>
                            </p:childTnLst>
                          </p:cTn>
                        </p:par>
                      </p:childTnLst>
                    </p:cTn>
                  </p:par>
                  <p:par>
                    <p:cTn id="478" fill="hold" nodeType="clickPar">
                      <p:stCondLst>
                        <p:cond delay="indefinite"/>
                      </p:stCondLst>
                      <p:childTnLst>
                        <p:par>
                          <p:cTn id="479" fill="hold" nodeType="withGroup">
                            <p:stCondLst>
                              <p:cond delay="0"/>
                            </p:stCondLst>
                            <p:childTnLst>
                              <p:par>
                                <p:cTn id="480" presetID="1" presetClass="entr" presetSubtype="0" fill="hold" grpId="0" nodeType="clickEffect">
                                  <p:stCondLst>
                                    <p:cond delay="0"/>
                                  </p:stCondLst>
                                  <p:childTnLst>
                                    <p:set>
                                      <p:cBhvr>
                                        <p:cTn id="481" dur="1" fill="hold">
                                          <p:stCondLst>
                                            <p:cond delay="499"/>
                                          </p:stCondLst>
                                        </p:cTn>
                                        <p:tgtEl>
                                          <p:spTgt spid="400543"/>
                                        </p:tgtEl>
                                        <p:attrNameLst>
                                          <p:attrName>style.visibility</p:attrName>
                                        </p:attrNameLst>
                                      </p:cBhvr>
                                      <p:to>
                                        <p:strVal val="visible"/>
                                      </p:to>
                                    </p:set>
                                  </p:childTnLst>
                                </p:cTn>
                              </p:par>
                            </p:childTnLst>
                          </p:cTn>
                        </p:par>
                      </p:childTnLst>
                    </p:cTn>
                  </p:par>
                  <p:par>
                    <p:cTn id="482" fill="hold" nodeType="clickPar">
                      <p:stCondLst>
                        <p:cond delay="indefinite"/>
                      </p:stCondLst>
                      <p:childTnLst>
                        <p:par>
                          <p:cTn id="483" fill="hold" nodeType="withGroup">
                            <p:stCondLst>
                              <p:cond delay="0"/>
                            </p:stCondLst>
                            <p:childTnLst>
                              <p:par>
                                <p:cTn id="484" presetID="1" presetClass="entr" presetSubtype="0" fill="hold" grpId="0" nodeType="clickEffect">
                                  <p:stCondLst>
                                    <p:cond delay="0"/>
                                  </p:stCondLst>
                                  <p:childTnLst>
                                    <p:set>
                                      <p:cBhvr>
                                        <p:cTn id="485" dur="1" fill="hold">
                                          <p:stCondLst>
                                            <p:cond delay="499"/>
                                          </p:stCondLst>
                                        </p:cTn>
                                        <p:tgtEl>
                                          <p:spTgt spid="400544"/>
                                        </p:tgtEl>
                                        <p:attrNameLst>
                                          <p:attrName>style.visibility</p:attrName>
                                        </p:attrNameLst>
                                      </p:cBhvr>
                                      <p:to>
                                        <p:strVal val="visible"/>
                                      </p:to>
                                    </p:set>
                                  </p:childTnLst>
                                </p:cTn>
                              </p:par>
                            </p:childTnLst>
                          </p:cTn>
                        </p:par>
                      </p:childTnLst>
                    </p:cTn>
                  </p:par>
                  <p:par>
                    <p:cTn id="486" fill="hold" nodeType="clickPar">
                      <p:stCondLst>
                        <p:cond delay="indefinite"/>
                      </p:stCondLst>
                      <p:childTnLst>
                        <p:par>
                          <p:cTn id="487" fill="hold" nodeType="withGroup">
                            <p:stCondLst>
                              <p:cond delay="0"/>
                            </p:stCondLst>
                            <p:childTnLst>
                              <p:par>
                                <p:cTn id="488" presetID="1" presetClass="entr" presetSubtype="0" fill="hold" grpId="0" nodeType="clickEffect">
                                  <p:stCondLst>
                                    <p:cond delay="0"/>
                                  </p:stCondLst>
                                  <p:childTnLst>
                                    <p:set>
                                      <p:cBhvr>
                                        <p:cTn id="489" dur="1" fill="hold">
                                          <p:stCondLst>
                                            <p:cond delay="499"/>
                                          </p:stCondLst>
                                        </p:cTn>
                                        <p:tgtEl>
                                          <p:spTgt spid="4005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6" grpId="0" animBg="1"/>
      <p:bldP spid="400387" grpId="0" autoUpdateAnimBg="0"/>
      <p:bldP spid="400388" grpId="0" animBg="1"/>
      <p:bldP spid="400406" grpId="0" animBg="1"/>
      <p:bldP spid="400407" grpId="0" animBg="1"/>
      <p:bldP spid="400408" grpId="0" autoUpdateAnimBg="0"/>
      <p:bldP spid="400418" grpId="0" autoUpdateAnimBg="0"/>
      <p:bldP spid="400425" grpId="0" animBg="1"/>
      <p:bldP spid="400429" grpId="0" animBg="1"/>
      <p:bldP spid="400430" grpId="0" animBg="1"/>
      <p:bldP spid="400431" grpId="0" animBg="1"/>
      <p:bldP spid="400432" grpId="0" animBg="1"/>
      <p:bldP spid="400433" grpId="0" animBg="1"/>
      <p:bldP spid="400434" grpId="0" animBg="1"/>
      <p:bldP spid="400435" grpId="0" animBg="1"/>
      <p:bldP spid="400436" grpId="0" animBg="1"/>
      <p:bldP spid="400437" grpId="0" animBg="1"/>
      <p:bldP spid="400438" grpId="0" animBg="1"/>
      <p:bldP spid="400439" grpId="0" animBg="1"/>
      <p:bldP spid="400440" grpId="0" animBg="1"/>
      <p:bldP spid="400441" grpId="0" animBg="1"/>
      <p:bldP spid="400442" grpId="0" animBg="1"/>
      <p:bldP spid="400443" grpId="0" animBg="1"/>
      <p:bldP spid="400444" grpId="0" animBg="1"/>
      <p:bldP spid="400445" grpId="0" animBg="1"/>
      <p:bldP spid="400446" grpId="0" animBg="1"/>
      <p:bldP spid="400447" grpId="0" animBg="1"/>
      <p:bldP spid="400448" grpId="0" animBg="1"/>
      <p:bldP spid="400449" grpId="0" animBg="1"/>
      <p:bldP spid="400450" grpId="0" animBg="1"/>
      <p:bldP spid="400451" grpId="0" animBg="1"/>
      <p:bldP spid="400452" grpId="0" animBg="1"/>
      <p:bldP spid="400453" grpId="0" animBg="1"/>
      <p:bldP spid="400454" grpId="0" animBg="1"/>
      <p:bldP spid="400455" grpId="0" animBg="1"/>
      <p:bldP spid="400482" grpId="0" animBg="1"/>
      <p:bldP spid="400489" grpId="0" animBg="1"/>
      <p:bldP spid="400490" grpId="0" animBg="1"/>
      <p:bldP spid="400491" grpId="0" animBg="1"/>
      <p:bldP spid="400492" grpId="0" animBg="1"/>
      <p:bldP spid="400493" grpId="0" animBg="1"/>
      <p:bldP spid="400494" grpId="0" animBg="1"/>
      <p:bldP spid="400495" grpId="0" animBg="1"/>
      <p:bldP spid="400496" grpId="0" animBg="1"/>
      <p:bldP spid="400510" grpId="0" autoUpdateAnimBg="0"/>
      <p:bldP spid="400511" grpId="0" animBg="1"/>
      <p:bldP spid="400512" grpId="0" animBg="1"/>
      <p:bldP spid="400513" grpId="0" animBg="1"/>
      <p:bldP spid="400522" grpId="0" autoUpdateAnimBg="0"/>
      <p:bldP spid="400523" grpId="0" autoUpdateAnimBg="0"/>
      <p:bldP spid="400524" grpId="0" autoUpdateAnimBg="0"/>
      <p:bldP spid="400525" grpId="0" autoUpdateAnimBg="0"/>
      <p:bldP spid="400526" grpId="0" autoUpdateAnimBg="0"/>
      <p:bldP spid="400527" grpId="0" autoUpdateAnimBg="0"/>
      <p:bldP spid="400528" grpId="0" autoUpdateAnimBg="0"/>
      <p:bldP spid="400529" grpId="0" autoUpdateAnimBg="0"/>
      <p:bldP spid="400530" grpId="0" autoUpdateAnimBg="0"/>
      <p:bldP spid="400531" grpId="0" animBg="1"/>
      <p:bldP spid="400532" grpId="0" animBg="1"/>
      <p:bldP spid="400533" grpId="0" animBg="1"/>
      <p:bldP spid="400534" grpId="0" animBg="1"/>
      <p:bldP spid="400535" grpId="0" animBg="1"/>
      <p:bldP spid="400536" grpId="0" animBg="1"/>
      <p:bldP spid="400537" grpId="0" animBg="1"/>
      <p:bldP spid="400538" grpId="0" animBg="1"/>
      <p:bldP spid="400539" grpId="0" animBg="1"/>
      <p:bldP spid="400540" grpId="0" animBg="1"/>
      <p:bldP spid="400541" grpId="0" autoUpdateAnimBg="0"/>
      <p:bldP spid="400542" grpId="0" autoUpdateAnimBg="0"/>
      <p:bldP spid="400543" grpId="0" autoUpdateAnimBg="0"/>
      <p:bldP spid="400544" grpId="0" autoUpdateAnimBg="0"/>
      <p:bldP spid="400545"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AutoShape 2"/>
          <p:cNvSpPr>
            <a:spLocks noChangeArrowheads="1"/>
          </p:cNvSpPr>
          <p:nvPr/>
        </p:nvSpPr>
        <p:spPr bwMode="auto">
          <a:xfrm rot="6853726">
            <a:off x="3435350" y="2143125"/>
            <a:ext cx="1600200" cy="1828800"/>
          </a:xfrm>
          <a:prstGeom prst="triangle">
            <a:avLst>
              <a:gd name="adj" fmla="val 50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2435" name="Group 3"/>
          <p:cNvGrpSpPr>
            <a:grpSpLocks/>
          </p:cNvGrpSpPr>
          <p:nvPr/>
        </p:nvGrpSpPr>
        <p:grpSpPr bwMode="auto">
          <a:xfrm>
            <a:off x="3186113" y="2509838"/>
            <a:ext cx="2133600" cy="1109662"/>
            <a:chOff x="2007" y="1581"/>
            <a:chExt cx="1344" cy="699"/>
          </a:xfrm>
        </p:grpSpPr>
        <p:sp>
          <p:nvSpPr>
            <p:cNvPr id="402436" name="Line 4"/>
            <p:cNvSpPr>
              <a:spLocks noChangeShapeType="1"/>
            </p:cNvSpPr>
            <p:nvPr/>
          </p:nvSpPr>
          <p:spPr bwMode="auto">
            <a:xfrm rot="6853726">
              <a:off x="2679" y="1259"/>
              <a:ext cx="0" cy="1344"/>
            </a:xfrm>
            <a:prstGeom prst="line">
              <a:avLst/>
            </a:prstGeom>
            <a:noFill/>
            <a:ln w="31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37" name="Line 5"/>
            <p:cNvSpPr>
              <a:spLocks noChangeShapeType="1"/>
            </p:cNvSpPr>
            <p:nvPr/>
          </p:nvSpPr>
          <p:spPr bwMode="auto">
            <a:xfrm rot="6945840" flipH="1">
              <a:off x="2571" y="1178"/>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38" name="Line 6"/>
            <p:cNvSpPr>
              <a:spLocks noChangeShapeType="1"/>
            </p:cNvSpPr>
            <p:nvPr/>
          </p:nvSpPr>
          <p:spPr bwMode="auto">
            <a:xfrm rot="6761611">
              <a:off x="2412" y="1529"/>
              <a:ext cx="348" cy="1153"/>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2439" name="Line 7"/>
          <p:cNvSpPr>
            <a:spLocks noChangeShapeType="1"/>
          </p:cNvSpPr>
          <p:nvPr/>
        </p:nvSpPr>
        <p:spPr bwMode="auto">
          <a:xfrm>
            <a:off x="685800" y="3429000"/>
            <a:ext cx="4648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40" name="Oval 8"/>
          <p:cNvSpPr>
            <a:spLocks noChangeArrowheads="1"/>
          </p:cNvSpPr>
          <p:nvPr/>
        </p:nvSpPr>
        <p:spPr bwMode="auto">
          <a:xfrm>
            <a:off x="1038225" y="3810000"/>
            <a:ext cx="1600200" cy="16002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2441" name="Group 9"/>
          <p:cNvGrpSpPr>
            <a:grpSpLocks/>
          </p:cNvGrpSpPr>
          <p:nvPr/>
        </p:nvGrpSpPr>
        <p:grpSpPr bwMode="auto">
          <a:xfrm>
            <a:off x="1038225" y="3810000"/>
            <a:ext cx="1600200" cy="1600200"/>
            <a:chOff x="672" y="2400"/>
            <a:chExt cx="1008" cy="1008"/>
          </a:xfrm>
        </p:grpSpPr>
        <p:sp>
          <p:nvSpPr>
            <p:cNvPr id="402442" name="Line 10"/>
            <p:cNvSpPr>
              <a:spLocks noChangeShapeType="1"/>
            </p:cNvSpPr>
            <p:nvPr/>
          </p:nvSpPr>
          <p:spPr bwMode="auto">
            <a:xfrm>
              <a:off x="1189" y="2400"/>
              <a:ext cx="0" cy="1008"/>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43" name="Line 11"/>
            <p:cNvSpPr>
              <a:spLocks noChangeShapeType="1"/>
            </p:cNvSpPr>
            <p:nvPr/>
          </p:nvSpPr>
          <p:spPr bwMode="auto">
            <a:xfrm>
              <a:off x="672" y="2902"/>
              <a:ext cx="1008"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44" name="Line 12"/>
            <p:cNvSpPr>
              <a:spLocks noChangeShapeType="1"/>
            </p:cNvSpPr>
            <p:nvPr/>
          </p:nvSpPr>
          <p:spPr bwMode="auto">
            <a:xfrm rot="189070" flipH="1" flipV="1">
              <a:off x="766" y="2576"/>
              <a:ext cx="814" cy="634"/>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45" name="Line 13"/>
            <p:cNvSpPr>
              <a:spLocks noChangeShapeType="1"/>
            </p:cNvSpPr>
            <p:nvPr/>
          </p:nvSpPr>
          <p:spPr bwMode="auto">
            <a:xfrm rot="21410930" flipV="1">
              <a:off x="768" y="2598"/>
              <a:ext cx="814" cy="634"/>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2446" name="Group 14"/>
          <p:cNvGrpSpPr>
            <a:grpSpLocks/>
          </p:cNvGrpSpPr>
          <p:nvPr/>
        </p:nvGrpSpPr>
        <p:grpSpPr bwMode="auto">
          <a:xfrm>
            <a:off x="1038225" y="1598613"/>
            <a:ext cx="1600200" cy="1849437"/>
            <a:chOff x="672" y="1007"/>
            <a:chExt cx="1008" cy="1165"/>
          </a:xfrm>
        </p:grpSpPr>
        <p:sp>
          <p:nvSpPr>
            <p:cNvPr id="402447" name="AutoShape 15"/>
            <p:cNvSpPr>
              <a:spLocks noChangeArrowheads="1"/>
            </p:cNvSpPr>
            <p:nvPr/>
          </p:nvSpPr>
          <p:spPr bwMode="auto">
            <a:xfrm>
              <a:off x="672" y="1020"/>
              <a:ext cx="1008" cy="1152"/>
            </a:xfrm>
            <a:prstGeom prst="triangle">
              <a:avLst>
                <a:gd name="adj" fmla="val 50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448" name="Line 16"/>
            <p:cNvSpPr>
              <a:spLocks noChangeShapeType="1"/>
            </p:cNvSpPr>
            <p:nvPr/>
          </p:nvSpPr>
          <p:spPr bwMode="auto">
            <a:xfrm rot="92115" flipH="1">
              <a:off x="816" y="1007"/>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49" name="Line 17"/>
            <p:cNvSpPr>
              <a:spLocks noChangeShapeType="1"/>
            </p:cNvSpPr>
            <p:nvPr/>
          </p:nvSpPr>
          <p:spPr bwMode="auto">
            <a:xfrm rot="-92115">
              <a:off x="1200" y="1019"/>
              <a:ext cx="348" cy="1153"/>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2450" name="Group 18"/>
          <p:cNvGrpSpPr>
            <a:grpSpLocks/>
          </p:cNvGrpSpPr>
          <p:nvPr/>
        </p:nvGrpSpPr>
        <p:grpSpPr bwMode="auto">
          <a:xfrm>
            <a:off x="1038225" y="1447800"/>
            <a:ext cx="1600200" cy="3276600"/>
            <a:chOff x="672" y="912"/>
            <a:chExt cx="1008" cy="2064"/>
          </a:xfrm>
        </p:grpSpPr>
        <p:sp>
          <p:nvSpPr>
            <p:cNvPr id="402451" name="Line 19"/>
            <p:cNvSpPr>
              <a:spLocks noChangeShapeType="1"/>
            </p:cNvSpPr>
            <p:nvPr/>
          </p:nvSpPr>
          <p:spPr bwMode="auto">
            <a:xfrm>
              <a:off x="672" y="2160"/>
              <a:ext cx="0" cy="816"/>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2" name="Line 20"/>
            <p:cNvSpPr>
              <a:spLocks noChangeShapeType="1"/>
            </p:cNvSpPr>
            <p:nvPr/>
          </p:nvSpPr>
          <p:spPr bwMode="auto">
            <a:xfrm>
              <a:off x="1680" y="2160"/>
              <a:ext cx="0" cy="816"/>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3" name="Line 21"/>
            <p:cNvSpPr>
              <a:spLocks noChangeShapeType="1"/>
            </p:cNvSpPr>
            <p:nvPr/>
          </p:nvSpPr>
          <p:spPr bwMode="auto">
            <a:xfrm flipV="1">
              <a:off x="798" y="2160"/>
              <a:ext cx="0" cy="432"/>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4" name="Line 22"/>
            <p:cNvSpPr>
              <a:spLocks noChangeShapeType="1"/>
            </p:cNvSpPr>
            <p:nvPr/>
          </p:nvSpPr>
          <p:spPr bwMode="auto">
            <a:xfrm flipV="1">
              <a:off x="1560" y="2148"/>
              <a:ext cx="0" cy="432"/>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5" name="Line 23"/>
            <p:cNvSpPr>
              <a:spLocks noChangeShapeType="1"/>
            </p:cNvSpPr>
            <p:nvPr/>
          </p:nvSpPr>
          <p:spPr bwMode="auto">
            <a:xfrm>
              <a:off x="1176" y="912"/>
              <a:ext cx="0" cy="1344"/>
            </a:xfrm>
            <a:prstGeom prst="line">
              <a:avLst/>
            </a:prstGeom>
            <a:noFill/>
            <a:ln w="317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2456" name="Group 24"/>
          <p:cNvGrpSpPr>
            <a:grpSpLocks/>
          </p:cNvGrpSpPr>
          <p:nvPr/>
        </p:nvGrpSpPr>
        <p:grpSpPr bwMode="auto">
          <a:xfrm>
            <a:off x="1905000" y="3810000"/>
            <a:ext cx="3276600" cy="1600200"/>
            <a:chOff x="1200" y="2400"/>
            <a:chExt cx="2064" cy="1008"/>
          </a:xfrm>
        </p:grpSpPr>
        <p:sp>
          <p:nvSpPr>
            <p:cNvPr id="402457" name="Line 25"/>
            <p:cNvSpPr>
              <a:spLocks noChangeShapeType="1"/>
            </p:cNvSpPr>
            <p:nvPr/>
          </p:nvSpPr>
          <p:spPr bwMode="auto">
            <a:xfrm>
              <a:off x="1200" y="2400"/>
              <a:ext cx="1200"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8" name="Line 26"/>
            <p:cNvSpPr>
              <a:spLocks noChangeShapeType="1"/>
            </p:cNvSpPr>
            <p:nvPr/>
          </p:nvSpPr>
          <p:spPr bwMode="auto">
            <a:xfrm>
              <a:off x="1584" y="2592"/>
              <a:ext cx="816"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59" name="Line 27"/>
            <p:cNvSpPr>
              <a:spLocks noChangeShapeType="1"/>
            </p:cNvSpPr>
            <p:nvPr/>
          </p:nvSpPr>
          <p:spPr bwMode="auto">
            <a:xfrm>
              <a:off x="1680" y="2880"/>
              <a:ext cx="1584"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0" name="Line 28"/>
            <p:cNvSpPr>
              <a:spLocks noChangeShapeType="1"/>
            </p:cNvSpPr>
            <p:nvPr/>
          </p:nvSpPr>
          <p:spPr bwMode="auto">
            <a:xfrm>
              <a:off x="1536" y="3234"/>
              <a:ext cx="864"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1" name="Line 29"/>
            <p:cNvSpPr>
              <a:spLocks noChangeShapeType="1"/>
            </p:cNvSpPr>
            <p:nvPr/>
          </p:nvSpPr>
          <p:spPr bwMode="auto">
            <a:xfrm>
              <a:off x="1200" y="3408"/>
              <a:ext cx="1200"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2462" name="Line 30"/>
          <p:cNvSpPr>
            <a:spLocks noChangeShapeType="1"/>
          </p:cNvSpPr>
          <p:nvPr/>
        </p:nvSpPr>
        <p:spPr bwMode="auto">
          <a:xfrm>
            <a:off x="5067300" y="3429000"/>
            <a:ext cx="0" cy="152400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2463" name="Group 31"/>
          <p:cNvGrpSpPr>
            <a:grpSpLocks/>
          </p:cNvGrpSpPr>
          <p:nvPr/>
        </p:nvGrpSpPr>
        <p:grpSpPr bwMode="auto">
          <a:xfrm>
            <a:off x="3048000" y="1981200"/>
            <a:ext cx="685800" cy="3505200"/>
            <a:chOff x="1920" y="1248"/>
            <a:chExt cx="432" cy="2208"/>
          </a:xfrm>
        </p:grpSpPr>
        <p:sp>
          <p:nvSpPr>
            <p:cNvPr id="402464" name="Line 32"/>
            <p:cNvSpPr>
              <a:spLocks noChangeShapeType="1"/>
            </p:cNvSpPr>
            <p:nvPr/>
          </p:nvSpPr>
          <p:spPr bwMode="auto">
            <a:xfrm>
              <a:off x="1920" y="2160"/>
              <a:ext cx="0" cy="1248"/>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5" name="Line 33"/>
            <p:cNvSpPr>
              <a:spLocks noChangeShapeType="1"/>
            </p:cNvSpPr>
            <p:nvPr/>
          </p:nvSpPr>
          <p:spPr bwMode="auto">
            <a:xfrm>
              <a:off x="2352" y="1248"/>
              <a:ext cx="0" cy="2208"/>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6" name="Line 34"/>
            <p:cNvSpPr>
              <a:spLocks noChangeShapeType="1"/>
            </p:cNvSpPr>
            <p:nvPr/>
          </p:nvSpPr>
          <p:spPr bwMode="auto">
            <a:xfrm>
              <a:off x="2292" y="1344"/>
              <a:ext cx="0" cy="2112"/>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7" name="Line 35"/>
            <p:cNvSpPr>
              <a:spLocks noChangeShapeType="1"/>
            </p:cNvSpPr>
            <p:nvPr/>
          </p:nvSpPr>
          <p:spPr bwMode="auto">
            <a:xfrm>
              <a:off x="1980" y="2016"/>
              <a:ext cx="0" cy="1440"/>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68" name="Line 36"/>
            <p:cNvSpPr>
              <a:spLocks noChangeShapeType="1"/>
            </p:cNvSpPr>
            <p:nvPr/>
          </p:nvSpPr>
          <p:spPr bwMode="auto">
            <a:xfrm>
              <a:off x="2136" y="1680"/>
              <a:ext cx="0" cy="1776"/>
            </a:xfrm>
            <a:prstGeom prst="line">
              <a:avLst/>
            </a:prstGeom>
            <a:noFill/>
            <a:ln w="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2469" name="Text Box 37"/>
          <p:cNvSpPr txBox="1">
            <a:spLocks noChangeArrowheads="1"/>
          </p:cNvSpPr>
          <p:nvPr/>
        </p:nvSpPr>
        <p:spPr bwMode="auto">
          <a:xfrm>
            <a:off x="428625" y="3200400"/>
            <a:ext cx="381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X</a:t>
            </a:r>
          </a:p>
        </p:txBody>
      </p:sp>
      <p:sp>
        <p:nvSpPr>
          <p:cNvPr id="402470" name="Text Box 38"/>
          <p:cNvSpPr txBox="1">
            <a:spLocks noChangeArrowheads="1"/>
          </p:cNvSpPr>
          <p:nvPr/>
        </p:nvSpPr>
        <p:spPr bwMode="auto">
          <a:xfrm>
            <a:off x="5181600" y="3187700"/>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Y</a:t>
            </a:r>
          </a:p>
        </p:txBody>
      </p:sp>
      <p:grpSp>
        <p:nvGrpSpPr>
          <p:cNvPr id="402471" name="Group 39"/>
          <p:cNvGrpSpPr>
            <a:grpSpLocks/>
          </p:cNvGrpSpPr>
          <p:nvPr/>
        </p:nvGrpSpPr>
        <p:grpSpPr bwMode="auto">
          <a:xfrm>
            <a:off x="809625" y="3200400"/>
            <a:ext cx="2065338" cy="314325"/>
            <a:chOff x="528" y="2016"/>
            <a:chExt cx="1301" cy="198"/>
          </a:xfrm>
        </p:grpSpPr>
        <p:sp>
          <p:nvSpPr>
            <p:cNvPr id="402472" name="Text Box 40"/>
            <p:cNvSpPr txBox="1">
              <a:spLocks noChangeArrowheads="1"/>
            </p:cNvSpPr>
            <p:nvPr/>
          </p:nvSpPr>
          <p:spPr bwMode="auto">
            <a:xfrm>
              <a:off x="1626"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grpSp>
          <p:nvGrpSpPr>
            <p:cNvPr id="402473" name="Group 41"/>
            <p:cNvGrpSpPr>
              <a:grpSpLocks/>
            </p:cNvGrpSpPr>
            <p:nvPr/>
          </p:nvGrpSpPr>
          <p:grpSpPr bwMode="auto">
            <a:xfrm>
              <a:off x="528" y="2016"/>
              <a:ext cx="1175" cy="198"/>
              <a:chOff x="528" y="2016"/>
              <a:chExt cx="1175" cy="198"/>
            </a:xfrm>
          </p:grpSpPr>
          <p:sp>
            <p:nvSpPr>
              <p:cNvPr id="402474" name="Text Box 42"/>
              <p:cNvSpPr txBox="1">
                <a:spLocks noChangeArrowheads="1"/>
              </p:cNvSpPr>
              <p:nvPr/>
            </p:nvSpPr>
            <p:spPr bwMode="auto">
              <a:xfrm>
                <a:off x="528"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2475" name="Text Box 43"/>
              <p:cNvSpPr txBox="1">
                <a:spLocks noChangeArrowheads="1"/>
              </p:cNvSpPr>
              <p:nvPr/>
            </p:nvSpPr>
            <p:spPr bwMode="auto">
              <a:xfrm>
                <a:off x="768"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2476" name="Text Box 44"/>
              <p:cNvSpPr txBox="1">
                <a:spLocks noChangeArrowheads="1"/>
              </p:cNvSpPr>
              <p:nvPr/>
            </p:nvSpPr>
            <p:spPr bwMode="auto">
              <a:xfrm>
                <a:off x="1494" y="202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2477" name="Text Box 45"/>
              <p:cNvSpPr txBox="1">
                <a:spLocks noChangeArrowheads="1"/>
              </p:cNvSpPr>
              <p:nvPr/>
            </p:nvSpPr>
            <p:spPr bwMode="auto">
              <a:xfrm>
                <a:off x="1008"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2478" name="Text Box 46"/>
              <p:cNvSpPr txBox="1">
                <a:spLocks noChangeArrowheads="1"/>
              </p:cNvSpPr>
              <p:nvPr/>
            </p:nvSpPr>
            <p:spPr bwMode="auto">
              <a:xfrm>
                <a:off x="1135"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g’</a:t>
                </a:r>
              </a:p>
            </p:txBody>
          </p:sp>
          <p:sp>
            <p:nvSpPr>
              <p:cNvPr id="402479" name="Text Box 47"/>
              <p:cNvSpPr txBox="1">
                <a:spLocks noChangeArrowheads="1"/>
              </p:cNvSpPr>
              <p:nvPr/>
            </p:nvSpPr>
            <p:spPr bwMode="auto">
              <a:xfrm>
                <a:off x="1394" y="2016"/>
                <a:ext cx="19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02480" name="Text Box 48"/>
              <p:cNvSpPr txBox="1">
                <a:spLocks noChangeArrowheads="1"/>
              </p:cNvSpPr>
              <p:nvPr/>
            </p:nvSpPr>
            <p:spPr bwMode="auto">
              <a:xfrm>
                <a:off x="672"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grpSp>
      </p:grpSp>
      <p:grpSp>
        <p:nvGrpSpPr>
          <p:cNvPr id="402481" name="Group 49"/>
          <p:cNvGrpSpPr>
            <a:grpSpLocks/>
          </p:cNvGrpSpPr>
          <p:nvPr/>
        </p:nvGrpSpPr>
        <p:grpSpPr bwMode="auto">
          <a:xfrm rot="6855770">
            <a:off x="2285207" y="2512219"/>
            <a:ext cx="2065337" cy="307975"/>
            <a:chOff x="1434" y="1679"/>
            <a:chExt cx="1301" cy="194"/>
          </a:xfrm>
        </p:grpSpPr>
        <p:sp>
          <p:nvSpPr>
            <p:cNvPr id="402482" name="Text Box 50"/>
            <p:cNvSpPr txBox="1">
              <a:spLocks noChangeArrowheads="1"/>
            </p:cNvSpPr>
            <p:nvPr/>
          </p:nvSpPr>
          <p:spPr bwMode="auto">
            <a:xfrm>
              <a:off x="1434" y="1679"/>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2483" name="Text Box 51"/>
            <p:cNvSpPr txBox="1">
              <a:spLocks noChangeArrowheads="1"/>
            </p:cNvSpPr>
            <p:nvPr/>
          </p:nvSpPr>
          <p:spPr bwMode="auto">
            <a:xfrm>
              <a:off x="1674" y="1681"/>
              <a:ext cx="30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h’b’</a:t>
              </a:r>
            </a:p>
          </p:txBody>
        </p:sp>
        <p:sp>
          <p:nvSpPr>
            <p:cNvPr id="402484" name="Text Box 52"/>
            <p:cNvSpPr txBox="1">
              <a:spLocks noChangeArrowheads="1"/>
            </p:cNvSpPr>
            <p:nvPr/>
          </p:nvSpPr>
          <p:spPr bwMode="auto">
            <a:xfrm>
              <a:off x="2532" y="1679"/>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02485" name="Text Box 53"/>
            <p:cNvSpPr txBox="1">
              <a:spLocks noChangeArrowheads="1"/>
            </p:cNvSpPr>
            <p:nvPr/>
          </p:nvSpPr>
          <p:spPr bwMode="auto">
            <a:xfrm>
              <a:off x="1914" y="1680"/>
              <a:ext cx="29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c’g’</a:t>
              </a:r>
            </a:p>
          </p:txBody>
        </p:sp>
        <p:sp>
          <p:nvSpPr>
            <p:cNvPr id="402486" name="Text Box 54"/>
            <p:cNvSpPr txBox="1">
              <a:spLocks noChangeArrowheads="1"/>
            </p:cNvSpPr>
            <p:nvPr/>
          </p:nvSpPr>
          <p:spPr bwMode="auto">
            <a:xfrm>
              <a:off x="2298" y="1681"/>
              <a:ext cx="28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d’f’</a:t>
              </a:r>
            </a:p>
          </p:txBody>
        </p:sp>
      </p:grpSp>
      <p:sp>
        <p:nvSpPr>
          <p:cNvPr id="402487" name="Text Box 55"/>
          <p:cNvSpPr txBox="1">
            <a:spLocks noChangeArrowheads="1"/>
          </p:cNvSpPr>
          <p:nvPr/>
        </p:nvSpPr>
        <p:spPr bwMode="auto">
          <a:xfrm>
            <a:off x="1800225" y="14478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sp>
        <p:nvSpPr>
          <p:cNvPr id="402488" name="Text Box 56"/>
          <p:cNvSpPr txBox="1">
            <a:spLocks noChangeArrowheads="1"/>
          </p:cNvSpPr>
          <p:nvPr/>
        </p:nvSpPr>
        <p:spPr bwMode="auto">
          <a:xfrm>
            <a:off x="4953000" y="32004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sp>
        <p:nvSpPr>
          <p:cNvPr id="402489" name="Rectangle 57"/>
          <p:cNvSpPr>
            <a:spLocks noChangeArrowheads="1"/>
          </p:cNvSpPr>
          <p:nvPr/>
        </p:nvSpPr>
        <p:spPr bwMode="auto">
          <a:xfrm>
            <a:off x="17517" y="2272"/>
            <a:ext cx="8534400" cy="892581"/>
          </a:xfrm>
          <a:prstGeom prst="rect">
            <a:avLst/>
          </a:prstGeom>
          <a:solidFill>
            <a:srgbClr val="FFFF00"/>
          </a:solidFill>
          <a:ln>
            <a:solidFill>
              <a:schemeClr val="tx1"/>
            </a:solidFill>
          </a:ln>
          <a:effectLst/>
          <a:extLst/>
        </p:spPr>
        <p:txBody>
          <a:bodyPr anchor="ctr"/>
          <a:lstStyle>
            <a:lvl1pPr>
              <a:defRPr>
                <a:solidFill>
                  <a:schemeClr val="tx1"/>
                </a:solidFill>
                <a:latin typeface="Arial" charset="0"/>
              </a:defRPr>
            </a:lvl1pPr>
            <a:lvl2pPr>
              <a:defRPr>
                <a:solidFill>
                  <a:schemeClr val="tx1"/>
                </a:solidFill>
                <a:latin typeface="Arial" charset="0"/>
              </a:defRPr>
            </a:lvl2pPr>
            <a:lvl3pPr>
              <a:defRPr>
                <a:solidFill>
                  <a:schemeClr val="tx1"/>
                </a:solidFill>
                <a:latin typeface="Arial" charset="0"/>
              </a:defRPr>
            </a:lvl3pPr>
            <a:lvl4pPr>
              <a:defRPr>
                <a:solidFill>
                  <a:schemeClr val="tx1"/>
                </a:solidFill>
                <a:latin typeface="Arial" charset="0"/>
              </a:defRPr>
            </a:lvl4pPr>
            <a:lvl5pPr>
              <a:defRPr>
                <a:solidFill>
                  <a:schemeClr val="tx1"/>
                </a:solidFill>
                <a:latin typeface="Arial" charset="0"/>
              </a:defRPr>
            </a:lvl5pPr>
            <a:lvl6pPr marL="457200" fontAlgn="base">
              <a:spcBef>
                <a:spcPct val="0"/>
              </a:spcBef>
              <a:spcAft>
                <a:spcPct val="0"/>
              </a:spcAft>
              <a:defRPr>
                <a:solidFill>
                  <a:schemeClr val="tx1"/>
                </a:solidFill>
                <a:latin typeface="Arial" charset="0"/>
              </a:defRPr>
            </a:lvl6pPr>
            <a:lvl7pPr marL="914400" fontAlgn="base">
              <a:spcBef>
                <a:spcPct val="0"/>
              </a:spcBef>
              <a:spcAft>
                <a:spcPct val="0"/>
              </a:spcAft>
              <a:defRPr>
                <a:solidFill>
                  <a:schemeClr val="tx1"/>
                </a:solidFill>
                <a:latin typeface="Arial" charset="0"/>
              </a:defRPr>
            </a:lvl7pPr>
            <a:lvl8pPr marL="1371600" fontAlgn="base">
              <a:spcBef>
                <a:spcPct val="0"/>
              </a:spcBef>
              <a:spcAft>
                <a:spcPct val="0"/>
              </a:spcAft>
              <a:defRPr>
                <a:solidFill>
                  <a:schemeClr val="tx1"/>
                </a:solidFill>
                <a:latin typeface="Arial" charset="0"/>
              </a:defRPr>
            </a:lvl8pPr>
            <a:lvl9pPr marL="1828800" fontAlgn="base">
              <a:spcBef>
                <a:spcPct val="0"/>
              </a:spcBef>
              <a:spcAft>
                <a:spcPct val="0"/>
              </a:spcAft>
              <a:defRPr>
                <a:solidFill>
                  <a:schemeClr val="tx1"/>
                </a:solidFill>
                <a:latin typeface="Arial" charset="0"/>
              </a:defRPr>
            </a:lvl9pPr>
          </a:lstStyle>
          <a:p>
            <a:pPr eaLnBrk="1" hangingPunct="1"/>
            <a:r>
              <a:rPr lang="en-US" altLang="en-US" sz="1400" dirty="0">
                <a:solidFill>
                  <a:srgbClr val="FF0066"/>
                </a:solidFill>
              </a:rPr>
              <a:t>Problem 3: </a:t>
            </a:r>
            <a:r>
              <a:rPr lang="en-US" altLang="en-US" sz="1400" dirty="0"/>
              <a:t>A cone 40mm diameter and 50 mm axis is resting on one generator on </a:t>
            </a:r>
            <a:r>
              <a:rPr lang="en-US" altLang="en-US" sz="1400" dirty="0" smtClean="0"/>
              <a:t>HP( </a:t>
            </a:r>
            <a:r>
              <a:rPr lang="en-US" altLang="en-US" sz="1400" dirty="0"/>
              <a:t>lying on </a:t>
            </a:r>
            <a:r>
              <a:rPr lang="en-US" altLang="en-US" sz="1400" dirty="0" smtClean="0"/>
              <a:t>HP) </a:t>
            </a:r>
            <a:r>
              <a:rPr lang="en-US" altLang="en-US" sz="1400" dirty="0"/>
              <a:t>which is </a:t>
            </a:r>
            <a:r>
              <a:rPr lang="en-US" altLang="en-US" sz="1400" dirty="0" smtClean="0"/>
              <a:t>parallel </a:t>
            </a:r>
            <a:r>
              <a:rPr lang="en-US" altLang="en-US" sz="1400" dirty="0"/>
              <a:t>to </a:t>
            </a:r>
            <a:r>
              <a:rPr lang="en-US" altLang="en-US" sz="1400" dirty="0" smtClean="0"/>
              <a:t>VP.. </a:t>
            </a:r>
            <a:r>
              <a:rPr lang="en-US" altLang="en-US" sz="1400" dirty="0"/>
              <a:t>Draw it’s projections</a:t>
            </a:r>
            <a:r>
              <a:rPr lang="en-US" altLang="en-US" sz="1400" dirty="0" smtClean="0"/>
              <a:t>. It </a:t>
            </a:r>
            <a:r>
              <a:rPr lang="en-US" altLang="en-US" sz="1400" dirty="0"/>
              <a:t>is cut by a horizontal section plane through it’s base center. Draw sectional TV, development of the surface of the remaining part of cone.</a:t>
            </a:r>
          </a:p>
        </p:txBody>
      </p:sp>
      <p:grpSp>
        <p:nvGrpSpPr>
          <p:cNvPr id="402490" name="Group 58"/>
          <p:cNvGrpSpPr>
            <a:grpSpLocks/>
          </p:cNvGrpSpPr>
          <p:nvPr/>
        </p:nvGrpSpPr>
        <p:grpSpPr bwMode="auto">
          <a:xfrm>
            <a:off x="3048000" y="3733800"/>
            <a:ext cx="2057400" cy="1752600"/>
            <a:chOff x="1920" y="2352"/>
            <a:chExt cx="1296" cy="1104"/>
          </a:xfrm>
        </p:grpSpPr>
        <p:grpSp>
          <p:nvGrpSpPr>
            <p:cNvPr id="402491" name="Group 59"/>
            <p:cNvGrpSpPr>
              <a:grpSpLocks/>
            </p:cNvGrpSpPr>
            <p:nvPr/>
          </p:nvGrpSpPr>
          <p:grpSpPr bwMode="auto">
            <a:xfrm>
              <a:off x="1920" y="2352"/>
              <a:ext cx="472" cy="1104"/>
              <a:chOff x="3600" y="2352"/>
              <a:chExt cx="472" cy="1104"/>
            </a:xfrm>
          </p:grpSpPr>
          <p:sp>
            <p:nvSpPr>
              <p:cNvPr id="402492" name="Oval 60"/>
              <p:cNvSpPr>
                <a:spLocks noChangeArrowheads="1"/>
              </p:cNvSpPr>
              <p:nvPr/>
            </p:nvSpPr>
            <p:spPr bwMode="auto">
              <a:xfrm>
                <a:off x="3600" y="2400"/>
                <a:ext cx="432" cy="1008"/>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493" name="Rectangle 61"/>
              <p:cNvSpPr>
                <a:spLocks noChangeArrowheads="1"/>
              </p:cNvSpPr>
              <p:nvPr/>
            </p:nvSpPr>
            <p:spPr bwMode="auto">
              <a:xfrm>
                <a:off x="3832" y="2352"/>
                <a:ext cx="240" cy="1104"/>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02494" name="Line 62"/>
            <p:cNvSpPr>
              <a:spLocks noChangeShapeType="1"/>
            </p:cNvSpPr>
            <p:nvPr/>
          </p:nvSpPr>
          <p:spPr bwMode="auto">
            <a:xfrm>
              <a:off x="2304" y="2592"/>
              <a:ext cx="864" cy="288"/>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95" name="Line 63"/>
            <p:cNvSpPr>
              <a:spLocks noChangeShapeType="1"/>
            </p:cNvSpPr>
            <p:nvPr/>
          </p:nvSpPr>
          <p:spPr bwMode="auto">
            <a:xfrm>
              <a:off x="1968" y="2592"/>
              <a:ext cx="1200" cy="288"/>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96" name="Line 64"/>
            <p:cNvSpPr>
              <a:spLocks noChangeShapeType="1"/>
            </p:cNvSpPr>
            <p:nvPr/>
          </p:nvSpPr>
          <p:spPr bwMode="auto">
            <a:xfrm flipV="1">
              <a:off x="1968" y="2880"/>
              <a:ext cx="1200" cy="336"/>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97" name="Line 65"/>
            <p:cNvSpPr>
              <a:spLocks noChangeShapeType="1"/>
            </p:cNvSpPr>
            <p:nvPr/>
          </p:nvSpPr>
          <p:spPr bwMode="auto">
            <a:xfrm flipV="1">
              <a:off x="2256" y="2880"/>
              <a:ext cx="960" cy="336"/>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2498" name="Line 66"/>
          <p:cNvSpPr>
            <a:spLocks noChangeShapeType="1"/>
          </p:cNvSpPr>
          <p:nvPr/>
        </p:nvSpPr>
        <p:spPr bwMode="auto">
          <a:xfrm>
            <a:off x="2971800" y="2692400"/>
            <a:ext cx="2362200" cy="0"/>
          </a:xfrm>
          <a:prstGeom prst="line">
            <a:avLst/>
          </a:prstGeom>
          <a:noFill/>
          <a:ln w="28575">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499" name="Line 67"/>
          <p:cNvSpPr>
            <a:spLocks noChangeShapeType="1"/>
          </p:cNvSpPr>
          <p:nvPr/>
        </p:nvSpPr>
        <p:spPr bwMode="auto">
          <a:xfrm>
            <a:off x="4394200" y="2667000"/>
            <a:ext cx="0" cy="19812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00" name="Line 68"/>
          <p:cNvSpPr>
            <a:spLocks noChangeShapeType="1"/>
          </p:cNvSpPr>
          <p:nvPr/>
        </p:nvSpPr>
        <p:spPr bwMode="auto">
          <a:xfrm>
            <a:off x="4267200" y="2743200"/>
            <a:ext cx="0" cy="22098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01" name="Line 69"/>
          <p:cNvSpPr>
            <a:spLocks noChangeShapeType="1"/>
          </p:cNvSpPr>
          <p:nvPr/>
        </p:nvSpPr>
        <p:spPr bwMode="auto">
          <a:xfrm>
            <a:off x="3378200" y="3810000"/>
            <a:ext cx="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02" name="Oval 70"/>
          <p:cNvSpPr>
            <a:spLocks noChangeArrowheads="1"/>
          </p:cNvSpPr>
          <p:nvPr/>
        </p:nvSpPr>
        <p:spPr bwMode="auto">
          <a:xfrm>
            <a:off x="4241800" y="42799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03" name="Oval 71"/>
          <p:cNvSpPr>
            <a:spLocks noChangeArrowheads="1"/>
          </p:cNvSpPr>
          <p:nvPr/>
        </p:nvSpPr>
        <p:spPr bwMode="auto">
          <a:xfrm>
            <a:off x="4229100" y="4800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04" name="Oval 72"/>
          <p:cNvSpPr>
            <a:spLocks noChangeArrowheads="1"/>
          </p:cNvSpPr>
          <p:nvPr/>
        </p:nvSpPr>
        <p:spPr bwMode="auto">
          <a:xfrm>
            <a:off x="4343400" y="45720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05" name="Oval 73"/>
          <p:cNvSpPr>
            <a:spLocks noChangeArrowheads="1"/>
          </p:cNvSpPr>
          <p:nvPr/>
        </p:nvSpPr>
        <p:spPr bwMode="auto">
          <a:xfrm>
            <a:off x="3352800" y="53340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06" name="Oval 74"/>
          <p:cNvSpPr>
            <a:spLocks noChangeArrowheads="1"/>
          </p:cNvSpPr>
          <p:nvPr/>
        </p:nvSpPr>
        <p:spPr bwMode="auto">
          <a:xfrm>
            <a:off x="3352800" y="38100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aphicFrame>
        <p:nvGraphicFramePr>
          <p:cNvPr id="402507" name="Object 75"/>
          <p:cNvGraphicFramePr>
            <a:graphicFrameLocks noChangeAspect="1"/>
          </p:cNvGraphicFramePr>
          <p:nvPr/>
        </p:nvGraphicFramePr>
        <p:xfrm>
          <a:off x="3352800" y="3798888"/>
          <a:ext cx="1130300" cy="1676400"/>
        </p:xfrm>
        <a:graphic>
          <a:graphicData uri="http://schemas.openxmlformats.org/presentationml/2006/ole">
            <mc:AlternateContent xmlns:mc="http://schemas.openxmlformats.org/markup-compatibility/2006">
              <mc:Choice xmlns:v="urn:schemas-microsoft-com:vml" Requires="v">
                <p:oleObj spid="_x0000_s4310" name="CorelDRAW" r:id="rId4" imgW="3670920" imgH="5439600" progId="CorelDRAW.Graphic.11">
                  <p:embed/>
                </p:oleObj>
              </mc:Choice>
              <mc:Fallback>
                <p:oleObj name="CorelDRAW" r:id="rId4" imgW="3670920" imgH="5439600" progId="CorelDRAW.Graphic.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3798888"/>
                        <a:ext cx="11303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nvGrpSpPr>
          <p:cNvPr id="402508" name="Group 76"/>
          <p:cNvGrpSpPr>
            <a:grpSpLocks/>
          </p:cNvGrpSpPr>
          <p:nvPr/>
        </p:nvGrpSpPr>
        <p:grpSpPr bwMode="auto">
          <a:xfrm>
            <a:off x="3352800" y="3886200"/>
            <a:ext cx="1066800" cy="1447800"/>
            <a:chOff x="2088" y="2448"/>
            <a:chExt cx="696" cy="912"/>
          </a:xfrm>
        </p:grpSpPr>
        <p:sp>
          <p:nvSpPr>
            <p:cNvPr id="402509" name="Line 77"/>
            <p:cNvSpPr>
              <a:spLocks noChangeShapeType="1"/>
            </p:cNvSpPr>
            <p:nvPr/>
          </p:nvSpPr>
          <p:spPr bwMode="auto">
            <a:xfrm flipV="1">
              <a:off x="2112" y="2448"/>
              <a:ext cx="14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0" name="Line 78"/>
            <p:cNvSpPr>
              <a:spLocks noChangeShapeType="1"/>
            </p:cNvSpPr>
            <p:nvPr/>
          </p:nvSpPr>
          <p:spPr bwMode="auto">
            <a:xfrm flipV="1">
              <a:off x="2112" y="2496"/>
              <a:ext cx="144"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1" name="Line 79"/>
            <p:cNvSpPr>
              <a:spLocks noChangeShapeType="1"/>
            </p:cNvSpPr>
            <p:nvPr/>
          </p:nvSpPr>
          <p:spPr bwMode="auto">
            <a:xfrm flipV="1">
              <a:off x="2112" y="2496"/>
              <a:ext cx="24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2" name="Line 80"/>
            <p:cNvSpPr>
              <a:spLocks noChangeShapeType="1"/>
            </p:cNvSpPr>
            <p:nvPr/>
          </p:nvSpPr>
          <p:spPr bwMode="auto">
            <a:xfrm flipV="1">
              <a:off x="2112" y="2544"/>
              <a:ext cx="24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3" name="Line 81"/>
            <p:cNvSpPr>
              <a:spLocks noChangeShapeType="1"/>
            </p:cNvSpPr>
            <p:nvPr/>
          </p:nvSpPr>
          <p:spPr bwMode="auto">
            <a:xfrm flipV="1">
              <a:off x="2112" y="2544"/>
              <a:ext cx="33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4" name="Line 82"/>
            <p:cNvSpPr>
              <a:spLocks noChangeShapeType="1"/>
            </p:cNvSpPr>
            <p:nvPr/>
          </p:nvSpPr>
          <p:spPr bwMode="auto">
            <a:xfrm flipV="1">
              <a:off x="2112" y="2592"/>
              <a:ext cx="33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5" name="Line 83"/>
            <p:cNvSpPr>
              <a:spLocks noChangeShapeType="1"/>
            </p:cNvSpPr>
            <p:nvPr/>
          </p:nvSpPr>
          <p:spPr bwMode="auto">
            <a:xfrm flipV="1">
              <a:off x="2112" y="2640"/>
              <a:ext cx="384"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6" name="Line 84"/>
            <p:cNvSpPr>
              <a:spLocks noChangeShapeType="1"/>
            </p:cNvSpPr>
            <p:nvPr/>
          </p:nvSpPr>
          <p:spPr bwMode="auto">
            <a:xfrm flipV="1">
              <a:off x="2112" y="2688"/>
              <a:ext cx="48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7" name="Line 85"/>
            <p:cNvSpPr>
              <a:spLocks noChangeShapeType="1"/>
            </p:cNvSpPr>
            <p:nvPr/>
          </p:nvSpPr>
          <p:spPr bwMode="auto">
            <a:xfrm flipV="1">
              <a:off x="2112" y="2688"/>
              <a:ext cx="57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8" name="Line 86"/>
            <p:cNvSpPr>
              <a:spLocks noChangeShapeType="1"/>
            </p:cNvSpPr>
            <p:nvPr/>
          </p:nvSpPr>
          <p:spPr bwMode="auto">
            <a:xfrm flipV="1">
              <a:off x="2112" y="2736"/>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19" name="Line 87"/>
            <p:cNvSpPr>
              <a:spLocks noChangeShapeType="1"/>
            </p:cNvSpPr>
            <p:nvPr/>
          </p:nvSpPr>
          <p:spPr bwMode="auto">
            <a:xfrm flipV="1">
              <a:off x="2124" y="2832"/>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0" name="Line 88"/>
            <p:cNvSpPr>
              <a:spLocks noChangeShapeType="1"/>
            </p:cNvSpPr>
            <p:nvPr/>
          </p:nvSpPr>
          <p:spPr bwMode="auto">
            <a:xfrm flipV="1">
              <a:off x="2112" y="2928"/>
              <a:ext cx="672" cy="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1" name="Line 89"/>
            <p:cNvSpPr>
              <a:spLocks noChangeShapeType="1"/>
            </p:cNvSpPr>
            <p:nvPr/>
          </p:nvSpPr>
          <p:spPr bwMode="auto">
            <a:xfrm flipV="1">
              <a:off x="2160" y="3072"/>
              <a:ext cx="52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2" name="Line 90"/>
            <p:cNvSpPr>
              <a:spLocks noChangeShapeType="1"/>
            </p:cNvSpPr>
            <p:nvPr/>
          </p:nvSpPr>
          <p:spPr bwMode="auto">
            <a:xfrm flipV="1">
              <a:off x="2136" y="2880"/>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3" name="Line 91"/>
            <p:cNvSpPr>
              <a:spLocks noChangeShapeType="1"/>
            </p:cNvSpPr>
            <p:nvPr/>
          </p:nvSpPr>
          <p:spPr bwMode="auto">
            <a:xfrm flipV="1">
              <a:off x="2124" y="2784"/>
              <a:ext cx="62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4" name="Line 92"/>
            <p:cNvSpPr>
              <a:spLocks noChangeShapeType="1"/>
            </p:cNvSpPr>
            <p:nvPr/>
          </p:nvSpPr>
          <p:spPr bwMode="auto">
            <a:xfrm flipV="1">
              <a:off x="2088" y="2648"/>
              <a:ext cx="48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5" name="Line 93"/>
            <p:cNvSpPr>
              <a:spLocks noChangeShapeType="1"/>
            </p:cNvSpPr>
            <p:nvPr/>
          </p:nvSpPr>
          <p:spPr bwMode="auto">
            <a:xfrm flipV="1">
              <a:off x="2112" y="2720"/>
              <a:ext cx="584" cy="31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6" name="Line 94"/>
            <p:cNvSpPr>
              <a:spLocks noChangeShapeType="1"/>
            </p:cNvSpPr>
            <p:nvPr/>
          </p:nvSpPr>
          <p:spPr bwMode="auto">
            <a:xfrm flipV="1">
              <a:off x="2160" y="3000"/>
              <a:ext cx="576" cy="31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2527" name="Line 95"/>
          <p:cNvSpPr>
            <a:spLocks noChangeShapeType="1"/>
          </p:cNvSpPr>
          <p:nvPr/>
        </p:nvSpPr>
        <p:spPr bwMode="auto">
          <a:xfrm rot="20722331" flipH="1">
            <a:off x="5638800" y="1981200"/>
            <a:ext cx="1295400" cy="14478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8" name="Line 96"/>
          <p:cNvSpPr>
            <a:spLocks noChangeShapeType="1"/>
          </p:cNvSpPr>
          <p:nvPr/>
        </p:nvSpPr>
        <p:spPr bwMode="auto">
          <a:xfrm rot="877669" flipH="1" flipV="1">
            <a:off x="5616776" y="3638550"/>
            <a:ext cx="1295400" cy="144780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29" name="Arc 97"/>
          <p:cNvSpPr>
            <a:spLocks/>
          </p:cNvSpPr>
          <p:nvPr/>
        </p:nvSpPr>
        <p:spPr bwMode="auto">
          <a:xfrm>
            <a:off x="5766293" y="1824831"/>
            <a:ext cx="1943100" cy="3379787"/>
          </a:xfrm>
          <a:custGeom>
            <a:avLst/>
            <a:gdLst>
              <a:gd name="G0" fmla="+- 0 0 0"/>
              <a:gd name="G1" fmla="+- 18841 0 0"/>
              <a:gd name="G2" fmla="+- 21600 0 0"/>
              <a:gd name="T0" fmla="*/ 10563 w 21600"/>
              <a:gd name="T1" fmla="*/ 0 h 37575"/>
              <a:gd name="T2" fmla="*/ 10751 w 21600"/>
              <a:gd name="T3" fmla="*/ 37575 h 37575"/>
              <a:gd name="T4" fmla="*/ 0 w 21600"/>
              <a:gd name="T5" fmla="*/ 18841 h 37575"/>
            </a:gdLst>
            <a:ahLst/>
            <a:cxnLst>
              <a:cxn ang="0">
                <a:pos x="T0" y="T1"/>
              </a:cxn>
              <a:cxn ang="0">
                <a:pos x="T2" y="T3"/>
              </a:cxn>
              <a:cxn ang="0">
                <a:pos x="T4" y="T5"/>
              </a:cxn>
            </a:cxnLst>
            <a:rect l="0" t="0" r="r" b="b"/>
            <a:pathLst>
              <a:path w="21600" h="37575" fill="none" extrusionOk="0">
                <a:moveTo>
                  <a:pt x="10562" y="0"/>
                </a:moveTo>
                <a:cubicBezTo>
                  <a:pt x="17379" y="3821"/>
                  <a:pt x="21600" y="11026"/>
                  <a:pt x="21600" y="18841"/>
                </a:cubicBezTo>
                <a:cubicBezTo>
                  <a:pt x="21600" y="26578"/>
                  <a:pt x="17461" y="33724"/>
                  <a:pt x="10751" y="37575"/>
                </a:cubicBezTo>
              </a:path>
              <a:path w="21600" h="37575" stroke="0" extrusionOk="0">
                <a:moveTo>
                  <a:pt x="10562" y="0"/>
                </a:moveTo>
                <a:cubicBezTo>
                  <a:pt x="17379" y="3821"/>
                  <a:pt x="21600" y="11026"/>
                  <a:pt x="21600" y="18841"/>
                </a:cubicBezTo>
                <a:cubicBezTo>
                  <a:pt x="21600" y="26578"/>
                  <a:pt x="17461" y="33724"/>
                  <a:pt x="10751" y="37575"/>
                </a:cubicBezTo>
                <a:lnTo>
                  <a:pt x="0" y="18841"/>
                </a:lnTo>
                <a:close/>
              </a:path>
            </a:pathLst>
          </a:custGeom>
          <a:noFill/>
          <a:ln w="9525">
            <a:solidFill>
              <a:schemeClr val="bg1">
                <a:lumMod val="65000"/>
              </a:scheme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2400" b="0">
              <a:latin typeface="Times New Roman" charset="0"/>
            </a:endParaRPr>
          </a:p>
        </p:txBody>
      </p:sp>
      <p:grpSp>
        <p:nvGrpSpPr>
          <p:cNvPr id="402530" name="Group 98"/>
          <p:cNvGrpSpPr>
            <a:grpSpLocks/>
          </p:cNvGrpSpPr>
          <p:nvPr/>
        </p:nvGrpSpPr>
        <p:grpSpPr bwMode="auto">
          <a:xfrm>
            <a:off x="5845376" y="2190750"/>
            <a:ext cx="1828800" cy="2667000"/>
            <a:chOff x="3696" y="1392"/>
            <a:chExt cx="1152" cy="1680"/>
          </a:xfrm>
        </p:grpSpPr>
        <p:sp>
          <p:nvSpPr>
            <p:cNvPr id="402531" name="Line 99"/>
            <p:cNvSpPr>
              <a:spLocks noChangeShapeType="1"/>
            </p:cNvSpPr>
            <p:nvPr/>
          </p:nvSpPr>
          <p:spPr bwMode="auto">
            <a:xfrm>
              <a:off x="3696" y="2256"/>
              <a:ext cx="1152" cy="0"/>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2" name="Line 100"/>
            <p:cNvSpPr>
              <a:spLocks noChangeShapeType="1"/>
            </p:cNvSpPr>
            <p:nvPr/>
          </p:nvSpPr>
          <p:spPr bwMode="auto">
            <a:xfrm flipV="1">
              <a:off x="3696" y="1680"/>
              <a:ext cx="1008" cy="576"/>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3" name="Line 101"/>
            <p:cNvSpPr>
              <a:spLocks noChangeShapeType="1"/>
            </p:cNvSpPr>
            <p:nvPr/>
          </p:nvSpPr>
          <p:spPr bwMode="auto">
            <a:xfrm>
              <a:off x="3696" y="2256"/>
              <a:ext cx="1008" cy="576"/>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4" name="Line 102"/>
            <p:cNvSpPr>
              <a:spLocks noChangeShapeType="1"/>
            </p:cNvSpPr>
            <p:nvPr/>
          </p:nvSpPr>
          <p:spPr bwMode="auto">
            <a:xfrm flipV="1">
              <a:off x="3696" y="1392"/>
              <a:ext cx="816" cy="864"/>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5" name="Line 103"/>
            <p:cNvSpPr>
              <a:spLocks noChangeShapeType="1"/>
            </p:cNvSpPr>
            <p:nvPr/>
          </p:nvSpPr>
          <p:spPr bwMode="auto">
            <a:xfrm flipV="1">
              <a:off x="3696" y="1968"/>
              <a:ext cx="1104" cy="288"/>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6" name="Line 104"/>
            <p:cNvSpPr>
              <a:spLocks noChangeShapeType="1"/>
            </p:cNvSpPr>
            <p:nvPr/>
          </p:nvSpPr>
          <p:spPr bwMode="auto">
            <a:xfrm>
              <a:off x="3696" y="2256"/>
              <a:ext cx="1104" cy="288"/>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37" name="Line 105"/>
            <p:cNvSpPr>
              <a:spLocks noChangeShapeType="1"/>
            </p:cNvSpPr>
            <p:nvPr/>
          </p:nvSpPr>
          <p:spPr bwMode="auto">
            <a:xfrm>
              <a:off x="3696" y="2256"/>
              <a:ext cx="816" cy="816"/>
            </a:xfrm>
            <a:prstGeom prst="line">
              <a:avLst/>
            </a:prstGeom>
            <a:noFill/>
            <a:ln w="9525">
              <a:solidFill>
                <a:schemeClr val="bg1">
                  <a:lumMod val="65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2538" name="Group 106"/>
          <p:cNvGrpSpPr>
            <a:grpSpLocks/>
          </p:cNvGrpSpPr>
          <p:nvPr/>
        </p:nvGrpSpPr>
        <p:grpSpPr bwMode="auto">
          <a:xfrm>
            <a:off x="6673898" y="1591540"/>
            <a:ext cx="1358900" cy="3886200"/>
            <a:chOff x="4176" y="1008"/>
            <a:chExt cx="856" cy="2448"/>
          </a:xfrm>
        </p:grpSpPr>
        <p:sp>
          <p:nvSpPr>
            <p:cNvPr id="402539" name="Text Box 107"/>
            <p:cNvSpPr txBox="1">
              <a:spLocks noChangeArrowheads="1"/>
            </p:cNvSpPr>
            <p:nvPr/>
          </p:nvSpPr>
          <p:spPr bwMode="auto">
            <a:xfrm>
              <a:off x="4176" y="1008"/>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2540" name="Text Box 108"/>
            <p:cNvSpPr txBox="1">
              <a:spLocks noChangeArrowheads="1"/>
            </p:cNvSpPr>
            <p:nvPr/>
          </p:nvSpPr>
          <p:spPr bwMode="auto">
            <a:xfrm>
              <a:off x="4464" y="1232"/>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2541" name="Text Box 109"/>
            <p:cNvSpPr txBox="1">
              <a:spLocks noChangeArrowheads="1"/>
            </p:cNvSpPr>
            <p:nvPr/>
          </p:nvSpPr>
          <p:spPr bwMode="auto">
            <a:xfrm>
              <a:off x="4704" y="1536"/>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2542" name="Text Box 110"/>
            <p:cNvSpPr txBox="1">
              <a:spLocks noChangeArrowheads="1"/>
            </p:cNvSpPr>
            <p:nvPr/>
          </p:nvSpPr>
          <p:spPr bwMode="auto">
            <a:xfrm>
              <a:off x="4800" y="182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2543" name="Text Box 111"/>
            <p:cNvSpPr txBox="1">
              <a:spLocks noChangeArrowheads="1"/>
            </p:cNvSpPr>
            <p:nvPr/>
          </p:nvSpPr>
          <p:spPr bwMode="auto">
            <a:xfrm>
              <a:off x="4848" y="2160"/>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02544" name="Text Box 112"/>
            <p:cNvSpPr txBox="1">
              <a:spLocks noChangeArrowheads="1"/>
            </p:cNvSpPr>
            <p:nvPr/>
          </p:nvSpPr>
          <p:spPr bwMode="auto">
            <a:xfrm>
              <a:off x="4800" y="2448"/>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02545" name="Text Box 113"/>
            <p:cNvSpPr txBox="1">
              <a:spLocks noChangeArrowheads="1"/>
            </p:cNvSpPr>
            <p:nvPr/>
          </p:nvSpPr>
          <p:spPr bwMode="auto">
            <a:xfrm>
              <a:off x="4176" y="326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2546" name="Text Box 114"/>
            <p:cNvSpPr txBox="1">
              <a:spLocks noChangeArrowheads="1"/>
            </p:cNvSpPr>
            <p:nvPr/>
          </p:nvSpPr>
          <p:spPr bwMode="auto">
            <a:xfrm>
              <a:off x="4680" y="274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02547" name="Text Box 115"/>
            <p:cNvSpPr txBox="1">
              <a:spLocks noChangeArrowheads="1"/>
            </p:cNvSpPr>
            <p:nvPr/>
          </p:nvSpPr>
          <p:spPr bwMode="auto">
            <a:xfrm>
              <a:off x="4496" y="3024"/>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grpSp>
      <p:sp>
        <p:nvSpPr>
          <p:cNvPr id="402548" name="Oval 116"/>
          <p:cNvSpPr>
            <a:spLocks noChangeArrowheads="1"/>
          </p:cNvSpPr>
          <p:nvPr/>
        </p:nvSpPr>
        <p:spPr bwMode="auto">
          <a:xfrm>
            <a:off x="6286500" y="25908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49" name="Oval 117"/>
          <p:cNvSpPr>
            <a:spLocks noChangeArrowheads="1"/>
          </p:cNvSpPr>
          <p:nvPr/>
        </p:nvSpPr>
        <p:spPr bwMode="auto">
          <a:xfrm>
            <a:off x="6299200" y="44450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0" name="Oval 118"/>
          <p:cNvSpPr>
            <a:spLocks noChangeArrowheads="1"/>
          </p:cNvSpPr>
          <p:nvPr/>
        </p:nvSpPr>
        <p:spPr bwMode="auto">
          <a:xfrm>
            <a:off x="6629400" y="26797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1" name="Oval 119"/>
          <p:cNvSpPr>
            <a:spLocks noChangeArrowheads="1"/>
          </p:cNvSpPr>
          <p:nvPr/>
        </p:nvSpPr>
        <p:spPr bwMode="auto">
          <a:xfrm>
            <a:off x="6629400" y="4343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2" name="Oval 120"/>
          <p:cNvSpPr>
            <a:spLocks noChangeArrowheads="1"/>
          </p:cNvSpPr>
          <p:nvPr/>
        </p:nvSpPr>
        <p:spPr bwMode="auto">
          <a:xfrm>
            <a:off x="7416800" y="26035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3" name="Oval 121"/>
          <p:cNvSpPr>
            <a:spLocks noChangeArrowheads="1"/>
          </p:cNvSpPr>
          <p:nvPr/>
        </p:nvSpPr>
        <p:spPr bwMode="auto">
          <a:xfrm>
            <a:off x="7416800" y="4419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4" name="Arc 122"/>
          <p:cNvSpPr>
            <a:spLocks/>
          </p:cNvSpPr>
          <p:nvPr/>
        </p:nvSpPr>
        <p:spPr bwMode="auto">
          <a:xfrm rot="20533120">
            <a:off x="6419850" y="4291013"/>
            <a:ext cx="1060450" cy="685800"/>
          </a:xfrm>
          <a:custGeom>
            <a:avLst/>
            <a:gdLst>
              <a:gd name="G0" fmla="+- 0 0 0"/>
              <a:gd name="G1" fmla="+- 21600 0 0"/>
              <a:gd name="G2" fmla="+- 21600 0 0"/>
              <a:gd name="T0" fmla="*/ 0 w 17692"/>
              <a:gd name="T1" fmla="*/ 0 h 21600"/>
              <a:gd name="T2" fmla="*/ 17692 w 17692"/>
              <a:gd name="T3" fmla="*/ 9208 h 21600"/>
              <a:gd name="T4" fmla="*/ 0 w 17692"/>
              <a:gd name="T5" fmla="*/ 21600 h 21600"/>
            </a:gdLst>
            <a:ahLst/>
            <a:cxnLst>
              <a:cxn ang="0">
                <a:pos x="T0" y="T1"/>
              </a:cxn>
              <a:cxn ang="0">
                <a:pos x="T2" y="T3"/>
              </a:cxn>
              <a:cxn ang="0">
                <a:pos x="T4" y="T5"/>
              </a:cxn>
            </a:cxnLst>
            <a:rect l="0" t="0" r="r" b="b"/>
            <a:pathLst>
              <a:path w="17692" h="21600" fill="none" extrusionOk="0">
                <a:moveTo>
                  <a:pt x="0" y="-1"/>
                </a:moveTo>
                <a:cubicBezTo>
                  <a:pt x="7046" y="-1"/>
                  <a:pt x="13649" y="3436"/>
                  <a:pt x="17691" y="9208"/>
                </a:cubicBezTo>
              </a:path>
              <a:path w="17692" h="21600" stroke="0" extrusionOk="0">
                <a:moveTo>
                  <a:pt x="0" y="-1"/>
                </a:moveTo>
                <a:cubicBezTo>
                  <a:pt x="7046" y="-1"/>
                  <a:pt x="13649" y="3436"/>
                  <a:pt x="17691" y="9208"/>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5" name="Arc 123"/>
          <p:cNvSpPr>
            <a:spLocks/>
          </p:cNvSpPr>
          <p:nvPr/>
        </p:nvSpPr>
        <p:spPr bwMode="auto">
          <a:xfrm rot="1066880" flipV="1">
            <a:off x="6399213" y="2125663"/>
            <a:ext cx="1085850" cy="685800"/>
          </a:xfrm>
          <a:custGeom>
            <a:avLst/>
            <a:gdLst>
              <a:gd name="G0" fmla="+- 0 0 0"/>
              <a:gd name="G1" fmla="+- 21600 0 0"/>
              <a:gd name="G2" fmla="+- 21600 0 0"/>
              <a:gd name="T0" fmla="*/ 0 w 18111"/>
              <a:gd name="T1" fmla="*/ 0 h 21600"/>
              <a:gd name="T2" fmla="*/ 18111 w 18111"/>
              <a:gd name="T3" fmla="*/ 9829 h 21600"/>
              <a:gd name="T4" fmla="*/ 0 w 18111"/>
              <a:gd name="T5" fmla="*/ 21600 h 21600"/>
            </a:gdLst>
            <a:ahLst/>
            <a:cxnLst>
              <a:cxn ang="0">
                <a:pos x="T0" y="T1"/>
              </a:cxn>
              <a:cxn ang="0">
                <a:pos x="T2" y="T3"/>
              </a:cxn>
              <a:cxn ang="0">
                <a:pos x="T4" y="T5"/>
              </a:cxn>
            </a:cxnLst>
            <a:rect l="0" t="0" r="r" b="b"/>
            <a:pathLst>
              <a:path w="18111" h="21600" fill="none" extrusionOk="0">
                <a:moveTo>
                  <a:pt x="0" y="-1"/>
                </a:moveTo>
                <a:cubicBezTo>
                  <a:pt x="7311" y="-1"/>
                  <a:pt x="14126" y="3698"/>
                  <a:pt x="18110" y="9829"/>
                </a:cubicBezTo>
              </a:path>
              <a:path w="18111" h="21600" stroke="0" extrusionOk="0">
                <a:moveTo>
                  <a:pt x="0" y="-1"/>
                </a:moveTo>
                <a:cubicBezTo>
                  <a:pt x="7311" y="-1"/>
                  <a:pt x="14126" y="3698"/>
                  <a:pt x="18110" y="9829"/>
                </a:cubicBezTo>
                <a:lnTo>
                  <a:pt x="0"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6" name="Line 124"/>
          <p:cNvSpPr>
            <a:spLocks noChangeShapeType="1"/>
          </p:cNvSpPr>
          <p:nvPr/>
        </p:nvSpPr>
        <p:spPr bwMode="auto">
          <a:xfrm flipH="1">
            <a:off x="5867400" y="2590800"/>
            <a:ext cx="457200" cy="9906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57" name="Line 125"/>
          <p:cNvSpPr>
            <a:spLocks noChangeShapeType="1"/>
          </p:cNvSpPr>
          <p:nvPr/>
        </p:nvSpPr>
        <p:spPr bwMode="auto">
          <a:xfrm>
            <a:off x="5857369" y="3581400"/>
            <a:ext cx="457200" cy="914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58" name="Arc 126"/>
          <p:cNvSpPr>
            <a:spLocks/>
          </p:cNvSpPr>
          <p:nvPr/>
        </p:nvSpPr>
        <p:spPr bwMode="auto">
          <a:xfrm>
            <a:off x="5740400" y="2655888"/>
            <a:ext cx="1943100" cy="1809750"/>
          </a:xfrm>
          <a:custGeom>
            <a:avLst/>
            <a:gdLst>
              <a:gd name="G0" fmla="+- 0 0 0"/>
              <a:gd name="G1" fmla="+- 10105 0 0"/>
              <a:gd name="G2" fmla="+- 21600 0 0"/>
              <a:gd name="T0" fmla="*/ 19090 w 21600"/>
              <a:gd name="T1" fmla="*/ 0 h 20118"/>
              <a:gd name="T2" fmla="*/ 19139 w 21600"/>
              <a:gd name="T3" fmla="*/ 20118 h 20118"/>
              <a:gd name="T4" fmla="*/ 0 w 21600"/>
              <a:gd name="T5" fmla="*/ 10105 h 20118"/>
            </a:gdLst>
            <a:ahLst/>
            <a:cxnLst>
              <a:cxn ang="0">
                <a:pos x="T0" y="T1"/>
              </a:cxn>
              <a:cxn ang="0">
                <a:pos x="T2" y="T3"/>
              </a:cxn>
              <a:cxn ang="0">
                <a:pos x="T4" y="T5"/>
              </a:cxn>
            </a:cxnLst>
            <a:rect l="0" t="0" r="r" b="b"/>
            <a:pathLst>
              <a:path w="21600" h="20118" fill="none" extrusionOk="0">
                <a:moveTo>
                  <a:pt x="19090" y="-1"/>
                </a:moveTo>
                <a:cubicBezTo>
                  <a:pt x="20738" y="3113"/>
                  <a:pt x="21600" y="6582"/>
                  <a:pt x="21600" y="10105"/>
                </a:cubicBezTo>
                <a:cubicBezTo>
                  <a:pt x="21600" y="13592"/>
                  <a:pt x="20755" y="17027"/>
                  <a:pt x="19138" y="20117"/>
                </a:cubicBezTo>
              </a:path>
              <a:path w="21600" h="20118" stroke="0" extrusionOk="0">
                <a:moveTo>
                  <a:pt x="19090" y="-1"/>
                </a:moveTo>
                <a:cubicBezTo>
                  <a:pt x="20738" y="3113"/>
                  <a:pt x="21600" y="6582"/>
                  <a:pt x="21600" y="10105"/>
                </a:cubicBezTo>
                <a:cubicBezTo>
                  <a:pt x="21600" y="13592"/>
                  <a:pt x="20755" y="17027"/>
                  <a:pt x="19138" y="20117"/>
                </a:cubicBezTo>
                <a:lnTo>
                  <a:pt x="0" y="10105"/>
                </a:lnTo>
                <a:close/>
              </a:path>
            </a:pathLst>
          </a:custGeom>
          <a:noFill/>
          <a:ln w="2857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2559" name="Text Box 127"/>
          <p:cNvSpPr txBox="1">
            <a:spLocks noChangeArrowheads="1"/>
          </p:cNvSpPr>
          <p:nvPr/>
        </p:nvSpPr>
        <p:spPr bwMode="auto">
          <a:xfrm>
            <a:off x="5610225" y="34290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sp>
        <p:nvSpPr>
          <p:cNvPr id="402560" name="Line 128"/>
          <p:cNvSpPr>
            <a:spLocks noChangeShapeType="1"/>
          </p:cNvSpPr>
          <p:nvPr/>
        </p:nvSpPr>
        <p:spPr bwMode="auto">
          <a:xfrm>
            <a:off x="3429000" y="3810000"/>
            <a:ext cx="1676400" cy="79851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2561" name="Line 129"/>
          <p:cNvSpPr>
            <a:spLocks noChangeShapeType="1"/>
          </p:cNvSpPr>
          <p:nvPr/>
        </p:nvSpPr>
        <p:spPr bwMode="auto">
          <a:xfrm flipV="1">
            <a:off x="3429000" y="4611688"/>
            <a:ext cx="1619250" cy="7985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aphicFrame>
        <p:nvGraphicFramePr>
          <p:cNvPr id="402562" name="Object 130"/>
          <p:cNvGraphicFramePr>
            <a:graphicFrameLocks noChangeAspect="1"/>
          </p:cNvGraphicFramePr>
          <p:nvPr/>
        </p:nvGraphicFramePr>
        <p:xfrm>
          <a:off x="3340100" y="3797300"/>
          <a:ext cx="385763" cy="1644650"/>
        </p:xfrm>
        <a:graphic>
          <a:graphicData uri="http://schemas.openxmlformats.org/presentationml/2006/ole">
            <mc:AlternateContent xmlns:mc="http://schemas.openxmlformats.org/markup-compatibility/2006">
              <mc:Choice xmlns:v="urn:schemas-microsoft-com:vml" Requires="v">
                <p:oleObj spid="_x0000_s4311" name="CorelDRAW" r:id="rId6" imgW="385560" imgH="1644120" progId="CorelDRAW.Graphic.11">
                  <p:embed/>
                </p:oleObj>
              </mc:Choice>
              <mc:Fallback>
                <p:oleObj name="CorelDRAW" r:id="rId6" imgW="385560" imgH="1644120" progId="CorelDRAW.Graphic.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0100" y="3797300"/>
                        <a:ext cx="385763" cy="164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nvGrpSpPr>
          <p:cNvPr id="402563" name="Group 131"/>
          <p:cNvGrpSpPr>
            <a:grpSpLocks/>
          </p:cNvGrpSpPr>
          <p:nvPr/>
        </p:nvGrpSpPr>
        <p:grpSpPr bwMode="auto">
          <a:xfrm>
            <a:off x="2800350" y="3533775"/>
            <a:ext cx="2635250" cy="2105025"/>
            <a:chOff x="1764" y="2226"/>
            <a:chExt cx="1660" cy="1326"/>
          </a:xfrm>
        </p:grpSpPr>
        <p:grpSp>
          <p:nvGrpSpPr>
            <p:cNvPr id="402564" name="Group 132"/>
            <p:cNvGrpSpPr>
              <a:grpSpLocks/>
            </p:cNvGrpSpPr>
            <p:nvPr/>
          </p:nvGrpSpPr>
          <p:grpSpPr bwMode="auto">
            <a:xfrm>
              <a:off x="1764" y="2226"/>
              <a:ext cx="792" cy="1326"/>
              <a:chOff x="1764" y="2226"/>
              <a:chExt cx="792" cy="1326"/>
            </a:xfrm>
          </p:grpSpPr>
          <p:sp>
            <p:nvSpPr>
              <p:cNvPr id="402565" name="Text Box 133"/>
              <p:cNvSpPr txBox="1">
                <a:spLocks noChangeArrowheads="1"/>
              </p:cNvSpPr>
              <p:nvPr/>
            </p:nvSpPr>
            <p:spPr bwMode="auto">
              <a:xfrm>
                <a:off x="2316" y="278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a</a:t>
                </a:r>
                <a:r>
                  <a:rPr lang="en-US" altLang="en-US" sz="1400" b="0" baseline="-25000">
                    <a:latin typeface="Times New Roman" charset="0"/>
                  </a:rPr>
                  <a:t>1</a:t>
                </a:r>
              </a:p>
            </p:txBody>
          </p:sp>
          <p:sp>
            <p:nvSpPr>
              <p:cNvPr id="402566" name="Text Box 134"/>
              <p:cNvSpPr txBox="1">
                <a:spLocks noChangeArrowheads="1"/>
              </p:cNvSpPr>
              <p:nvPr/>
            </p:nvSpPr>
            <p:spPr bwMode="auto">
              <a:xfrm>
                <a:off x="2256" y="2448"/>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h</a:t>
                </a:r>
                <a:r>
                  <a:rPr lang="en-US" altLang="en-US" sz="1400" b="0" baseline="-25000">
                    <a:latin typeface="Times New Roman" charset="0"/>
                  </a:rPr>
                  <a:t>1</a:t>
                </a:r>
              </a:p>
            </p:txBody>
          </p:sp>
          <p:grpSp>
            <p:nvGrpSpPr>
              <p:cNvPr id="402567" name="Group 135"/>
              <p:cNvGrpSpPr>
                <a:grpSpLocks/>
              </p:cNvGrpSpPr>
              <p:nvPr/>
            </p:nvGrpSpPr>
            <p:grpSpPr bwMode="auto">
              <a:xfrm>
                <a:off x="1764" y="2226"/>
                <a:ext cx="540" cy="1326"/>
                <a:chOff x="1764" y="2226"/>
                <a:chExt cx="540" cy="1326"/>
              </a:xfrm>
            </p:grpSpPr>
            <p:sp>
              <p:nvSpPr>
                <p:cNvPr id="402568" name="Text Box 136"/>
                <p:cNvSpPr txBox="1">
                  <a:spLocks noChangeArrowheads="1"/>
                </p:cNvSpPr>
                <p:nvPr/>
              </p:nvSpPr>
              <p:spPr bwMode="auto">
                <a:xfrm>
                  <a:off x="2016" y="2226"/>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g</a:t>
                  </a:r>
                  <a:r>
                    <a:rPr lang="en-US" altLang="en-US" sz="1400" b="0" baseline="-25000">
                      <a:latin typeface="Times New Roman" charset="0"/>
                    </a:rPr>
                    <a:t>1</a:t>
                  </a:r>
                </a:p>
              </p:txBody>
            </p:sp>
            <p:sp>
              <p:nvSpPr>
                <p:cNvPr id="402569" name="Text Box 137"/>
                <p:cNvSpPr txBox="1">
                  <a:spLocks noChangeArrowheads="1"/>
                </p:cNvSpPr>
                <p:nvPr/>
              </p:nvSpPr>
              <p:spPr bwMode="auto">
                <a:xfrm>
                  <a:off x="1776" y="2448"/>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f</a:t>
                  </a:r>
                  <a:r>
                    <a:rPr lang="en-US" altLang="en-US" sz="1400" b="0" baseline="-25000">
                      <a:latin typeface="Times New Roman" charset="0"/>
                    </a:rPr>
                    <a:t>1</a:t>
                  </a:r>
                </a:p>
              </p:txBody>
            </p:sp>
            <p:sp>
              <p:nvSpPr>
                <p:cNvPr id="402570" name="Text Box 138"/>
                <p:cNvSpPr txBox="1">
                  <a:spLocks noChangeArrowheads="1"/>
                </p:cNvSpPr>
                <p:nvPr/>
              </p:nvSpPr>
              <p:spPr bwMode="auto">
                <a:xfrm>
                  <a:off x="1764" y="278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e</a:t>
                  </a:r>
                  <a:r>
                    <a:rPr lang="en-US" altLang="en-US" sz="1400" b="0" baseline="-25000">
                      <a:latin typeface="Times New Roman" charset="0"/>
                    </a:rPr>
                    <a:t>1</a:t>
                  </a:r>
                </a:p>
              </p:txBody>
            </p:sp>
            <p:sp>
              <p:nvSpPr>
                <p:cNvPr id="402571" name="Text Box 139"/>
                <p:cNvSpPr txBox="1">
                  <a:spLocks noChangeArrowheads="1"/>
                </p:cNvSpPr>
                <p:nvPr/>
              </p:nvSpPr>
              <p:spPr bwMode="auto">
                <a:xfrm>
                  <a:off x="1818" y="3120"/>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d</a:t>
                  </a:r>
                  <a:r>
                    <a:rPr lang="en-US" altLang="en-US" sz="1400" b="0" baseline="-25000">
                      <a:latin typeface="Times New Roman" charset="0"/>
                    </a:rPr>
                    <a:t>1</a:t>
                  </a:r>
                </a:p>
              </p:txBody>
            </p:sp>
            <p:sp>
              <p:nvSpPr>
                <p:cNvPr id="402572" name="Text Box 140"/>
                <p:cNvSpPr txBox="1">
                  <a:spLocks noChangeArrowheads="1"/>
                </p:cNvSpPr>
                <p:nvPr/>
              </p:nvSpPr>
              <p:spPr bwMode="auto">
                <a:xfrm>
                  <a:off x="2064" y="3360"/>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c</a:t>
                  </a:r>
                  <a:r>
                    <a:rPr lang="en-US" altLang="en-US" sz="1400" b="0" baseline="-25000">
                      <a:latin typeface="Times New Roman" charset="0"/>
                    </a:rPr>
                    <a:t>1</a:t>
                  </a:r>
                </a:p>
              </p:txBody>
            </p:sp>
          </p:grpSp>
          <p:sp>
            <p:nvSpPr>
              <p:cNvPr id="402573" name="Text Box 141"/>
              <p:cNvSpPr txBox="1">
                <a:spLocks noChangeArrowheads="1"/>
              </p:cNvSpPr>
              <p:nvPr/>
            </p:nvSpPr>
            <p:spPr bwMode="auto">
              <a:xfrm>
                <a:off x="2256" y="3114"/>
                <a:ext cx="24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b</a:t>
                </a:r>
                <a:r>
                  <a:rPr lang="en-US" altLang="en-US" sz="1400" b="0" baseline="-25000">
                    <a:latin typeface="Times New Roman" charset="0"/>
                  </a:rPr>
                  <a:t>1</a:t>
                </a:r>
              </a:p>
            </p:txBody>
          </p:sp>
        </p:grpSp>
        <p:sp>
          <p:nvSpPr>
            <p:cNvPr id="402574" name="Text Box 142"/>
            <p:cNvSpPr txBox="1">
              <a:spLocks noChangeArrowheads="1"/>
            </p:cNvSpPr>
            <p:nvPr/>
          </p:nvSpPr>
          <p:spPr bwMode="auto">
            <a:xfrm>
              <a:off x="3216" y="2784"/>
              <a:ext cx="20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r>
                <a:rPr lang="en-US" altLang="en-US" sz="1400" b="0" baseline="-25000">
                  <a:latin typeface="Times New Roman" charset="0"/>
                </a:rPr>
                <a:t>1</a:t>
              </a:r>
            </a:p>
          </p:txBody>
        </p:sp>
      </p:grpSp>
      <p:sp>
        <p:nvSpPr>
          <p:cNvPr id="402575" name="Text Box 143"/>
          <p:cNvSpPr txBox="1">
            <a:spLocks noChangeArrowheads="1"/>
          </p:cNvSpPr>
          <p:nvPr/>
        </p:nvSpPr>
        <p:spPr bwMode="auto">
          <a:xfrm>
            <a:off x="3505200" y="55626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SECTIONAL T.V</a:t>
            </a:r>
          </a:p>
        </p:txBody>
      </p:sp>
      <p:sp>
        <p:nvSpPr>
          <p:cNvPr id="402576" name="Text Box 144"/>
          <p:cNvSpPr txBox="1">
            <a:spLocks noChangeArrowheads="1"/>
          </p:cNvSpPr>
          <p:nvPr/>
        </p:nvSpPr>
        <p:spPr bwMode="auto">
          <a:xfrm>
            <a:off x="5791200" y="13716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DEVELOPMENT</a:t>
            </a:r>
          </a:p>
        </p:txBody>
      </p:sp>
      <p:sp>
        <p:nvSpPr>
          <p:cNvPr id="402577" name="Text Box 145"/>
          <p:cNvSpPr txBox="1">
            <a:spLocks noChangeArrowheads="1"/>
          </p:cNvSpPr>
          <p:nvPr/>
        </p:nvSpPr>
        <p:spPr bwMode="auto">
          <a:xfrm>
            <a:off x="2819400" y="5810250"/>
            <a:ext cx="28717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(SHOWING TRUE SHAPE OF SECTION)</a:t>
            </a:r>
          </a:p>
        </p:txBody>
      </p:sp>
      <p:sp>
        <p:nvSpPr>
          <p:cNvPr id="402578" name="Text Box 146"/>
          <p:cNvSpPr txBox="1">
            <a:spLocks noChangeArrowheads="1"/>
          </p:cNvSpPr>
          <p:nvPr/>
        </p:nvSpPr>
        <p:spPr bwMode="auto">
          <a:xfrm>
            <a:off x="4333875" y="2276475"/>
            <a:ext cx="1355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 HORIZONTAL</a:t>
            </a:r>
          </a:p>
          <a:p>
            <a:pPr eaLnBrk="1" hangingPunct="1"/>
            <a:r>
              <a:rPr lang="en-US" altLang="en-US" sz="1200" b="0">
                <a:latin typeface="Times New Roman" charset="0"/>
              </a:rPr>
              <a:t>SECTION PLANE</a:t>
            </a:r>
          </a:p>
        </p:txBody>
      </p:sp>
      <p:grpSp>
        <p:nvGrpSpPr>
          <p:cNvPr id="402579" name="Group 147"/>
          <p:cNvGrpSpPr>
            <a:grpSpLocks/>
          </p:cNvGrpSpPr>
          <p:nvPr/>
        </p:nvGrpSpPr>
        <p:grpSpPr bwMode="auto">
          <a:xfrm>
            <a:off x="838200" y="3505200"/>
            <a:ext cx="2076450" cy="2070100"/>
            <a:chOff x="528" y="2232"/>
            <a:chExt cx="1308" cy="1304"/>
          </a:xfrm>
        </p:grpSpPr>
        <p:grpSp>
          <p:nvGrpSpPr>
            <p:cNvPr id="402580" name="Group 148"/>
            <p:cNvGrpSpPr>
              <a:grpSpLocks/>
            </p:cNvGrpSpPr>
            <p:nvPr/>
          </p:nvGrpSpPr>
          <p:grpSpPr bwMode="auto">
            <a:xfrm>
              <a:off x="528" y="2232"/>
              <a:ext cx="1308" cy="1304"/>
              <a:chOff x="528" y="2232"/>
              <a:chExt cx="1308" cy="1304"/>
            </a:xfrm>
          </p:grpSpPr>
          <p:sp>
            <p:nvSpPr>
              <p:cNvPr id="402581" name="Text Box 149"/>
              <p:cNvSpPr txBox="1">
                <a:spLocks noChangeArrowheads="1"/>
              </p:cNvSpPr>
              <p:nvPr/>
            </p:nvSpPr>
            <p:spPr bwMode="auto">
              <a:xfrm>
                <a:off x="672" y="2448"/>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h</a:t>
                </a:r>
              </a:p>
            </p:txBody>
          </p:sp>
          <p:sp>
            <p:nvSpPr>
              <p:cNvPr id="402582" name="Text Box 150"/>
              <p:cNvSpPr txBox="1">
                <a:spLocks noChangeArrowheads="1"/>
              </p:cNvSpPr>
              <p:nvPr/>
            </p:nvSpPr>
            <p:spPr bwMode="auto">
              <a:xfrm>
                <a:off x="528" y="2768"/>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2583" name="Text Box 151"/>
              <p:cNvSpPr txBox="1">
                <a:spLocks noChangeArrowheads="1"/>
              </p:cNvSpPr>
              <p:nvPr/>
            </p:nvSpPr>
            <p:spPr bwMode="auto">
              <a:xfrm>
                <a:off x="672" y="317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2584" name="Text Box 152"/>
              <p:cNvSpPr txBox="1">
                <a:spLocks noChangeArrowheads="1"/>
              </p:cNvSpPr>
              <p:nvPr/>
            </p:nvSpPr>
            <p:spPr bwMode="auto">
              <a:xfrm>
                <a:off x="1104" y="3344"/>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2585" name="Text Box 153"/>
              <p:cNvSpPr txBox="1">
                <a:spLocks noChangeArrowheads="1"/>
              </p:cNvSpPr>
              <p:nvPr/>
            </p:nvSpPr>
            <p:spPr bwMode="auto">
              <a:xfrm>
                <a:off x="1536" y="317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2586" name="Text Box 154"/>
              <p:cNvSpPr txBox="1">
                <a:spLocks noChangeArrowheads="1"/>
              </p:cNvSpPr>
              <p:nvPr/>
            </p:nvSpPr>
            <p:spPr bwMode="auto">
              <a:xfrm>
                <a:off x="1670" y="2791"/>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02587" name="Text Box 155"/>
              <p:cNvSpPr txBox="1">
                <a:spLocks noChangeArrowheads="1"/>
              </p:cNvSpPr>
              <p:nvPr/>
            </p:nvSpPr>
            <p:spPr bwMode="auto">
              <a:xfrm>
                <a:off x="1104" y="223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02588" name="Text Box 156"/>
              <p:cNvSpPr txBox="1">
                <a:spLocks noChangeArrowheads="1"/>
              </p:cNvSpPr>
              <p:nvPr/>
            </p:nvSpPr>
            <p:spPr bwMode="auto">
              <a:xfrm>
                <a:off x="1536" y="2462"/>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grpSp>
        <p:sp>
          <p:nvSpPr>
            <p:cNvPr id="402589" name="Text Box 157"/>
            <p:cNvSpPr txBox="1">
              <a:spLocks noChangeArrowheads="1"/>
            </p:cNvSpPr>
            <p:nvPr/>
          </p:nvSpPr>
          <p:spPr bwMode="auto">
            <a:xfrm>
              <a:off x="1008" y="2832"/>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sp>
        <p:nvSpPr>
          <p:cNvPr id="402590" name="Text Box 158"/>
          <p:cNvSpPr txBox="1">
            <a:spLocks noChangeArrowheads="1"/>
          </p:cNvSpPr>
          <p:nvPr/>
        </p:nvSpPr>
        <p:spPr bwMode="auto">
          <a:xfrm>
            <a:off x="55548" y="991465"/>
            <a:ext cx="8541249" cy="3231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500" i="1" dirty="0">
                <a:solidFill>
                  <a:srgbClr val="FF0066"/>
                </a:solidFill>
                <a:effectLst>
                  <a:outerShdw blurRad="38100" dist="38100" dir="2700000" algn="tl">
                    <a:srgbClr val="C0C0C0"/>
                  </a:outerShdw>
                </a:effectLst>
                <a:latin typeface="Arial" charset="0"/>
              </a:rPr>
              <a:t>Follow similar solution steps for Sec</a:t>
            </a:r>
            <a:r>
              <a:rPr lang="en-US" altLang="en-US" sz="1500" i="1" dirty="0" smtClean="0">
                <a:solidFill>
                  <a:srgbClr val="FF0066"/>
                </a:solidFill>
                <a:effectLst>
                  <a:outerShdw blurRad="38100" dist="38100" dir="2700000" algn="tl">
                    <a:srgbClr val="C0C0C0"/>
                  </a:outerShdw>
                </a:effectLst>
                <a:latin typeface="Arial" charset="0"/>
              </a:rPr>
              <a:t>. views </a:t>
            </a:r>
            <a:r>
              <a:rPr lang="en-US" altLang="en-US" sz="1500" i="1" dirty="0">
                <a:solidFill>
                  <a:srgbClr val="FF0066"/>
                </a:solidFill>
                <a:effectLst>
                  <a:outerShdw blurRad="38100" dist="38100" dir="2700000" algn="tl">
                    <a:srgbClr val="C0C0C0"/>
                  </a:outerShdw>
                </a:effectLst>
                <a:latin typeface="Arial" charset="0"/>
              </a:rPr>
              <a:t>- True shape – Development  as per previous problem!</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21</a:t>
            </a:fld>
            <a:endParaRPr lang="en-IN">
              <a:solidFill>
                <a:prstClr val="black">
                  <a:tint val="75000"/>
                </a:prstClr>
              </a:solidFill>
            </a:endParaRPr>
          </a:p>
        </p:txBody>
      </p:sp>
    </p:spTree>
    <p:extLst>
      <p:ext uri="{BB962C8B-B14F-4D97-AF65-F5344CB8AC3E}">
        <p14:creationId xmlns:p14="http://schemas.microsoft.com/office/powerpoint/2010/main" val="53272062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02590"/>
                                        </p:tgtEl>
                                        <p:attrNameLst>
                                          <p:attrName>style.visibility</p:attrName>
                                        </p:attrNameLst>
                                      </p:cBhvr>
                                      <p:to>
                                        <p:strVal val="visible"/>
                                      </p:to>
                                    </p:set>
                                    <p:anim calcmode="lin" valueType="num">
                                      <p:cBhvr additive="base">
                                        <p:cTn id="7" dur="500" fill="hold"/>
                                        <p:tgtEl>
                                          <p:spTgt spid="402590"/>
                                        </p:tgtEl>
                                        <p:attrNameLst>
                                          <p:attrName>ppt_x</p:attrName>
                                        </p:attrNameLst>
                                      </p:cBhvr>
                                      <p:tavLst>
                                        <p:tav tm="0">
                                          <p:val>
                                            <p:strVal val="1+#ppt_w/2"/>
                                          </p:val>
                                        </p:tav>
                                        <p:tav tm="100000">
                                          <p:val>
                                            <p:strVal val="#ppt_x"/>
                                          </p:val>
                                        </p:tav>
                                      </p:tavLst>
                                    </p:anim>
                                    <p:anim calcmode="lin" valueType="num">
                                      <p:cBhvr additive="base">
                                        <p:cTn id="8" dur="500" fill="hold"/>
                                        <p:tgtEl>
                                          <p:spTgt spid="40259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02439"/>
                                        </p:tgtEl>
                                        <p:attrNameLst>
                                          <p:attrName>style.visibility</p:attrName>
                                        </p:attrNameLst>
                                      </p:cBhvr>
                                      <p:to>
                                        <p:strVal val="visible"/>
                                      </p:to>
                                    </p:set>
                                    <p:anim calcmode="lin" valueType="num">
                                      <p:cBhvr additive="base">
                                        <p:cTn id="13" dur="500" fill="hold"/>
                                        <p:tgtEl>
                                          <p:spTgt spid="402439"/>
                                        </p:tgtEl>
                                        <p:attrNameLst>
                                          <p:attrName>ppt_x</p:attrName>
                                        </p:attrNameLst>
                                      </p:cBhvr>
                                      <p:tavLst>
                                        <p:tav tm="0">
                                          <p:val>
                                            <p:strVal val="0-#ppt_w/2"/>
                                          </p:val>
                                        </p:tav>
                                        <p:tav tm="100000">
                                          <p:val>
                                            <p:strVal val="#ppt_x"/>
                                          </p:val>
                                        </p:tav>
                                      </p:tavLst>
                                    </p:anim>
                                    <p:anim calcmode="lin" valueType="num">
                                      <p:cBhvr additive="base">
                                        <p:cTn id="14" dur="500" fill="hold"/>
                                        <p:tgtEl>
                                          <p:spTgt spid="402439"/>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02469"/>
                                        </p:tgtEl>
                                        <p:attrNameLst>
                                          <p:attrName>style.visibility</p:attrName>
                                        </p:attrNameLst>
                                      </p:cBhvr>
                                      <p:to>
                                        <p:strVal val="visible"/>
                                      </p:to>
                                    </p:set>
                                    <p:anim calcmode="lin" valueType="num">
                                      <p:cBhvr additive="base">
                                        <p:cTn id="19" dur="500" fill="hold"/>
                                        <p:tgtEl>
                                          <p:spTgt spid="402469"/>
                                        </p:tgtEl>
                                        <p:attrNameLst>
                                          <p:attrName>ppt_x</p:attrName>
                                        </p:attrNameLst>
                                      </p:cBhvr>
                                      <p:tavLst>
                                        <p:tav tm="0">
                                          <p:val>
                                            <p:strVal val="0-#ppt_w/2"/>
                                          </p:val>
                                        </p:tav>
                                        <p:tav tm="100000">
                                          <p:val>
                                            <p:strVal val="#ppt_x"/>
                                          </p:val>
                                        </p:tav>
                                      </p:tavLst>
                                    </p:anim>
                                    <p:anim calcmode="lin" valueType="num">
                                      <p:cBhvr additive="base">
                                        <p:cTn id="20" dur="500" fill="hold"/>
                                        <p:tgtEl>
                                          <p:spTgt spid="402469"/>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02470"/>
                                        </p:tgtEl>
                                        <p:attrNameLst>
                                          <p:attrName>style.visibility</p:attrName>
                                        </p:attrNameLst>
                                      </p:cBhvr>
                                      <p:to>
                                        <p:strVal val="visible"/>
                                      </p:to>
                                    </p:set>
                                    <p:anim calcmode="lin" valueType="num">
                                      <p:cBhvr additive="base">
                                        <p:cTn id="25" dur="500" fill="hold"/>
                                        <p:tgtEl>
                                          <p:spTgt spid="402470"/>
                                        </p:tgtEl>
                                        <p:attrNameLst>
                                          <p:attrName>ppt_x</p:attrName>
                                        </p:attrNameLst>
                                      </p:cBhvr>
                                      <p:tavLst>
                                        <p:tav tm="0">
                                          <p:val>
                                            <p:strVal val="0-#ppt_w/2"/>
                                          </p:val>
                                        </p:tav>
                                        <p:tav tm="100000">
                                          <p:val>
                                            <p:strVal val="#ppt_x"/>
                                          </p:val>
                                        </p:tav>
                                      </p:tavLst>
                                    </p:anim>
                                    <p:anim calcmode="lin" valueType="num">
                                      <p:cBhvr additive="base">
                                        <p:cTn id="26" dur="500" fill="hold"/>
                                        <p:tgtEl>
                                          <p:spTgt spid="402470"/>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02440"/>
                                        </p:tgtEl>
                                        <p:attrNameLst>
                                          <p:attrName>style.visibility</p:attrName>
                                        </p:attrNameLst>
                                      </p:cBhvr>
                                      <p:to>
                                        <p:strVal val="visible"/>
                                      </p:to>
                                    </p:set>
                                    <p:anim calcmode="lin" valueType="num">
                                      <p:cBhvr additive="base">
                                        <p:cTn id="31" dur="500" fill="hold"/>
                                        <p:tgtEl>
                                          <p:spTgt spid="402440"/>
                                        </p:tgtEl>
                                        <p:attrNameLst>
                                          <p:attrName>ppt_x</p:attrName>
                                        </p:attrNameLst>
                                      </p:cBhvr>
                                      <p:tavLst>
                                        <p:tav tm="0">
                                          <p:val>
                                            <p:strVal val="0-#ppt_w/2"/>
                                          </p:val>
                                        </p:tav>
                                        <p:tav tm="100000">
                                          <p:val>
                                            <p:strVal val="#ppt_x"/>
                                          </p:val>
                                        </p:tav>
                                      </p:tavLst>
                                    </p:anim>
                                    <p:anim calcmode="lin" valueType="num">
                                      <p:cBhvr additive="base">
                                        <p:cTn id="32" dur="500" fill="hold"/>
                                        <p:tgtEl>
                                          <p:spTgt spid="402440"/>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402441"/>
                                        </p:tgtEl>
                                        <p:attrNameLst>
                                          <p:attrName>style.visibility</p:attrName>
                                        </p:attrNameLst>
                                      </p:cBhvr>
                                      <p:to>
                                        <p:strVal val="visible"/>
                                      </p:to>
                                    </p:set>
                                    <p:anim calcmode="lin" valueType="num">
                                      <p:cBhvr>
                                        <p:cTn id="37" dur="500" fill="hold"/>
                                        <p:tgtEl>
                                          <p:spTgt spid="402441"/>
                                        </p:tgtEl>
                                        <p:attrNameLst>
                                          <p:attrName>ppt_w</p:attrName>
                                        </p:attrNameLst>
                                      </p:cBhvr>
                                      <p:tavLst>
                                        <p:tav tm="0">
                                          <p:val>
                                            <p:fltVal val="0"/>
                                          </p:val>
                                        </p:tav>
                                        <p:tav tm="100000">
                                          <p:val>
                                            <p:strVal val="#ppt_w"/>
                                          </p:val>
                                        </p:tav>
                                      </p:tavLst>
                                    </p:anim>
                                    <p:anim calcmode="lin" valueType="num">
                                      <p:cBhvr>
                                        <p:cTn id="38" dur="500" fill="hold"/>
                                        <p:tgtEl>
                                          <p:spTgt spid="402441"/>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402579"/>
                                        </p:tgtEl>
                                        <p:attrNameLst>
                                          <p:attrName>style.visibility</p:attrName>
                                        </p:attrNameLst>
                                      </p:cBhvr>
                                      <p:to>
                                        <p:strVal val="visible"/>
                                      </p:to>
                                    </p:set>
                                    <p:anim calcmode="lin" valueType="num">
                                      <p:cBhvr>
                                        <p:cTn id="43" dur="500" fill="hold"/>
                                        <p:tgtEl>
                                          <p:spTgt spid="402579"/>
                                        </p:tgtEl>
                                        <p:attrNameLst>
                                          <p:attrName>ppt_w</p:attrName>
                                        </p:attrNameLst>
                                      </p:cBhvr>
                                      <p:tavLst>
                                        <p:tav tm="0">
                                          <p:val>
                                            <p:fltVal val="0"/>
                                          </p:val>
                                        </p:tav>
                                        <p:tav tm="100000">
                                          <p:val>
                                            <p:strVal val="#ppt_w"/>
                                          </p:val>
                                        </p:tav>
                                      </p:tavLst>
                                    </p:anim>
                                    <p:anim calcmode="lin" valueType="num">
                                      <p:cBhvr>
                                        <p:cTn id="44" dur="500" fill="hold"/>
                                        <p:tgtEl>
                                          <p:spTgt spid="402579"/>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4" fill="hold" nodeType="clickEffect">
                                  <p:stCondLst>
                                    <p:cond delay="0"/>
                                  </p:stCondLst>
                                  <p:childTnLst>
                                    <p:set>
                                      <p:cBhvr>
                                        <p:cTn id="48" dur="1" fill="hold">
                                          <p:stCondLst>
                                            <p:cond delay="0"/>
                                          </p:stCondLst>
                                        </p:cTn>
                                        <p:tgtEl>
                                          <p:spTgt spid="402450"/>
                                        </p:tgtEl>
                                        <p:attrNameLst>
                                          <p:attrName>style.visibility</p:attrName>
                                        </p:attrNameLst>
                                      </p:cBhvr>
                                      <p:to>
                                        <p:strVal val="visible"/>
                                      </p:to>
                                    </p:set>
                                    <p:anim calcmode="lin" valueType="num">
                                      <p:cBhvr>
                                        <p:cTn id="49" dur="500" fill="hold"/>
                                        <p:tgtEl>
                                          <p:spTgt spid="402450"/>
                                        </p:tgtEl>
                                        <p:attrNameLst>
                                          <p:attrName>ppt_x</p:attrName>
                                        </p:attrNameLst>
                                      </p:cBhvr>
                                      <p:tavLst>
                                        <p:tav tm="0">
                                          <p:val>
                                            <p:strVal val="#ppt_x"/>
                                          </p:val>
                                        </p:tav>
                                        <p:tav tm="100000">
                                          <p:val>
                                            <p:strVal val="#ppt_x"/>
                                          </p:val>
                                        </p:tav>
                                      </p:tavLst>
                                    </p:anim>
                                    <p:anim calcmode="lin" valueType="num">
                                      <p:cBhvr>
                                        <p:cTn id="50" dur="500" fill="hold"/>
                                        <p:tgtEl>
                                          <p:spTgt spid="402450"/>
                                        </p:tgtEl>
                                        <p:attrNameLst>
                                          <p:attrName>ppt_y</p:attrName>
                                        </p:attrNameLst>
                                      </p:cBhvr>
                                      <p:tavLst>
                                        <p:tav tm="0">
                                          <p:val>
                                            <p:strVal val="#ppt_y+#ppt_h/2"/>
                                          </p:val>
                                        </p:tav>
                                        <p:tav tm="100000">
                                          <p:val>
                                            <p:strVal val="#ppt_y"/>
                                          </p:val>
                                        </p:tav>
                                      </p:tavLst>
                                    </p:anim>
                                    <p:anim calcmode="lin" valueType="num">
                                      <p:cBhvr>
                                        <p:cTn id="51" dur="500" fill="hold"/>
                                        <p:tgtEl>
                                          <p:spTgt spid="402450"/>
                                        </p:tgtEl>
                                        <p:attrNameLst>
                                          <p:attrName>ppt_w</p:attrName>
                                        </p:attrNameLst>
                                      </p:cBhvr>
                                      <p:tavLst>
                                        <p:tav tm="0">
                                          <p:val>
                                            <p:strVal val="#ppt_w"/>
                                          </p:val>
                                        </p:tav>
                                        <p:tav tm="100000">
                                          <p:val>
                                            <p:strVal val="#ppt_w"/>
                                          </p:val>
                                        </p:tav>
                                      </p:tavLst>
                                    </p:anim>
                                    <p:anim calcmode="lin" valueType="num">
                                      <p:cBhvr>
                                        <p:cTn id="52" dur="500" fill="hold"/>
                                        <p:tgtEl>
                                          <p:spTgt spid="402450"/>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4" fill="hold" nodeType="clickEffect">
                                  <p:stCondLst>
                                    <p:cond delay="0"/>
                                  </p:stCondLst>
                                  <p:childTnLst>
                                    <p:set>
                                      <p:cBhvr>
                                        <p:cTn id="56" dur="1" fill="hold">
                                          <p:stCondLst>
                                            <p:cond delay="0"/>
                                          </p:stCondLst>
                                        </p:cTn>
                                        <p:tgtEl>
                                          <p:spTgt spid="402446"/>
                                        </p:tgtEl>
                                        <p:attrNameLst>
                                          <p:attrName>style.visibility</p:attrName>
                                        </p:attrNameLst>
                                      </p:cBhvr>
                                      <p:to>
                                        <p:strVal val="visible"/>
                                      </p:to>
                                    </p:set>
                                    <p:anim calcmode="lin" valueType="num">
                                      <p:cBhvr>
                                        <p:cTn id="57" dur="500" fill="hold"/>
                                        <p:tgtEl>
                                          <p:spTgt spid="402446"/>
                                        </p:tgtEl>
                                        <p:attrNameLst>
                                          <p:attrName>ppt_x</p:attrName>
                                        </p:attrNameLst>
                                      </p:cBhvr>
                                      <p:tavLst>
                                        <p:tav tm="0">
                                          <p:val>
                                            <p:strVal val="#ppt_x"/>
                                          </p:val>
                                        </p:tav>
                                        <p:tav tm="100000">
                                          <p:val>
                                            <p:strVal val="#ppt_x"/>
                                          </p:val>
                                        </p:tav>
                                      </p:tavLst>
                                    </p:anim>
                                    <p:anim calcmode="lin" valueType="num">
                                      <p:cBhvr>
                                        <p:cTn id="58" dur="500" fill="hold"/>
                                        <p:tgtEl>
                                          <p:spTgt spid="402446"/>
                                        </p:tgtEl>
                                        <p:attrNameLst>
                                          <p:attrName>ppt_y</p:attrName>
                                        </p:attrNameLst>
                                      </p:cBhvr>
                                      <p:tavLst>
                                        <p:tav tm="0">
                                          <p:val>
                                            <p:strVal val="#ppt_y+#ppt_h/2"/>
                                          </p:val>
                                        </p:tav>
                                        <p:tav tm="100000">
                                          <p:val>
                                            <p:strVal val="#ppt_y"/>
                                          </p:val>
                                        </p:tav>
                                      </p:tavLst>
                                    </p:anim>
                                    <p:anim calcmode="lin" valueType="num">
                                      <p:cBhvr>
                                        <p:cTn id="59" dur="500" fill="hold"/>
                                        <p:tgtEl>
                                          <p:spTgt spid="402446"/>
                                        </p:tgtEl>
                                        <p:attrNameLst>
                                          <p:attrName>ppt_w</p:attrName>
                                        </p:attrNameLst>
                                      </p:cBhvr>
                                      <p:tavLst>
                                        <p:tav tm="0">
                                          <p:val>
                                            <p:strVal val="#ppt_w"/>
                                          </p:val>
                                        </p:tav>
                                        <p:tav tm="100000">
                                          <p:val>
                                            <p:strVal val="#ppt_w"/>
                                          </p:val>
                                        </p:tav>
                                      </p:tavLst>
                                    </p:anim>
                                    <p:anim calcmode="lin" valueType="num">
                                      <p:cBhvr>
                                        <p:cTn id="60" dur="500" fill="hold"/>
                                        <p:tgtEl>
                                          <p:spTgt spid="402446"/>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8" fill="hold" nodeType="clickEffect">
                                  <p:stCondLst>
                                    <p:cond delay="0"/>
                                  </p:stCondLst>
                                  <p:childTnLst>
                                    <p:set>
                                      <p:cBhvr>
                                        <p:cTn id="64" dur="1" fill="hold">
                                          <p:stCondLst>
                                            <p:cond delay="0"/>
                                          </p:stCondLst>
                                        </p:cTn>
                                        <p:tgtEl>
                                          <p:spTgt spid="402471"/>
                                        </p:tgtEl>
                                        <p:attrNameLst>
                                          <p:attrName>style.visibility</p:attrName>
                                        </p:attrNameLst>
                                      </p:cBhvr>
                                      <p:to>
                                        <p:strVal val="visible"/>
                                      </p:to>
                                    </p:set>
                                    <p:anim calcmode="lin" valueType="num">
                                      <p:cBhvr>
                                        <p:cTn id="65" dur="500" fill="hold"/>
                                        <p:tgtEl>
                                          <p:spTgt spid="402471"/>
                                        </p:tgtEl>
                                        <p:attrNameLst>
                                          <p:attrName>ppt_x</p:attrName>
                                        </p:attrNameLst>
                                      </p:cBhvr>
                                      <p:tavLst>
                                        <p:tav tm="0">
                                          <p:val>
                                            <p:strVal val="#ppt_x-#ppt_w/2"/>
                                          </p:val>
                                        </p:tav>
                                        <p:tav tm="100000">
                                          <p:val>
                                            <p:strVal val="#ppt_x"/>
                                          </p:val>
                                        </p:tav>
                                      </p:tavLst>
                                    </p:anim>
                                    <p:anim calcmode="lin" valueType="num">
                                      <p:cBhvr>
                                        <p:cTn id="66" dur="500" fill="hold"/>
                                        <p:tgtEl>
                                          <p:spTgt spid="402471"/>
                                        </p:tgtEl>
                                        <p:attrNameLst>
                                          <p:attrName>ppt_y</p:attrName>
                                        </p:attrNameLst>
                                      </p:cBhvr>
                                      <p:tavLst>
                                        <p:tav tm="0">
                                          <p:val>
                                            <p:strVal val="#ppt_y"/>
                                          </p:val>
                                        </p:tav>
                                        <p:tav tm="100000">
                                          <p:val>
                                            <p:strVal val="#ppt_y"/>
                                          </p:val>
                                        </p:tav>
                                      </p:tavLst>
                                    </p:anim>
                                    <p:anim calcmode="lin" valueType="num">
                                      <p:cBhvr>
                                        <p:cTn id="67" dur="500" fill="hold"/>
                                        <p:tgtEl>
                                          <p:spTgt spid="402471"/>
                                        </p:tgtEl>
                                        <p:attrNameLst>
                                          <p:attrName>ppt_w</p:attrName>
                                        </p:attrNameLst>
                                      </p:cBhvr>
                                      <p:tavLst>
                                        <p:tav tm="0">
                                          <p:val>
                                            <p:fltVal val="0"/>
                                          </p:val>
                                        </p:tav>
                                        <p:tav tm="100000">
                                          <p:val>
                                            <p:strVal val="#ppt_w"/>
                                          </p:val>
                                        </p:tav>
                                      </p:tavLst>
                                    </p:anim>
                                    <p:anim calcmode="lin" valueType="num">
                                      <p:cBhvr>
                                        <p:cTn id="68" dur="500" fill="hold"/>
                                        <p:tgtEl>
                                          <p:spTgt spid="402471"/>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402487"/>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8" presetClass="entr" presetSubtype="6" fill="hold" grpId="0" nodeType="clickEffect">
                                  <p:stCondLst>
                                    <p:cond delay="0"/>
                                  </p:stCondLst>
                                  <p:childTnLst>
                                    <p:set>
                                      <p:cBhvr>
                                        <p:cTn id="76" dur="1" fill="hold">
                                          <p:stCondLst>
                                            <p:cond delay="0"/>
                                          </p:stCondLst>
                                        </p:cTn>
                                        <p:tgtEl>
                                          <p:spTgt spid="402434"/>
                                        </p:tgtEl>
                                        <p:attrNameLst>
                                          <p:attrName>style.visibility</p:attrName>
                                        </p:attrNameLst>
                                      </p:cBhvr>
                                      <p:to>
                                        <p:strVal val="visible"/>
                                      </p:to>
                                    </p:set>
                                    <p:animEffect transition="in" filter="strips(downRight)">
                                      <p:cBhvr>
                                        <p:cTn id="77" dur="500"/>
                                        <p:tgtEl>
                                          <p:spTgt spid="402434"/>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8" presetClass="entr" presetSubtype="9" fill="hold" nodeType="clickEffect">
                                  <p:stCondLst>
                                    <p:cond delay="0"/>
                                  </p:stCondLst>
                                  <p:childTnLst>
                                    <p:set>
                                      <p:cBhvr>
                                        <p:cTn id="81" dur="1" fill="hold">
                                          <p:stCondLst>
                                            <p:cond delay="0"/>
                                          </p:stCondLst>
                                        </p:cTn>
                                        <p:tgtEl>
                                          <p:spTgt spid="402435"/>
                                        </p:tgtEl>
                                        <p:attrNameLst>
                                          <p:attrName>style.visibility</p:attrName>
                                        </p:attrNameLst>
                                      </p:cBhvr>
                                      <p:to>
                                        <p:strVal val="visible"/>
                                      </p:to>
                                    </p:set>
                                    <p:animEffect transition="in" filter="strips(upLeft)">
                                      <p:cBhvr>
                                        <p:cTn id="82" dur="500"/>
                                        <p:tgtEl>
                                          <p:spTgt spid="40243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8" presetClass="entr" presetSubtype="3" fill="hold" nodeType="clickEffect">
                                  <p:stCondLst>
                                    <p:cond delay="0"/>
                                  </p:stCondLst>
                                  <p:childTnLst>
                                    <p:set>
                                      <p:cBhvr>
                                        <p:cTn id="86" dur="1" fill="hold">
                                          <p:stCondLst>
                                            <p:cond delay="0"/>
                                          </p:stCondLst>
                                        </p:cTn>
                                        <p:tgtEl>
                                          <p:spTgt spid="402481"/>
                                        </p:tgtEl>
                                        <p:attrNameLst>
                                          <p:attrName>style.visibility</p:attrName>
                                        </p:attrNameLst>
                                      </p:cBhvr>
                                      <p:to>
                                        <p:strVal val="visible"/>
                                      </p:to>
                                    </p:set>
                                    <p:animEffect transition="in" filter="strips(upRight)">
                                      <p:cBhvr>
                                        <p:cTn id="87" dur="500"/>
                                        <p:tgtEl>
                                          <p:spTgt spid="402481"/>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grpId="0" nodeType="clickEffect">
                                  <p:stCondLst>
                                    <p:cond delay="0"/>
                                  </p:stCondLst>
                                  <p:childTnLst>
                                    <p:set>
                                      <p:cBhvr>
                                        <p:cTn id="91" dur="1" fill="hold">
                                          <p:stCondLst>
                                            <p:cond delay="499"/>
                                          </p:stCondLst>
                                        </p:cTn>
                                        <p:tgtEl>
                                          <p:spTgt spid="402488"/>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17" presetClass="entr" presetSubtype="1" fill="hold" nodeType="clickEffect">
                                  <p:stCondLst>
                                    <p:cond delay="0"/>
                                  </p:stCondLst>
                                  <p:childTnLst>
                                    <p:set>
                                      <p:cBhvr>
                                        <p:cTn id="95" dur="1" fill="hold">
                                          <p:stCondLst>
                                            <p:cond delay="0"/>
                                          </p:stCondLst>
                                        </p:cTn>
                                        <p:tgtEl>
                                          <p:spTgt spid="402463"/>
                                        </p:tgtEl>
                                        <p:attrNameLst>
                                          <p:attrName>style.visibility</p:attrName>
                                        </p:attrNameLst>
                                      </p:cBhvr>
                                      <p:to>
                                        <p:strVal val="visible"/>
                                      </p:to>
                                    </p:set>
                                    <p:anim calcmode="lin" valueType="num">
                                      <p:cBhvr>
                                        <p:cTn id="96" dur="500" fill="hold"/>
                                        <p:tgtEl>
                                          <p:spTgt spid="402463"/>
                                        </p:tgtEl>
                                        <p:attrNameLst>
                                          <p:attrName>ppt_x</p:attrName>
                                        </p:attrNameLst>
                                      </p:cBhvr>
                                      <p:tavLst>
                                        <p:tav tm="0">
                                          <p:val>
                                            <p:strVal val="#ppt_x"/>
                                          </p:val>
                                        </p:tav>
                                        <p:tav tm="100000">
                                          <p:val>
                                            <p:strVal val="#ppt_x"/>
                                          </p:val>
                                        </p:tav>
                                      </p:tavLst>
                                    </p:anim>
                                    <p:anim calcmode="lin" valueType="num">
                                      <p:cBhvr>
                                        <p:cTn id="97" dur="500" fill="hold"/>
                                        <p:tgtEl>
                                          <p:spTgt spid="402463"/>
                                        </p:tgtEl>
                                        <p:attrNameLst>
                                          <p:attrName>ppt_y</p:attrName>
                                        </p:attrNameLst>
                                      </p:cBhvr>
                                      <p:tavLst>
                                        <p:tav tm="0">
                                          <p:val>
                                            <p:strVal val="#ppt_y-#ppt_h/2"/>
                                          </p:val>
                                        </p:tav>
                                        <p:tav tm="100000">
                                          <p:val>
                                            <p:strVal val="#ppt_y"/>
                                          </p:val>
                                        </p:tav>
                                      </p:tavLst>
                                    </p:anim>
                                    <p:anim calcmode="lin" valueType="num">
                                      <p:cBhvr>
                                        <p:cTn id="98" dur="500" fill="hold"/>
                                        <p:tgtEl>
                                          <p:spTgt spid="402463"/>
                                        </p:tgtEl>
                                        <p:attrNameLst>
                                          <p:attrName>ppt_w</p:attrName>
                                        </p:attrNameLst>
                                      </p:cBhvr>
                                      <p:tavLst>
                                        <p:tav tm="0">
                                          <p:val>
                                            <p:strVal val="#ppt_w"/>
                                          </p:val>
                                        </p:tav>
                                        <p:tav tm="100000">
                                          <p:val>
                                            <p:strVal val="#ppt_w"/>
                                          </p:val>
                                        </p:tav>
                                      </p:tavLst>
                                    </p:anim>
                                    <p:anim calcmode="lin" valueType="num">
                                      <p:cBhvr>
                                        <p:cTn id="99" dur="500" fill="hold"/>
                                        <p:tgtEl>
                                          <p:spTgt spid="402463"/>
                                        </p:tgtEl>
                                        <p:attrNameLst>
                                          <p:attrName>ppt_h</p:attrName>
                                        </p:attrNameLst>
                                      </p:cBhvr>
                                      <p:tavLst>
                                        <p:tav tm="0">
                                          <p:val>
                                            <p:fltVal val="0"/>
                                          </p:val>
                                        </p:tav>
                                        <p:tav tm="100000">
                                          <p:val>
                                            <p:strVal val="#ppt_h"/>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17" presetClass="entr" presetSubtype="1" fill="hold" grpId="0" nodeType="clickEffect">
                                  <p:stCondLst>
                                    <p:cond delay="0"/>
                                  </p:stCondLst>
                                  <p:childTnLst>
                                    <p:set>
                                      <p:cBhvr>
                                        <p:cTn id="103" dur="1" fill="hold">
                                          <p:stCondLst>
                                            <p:cond delay="0"/>
                                          </p:stCondLst>
                                        </p:cTn>
                                        <p:tgtEl>
                                          <p:spTgt spid="402462"/>
                                        </p:tgtEl>
                                        <p:attrNameLst>
                                          <p:attrName>style.visibility</p:attrName>
                                        </p:attrNameLst>
                                      </p:cBhvr>
                                      <p:to>
                                        <p:strVal val="visible"/>
                                      </p:to>
                                    </p:set>
                                    <p:anim calcmode="lin" valueType="num">
                                      <p:cBhvr>
                                        <p:cTn id="104" dur="500" fill="hold"/>
                                        <p:tgtEl>
                                          <p:spTgt spid="402462"/>
                                        </p:tgtEl>
                                        <p:attrNameLst>
                                          <p:attrName>ppt_x</p:attrName>
                                        </p:attrNameLst>
                                      </p:cBhvr>
                                      <p:tavLst>
                                        <p:tav tm="0">
                                          <p:val>
                                            <p:strVal val="#ppt_x"/>
                                          </p:val>
                                        </p:tav>
                                        <p:tav tm="100000">
                                          <p:val>
                                            <p:strVal val="#ppt_x"/>
                                          </p:val>
                                        </p:tav>
                                      </p:tavLst>
                                    </p:anim>
                                    <p:anim calcmode="lin" valueType="num">
                                      <p:cBhvr>
                                        <p:cTn id="105" dur="500" fill="hold"/>
                                        <p:tgtEl>
                                          <p:spTgt spid="402462"/>
                                        </p:tgtEl>
                                        <p:attrNameLst>
                                          <p:attrName>ppt_y</p:attrName>
                                        </p:attrNameLst>
                                      </p:cBhvr>
                                      <p:tavLst>
                                        <p:tav tm="0">
                                          <p:val>
                                            <p:strVal val="#ppt_y-#ppt_h/2"/>
                                          </p:val>
                                        </p:tav>
                                        <p:tav tm="100000">
                                          <p:val>
                                            <p:strVal val="#ppt_y"/>
                                          </p:val>
                                        </p:tav>
                                      </p:tavLst>
                                    </p:anim>
                                    <p:anim calcmode="lin" valueType="num">
                                      <p:cBhvr>
                                        <p:cTn id="106" dur="500" fill="hold"/>
                                        <p:tgtEl>
                                          <p:spTgt spid="402462"/>
                                        </p:tgtEl>
                                        <p:attrNameLst>
                                          <p:attrName>ppt_w</p:attrName>
                                        </p:attrNameLst>
                                      </p:cBhvr>
                                      <p:tavLst>
                                        <p:tav tm="0">
                                          <p:val>
                                            <p:strVal val="#ppt_w"/>
                                          </p:val>
                                        </p:tav>
                                        <p:tav tm="100000">
                                          <p:val>
                                            <p:strVal val="#ppt_w"/>
                                          </p:val>
                                        </p:tav>
                                      </p:tavLst>
                                    </p:anim>
                                    <p:anim calcmode="lin" valueType="num">
                                      <p:cBhvr>
                                        <p:cTn id="107" dur="500" fill="hold"/>
                                        <p:tgtEl>
                                          <p:spTgt spid="402462"/>
                                        </p:tgtEl>
                                        <p:attrNameLst>
                                          <p:attrName>ppt_h</p:attrName>
                                        </p:attrNameLst>
                                      </p:cBhvr>
                                      <p:tavLst>
                                        <p:tav tm="0">
                                          <p:val>
                                            <p:fltVal val="0"/>
                                          </p:val>
                                        </p:tav>
                                        <p:tav tm="100000">
                                          <p:val>
                                            <p:strVal val="#ppt_h"/>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7" presetClass="entr" presetSubtype="8" fill="hold" nodeType="clickEffect">
                                  <p:stCondLst>
                                    <p:cond delay="0"/>
                                  </p:stCondLst>
                                  <p:childTnLst>
                                    <p:set>
                                      <p:cBhvr>
                                        <p:cTn id="111" dur="1" fill="hold">
                                          <p:stCondLst>
                                            <p:cond delay="0"/>
                                          </p:stCondLst>
                                        </p:cTn>
                                        <p:tgtEl>
                                          <p:spTgt spid="402456"/>
                                        </p:tgtEl>
                                        <p:attrNameLst>
                                          <p:attrName>style.visibility</p:attrName>
                                        </p:attrNameLst>
                                      </p:cBhvr>
                                      <p:to>
                                        <p:strVal val="visible"/>
                                      </p:to>
                                    </p:set>
                                    <p:anim calcmode="lin" valueType="num">
                                      <p:cBhvr>
                                        <p:cTn id="112" dur="500" fill="hold"/>
                                        <p:tgtEl>
                                          <p:spTgt spid="402456"/>
                                        </p:tgtEl>
                                        <p:attrNameLst>
                                          <p:attrName>ppt_x</p:attrName>
                                        </p:attrNameLst>
                                      </p:cBhvr>
                                      <p:tavLst>
                                        <p:tav tm="0">
                                          <p:val>
                                            <p:strVal val="#ppt_x-#ppt_w/2"/>
                                          </p:val>
                                        </p:tav>
                                        <p:tav tm="100000">
                                          <p:val>
                                            <p:strVal val="#ppt_x"/>
                                          </p:val>
                                        </p:tav>
                                      </p:tavLst>
                                    </p:anim>
                                    <p:anim calcmode="lin" valueType="num">
                                      <p:cBhvr>
                                        <p:cTn id="113" dur="500" fill="hold"/>
                                        <p:tgtEl>
                                          <p:spTgt spid="402456"/>
                                        </p:tgtEl>
                                        <p:attrNameLst>
                                          <p:attrName>ppt_y</p:attrName>
                                        </p:attrNameLst>
                                      </p:cBhvr>
                                      <p:tavLst>
                                        <p:tav tm="0">
                                          <p:val>
                                            <p:strVal val="#ppt_y"/>
                                          </p:val>
                                        </p:tav>
                                        <p:tav tm="100000">
                                          <p:val>
                                            <p:strVal val="#ppt_y"/>
                                          </p:val>
                                        </p:tav>
                                      </p:tavLst>
                                    </p:anim>
                                    <p:anim calcmode="lin" valueType="num">
                                      <p:cBhvr>
                                        <p:cTn id="114" dur="500" fill="hold"/>
                                        <p:tgtEl>
                                          <p:spTgt spid="402456"/>
                                        </p:tgtEl>
                                        <p:attrNameLst>
                                          <p:attrName>ppt_w</p:attrName>
                                        </p:attrNameLst>
                                      </p:cBhvr>
                                      <p:tavLst>
                                        <p:tav tm="0">
                                          <p:val>
                                            <p:fltVal val="0"/>
                                          </p:val>
                                        </p:tav>
                                        <p:tav tm="100000">
                                          <p:val>
                                            <p:strVal val="#ppt_w"/>
                                          </p:val>
                                        </p:tav>
                                      </p:tavLst>
                                    </p:anim>
                                    <p:anim calcmode="lin" valueType="num">
                                      <p:cBhvr>
                                        <p:cTn id="115" dur="500" fill="hold"/>
                                        <p:tgtEl>
                                          <p:spTgt spid="402456"/>
                                        </p:tgtEl>
                                        <p:attrNameLst>
                                          <p:attrName>ppt_h</p:attrName>
                                        </p:attrNameLst>
                                      </p:cBhvr>
                                      <p:tavLst>
                                        <p:tav tm="0">
                                          <p:val>
                                            <p:strVal val="#ppt_h"/>
                                          </p:val>
                                        </p:tav>
                                        <p:tav tm="100000">
                                          <p:val>
                                            <p:strVal val="#ppt_h"/>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7" presetClass="entr" presetSubtype="8" fill="hold" nodeType="clickEffect">
                                  <p:stCondLst>
                                    <p:cond delay="0"/>
                                  </p:stCondLst>
                                  <p:childTnLst>
                                    <p:set>
                                      <p:cBhvr>
                                        <p:cTn id="119" dur="1" fill="hold">
                                          <p:stCondLst>
                                            <p:cond delay="0"/>
                                          </p:stCondLst>
                                        </p:cTn>
                                        <p:tgtEl>
                                          <p:spTgt spid="402563"/>
                                        </p:tgtEl>
                                        <p:attrNameLst>
                                          <p:attrName>style.visibility</p:attrName>
                                        </p:attrNameLst>
                                      </p:cBhvr>
                                      <p:to>
                                        <p:strVal val="visible"/>
                                      </p:to>
                                    </p:set>
                                    <p:anim calcmode="lin" valueType="num">
                                      <p:cBhvr>
                                        <p:cTn id="120" dur="500" fill="hold"/>
                                        <p:tgtEl>
                                          <p:spTgt spid="402563"/>
                                        </p:tgtEl>
                                        <p:attrNameLst>
                                          <p:attrName>ppt_x</p:attrName>
                                        </p:attrNameLst>
                                      </p:cBhvr>
                                      <p:tavLst>
                                        <p:tav tm="0">
                                          <p:val>
                                            <p:strVal val="#ppt_x-#ppt_w/2"/>
                                          </p:val>
                                        </p:tav>
                                        <p:tav tm="100000">
                                          <p:val>
                                            <p:strVal val="#ppt_x"/>
                                          </p:val>
                                        </p:tav>
                                      </p:tavLst>
                                    </p:anim>
                                    <p:anim calcmode="lin" valueType="num">
                                      <p:cBhvr>
                                        <p:cTn id="121" dur="500" fill="hold"/>
                                        <p:tgtEl>
                                          <p:spTgt spid="402563"/>
                                        </p:tgtEl>
                                        <p:attrNameLst>
                                          <p:attrName>ppt_y</p:attrName>
                                        </p:attrNameLst>
                                      </p:cBhvr>
                                      <p:tavLst>
                                        <p:tav tm="0">
                                          <p:val>
                                            <p:strVal val="#ppt_y"/>
                                          </p:val>
                                        </p:tav>
                                        <p:tav tm="100000">
                                          <p:val>
                                            <p:strVal val="#ppt_y"/>
                                          </p:val>
                                        </p:tav>
                                      </p:tavLst>
                                    </p:anim>
                                    <p:anim calcmode="lin" valueType="num">
                                      <p:cBhvr>
                                        <p:cTn id="122" dur="500" fill="hold"/>
                                        <p:tgtEl>
                                          <p:spTgt spid="402563"/>
                                        </p:tgtEl>
                                        <p:attrNameLst>
                                          <p:attrName>ppt_w</p:attrName>
                                        </p:attrNameLst>
                                      </p:cBhvr>
                                      <p:tavLst>
                                        <p:tav tm="0">
                                          <p:val>
                                            <p:fltVal val="0"/>
                                          </p:val>
                                        </p:tav>
                                        <p:tav tm="100000">
                                          <p:val>
                                            <p:strVal val="#ppt_w"/>
                                          </p:val>
                                        </p:tav>
                                      </p:tavLst>
                                    </p:anim>
                                    <p:anim calcmode="lin" valueType="num">
                                      <p:cBhvr>
                                        <p:cTn id="123" dur="500" fill="hold"/>
                                        <p:tgtEl>
                                          <p:spTgt spid="402563"/>
                                        </p:tgtEl>
                                        <p:attrNameLst>
                                          <p:attrName>ppt_h</p:attrName>
                                        </p:attrNameLst>
                                      </p:cBhvr>
                                      <p:tavLst>
                                        <p:tav tm="0">
                                          <p:val>
                                            <p:strVal val="#ppt_h"/>
                                          </p:val>
                                        </p:tav>
                                        <p:tav tm="100000">
                                          <p:val>
                                            <p:strVal val="#ppt_h"/>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7" presetClass="entr" presetSubtype="2" fill="hold" nodeType="clickEffect">
                                  <p:stCondLst>
                                    <p:cond delay="0"/>
                                  </p:stCondLst>
                                  <p:childTnLst>
                                    <p:set>
                                      <p:cBhvr>
                                        <p:cTn id="127" dur="1" fill="hold">
                                          <p:stCondLst>
                                            <p:cond delay="0"/>
                                          </p:stCondLst>
                                        </p:cTn>
                                        <p:tgtEl>
                                          <p:spTgt spid="402490"/>
                                        </p:tgtEl>
                                        <p:attrNameLst>
                                          <p:attrName>style.visibility</p:attrName>
                                        </p:attrNameLst>
                                      </p:cBhvr>
                                      <p:to>
                                        <p:strVal val="visible"/>
                                      </p:to>
                                    </p:set>
                                    <p:anim calcmode="lin" valueType="num">
                                      <p:cBhvr>
                                        <p:cTn id="128" dur="500" fill="hold"/>
                                        <p:tgtEl>
                                          <p:spTgt spid="402490"/>
                                        </p:tgtEl>
                                        <p:attrNameLst>
                                          <p:attrName>ppt_x</p:attrName>
                                        </p:attrNameLst>
                                      </p:cBhvr>
                                      <p:tavLst>
                                        <p:tav tm="0">
                                          <p:val>
                                            <p:strVal val="#ppt_x+#ppt_w/2"/>
                                          </p:val>
                                        </p:tav>
                                        <p:tav tm="100000">
                                          <p:val>
                                            <p:strVal val="#ppt_x"/>
                                          </p:val>
                                        </p:tav>
                                      </p:tavLst>
                                    </p:anim>
                                    <p:anim calcmode="lin" valueType="num">
                                      <p:cBhvr>
                                        <p:cTn id="129" dur="500" fill="hold"/>
                                        <p:tgtEl>
                                          <p:spTgt spid="402490"/>
                                        </p:tgtEl>
                                        <p:attrNameLst>
                                          <p:attrName>ppt_y</p:attrName>
                                        </p:attrNameLst>
                                      </p:cBhvr>
                                      <p:tavLst>
                                        <p:tav tm="0">
                                          <p:val>
                                            <p:strVal val="#ppt_y"/>
                                          </p:val>
                                        </p:tav>
                                        <p:tav tm="100000">
                                          <p:val>
                                            <p:strVal val="#ppt_y"/>
                                          </p:val>
                                        </p:tav>
                                      </p:tavLst>
                                    </p:anim>
                                    <p:anim calcmode="lin" valueType="num">
                                      <p:cBhvr>
                                        <p:cTn id="130" dur="500" fill="hold"/>
                                        <p:tgtEl>
                                          <p:spTgt spid="402490"/>
                                        </p:tgtEl>
                                        <p:attrNameLst>
                                          <p:attrName>ppt_w</p:attrName>
                                        </p:attrNameLst>
                                      </p:cBhvr>
                                      <p:tavLst>
                                        <p:tav tm="0">
                                          <p:val>
                                            <p:fltVal val="0"/>
                                          </p:val>
                                        </p:tav>
                                        <p:tav tm="100000">
                                          <p:val>
                                            <p:strVal val="#ppt_w"/>
                                          </p:val>
                                        </p:tav>
                                      </p:tavLst>
                                    </p:anim>
                                    <p:anim calcmode="lin" valueType="num">
                                      <p:cBhvr>
                                        <p:cTn id="131" dur="500" fill="hold"/>
                                        <p:tgtEl>
                                          <p:spTgt spid="402490"/>
                                        </p:tgtEl>
                                        <p:attrNameLst>
                                          <p:attrName>ppt_h</p:attrName>
                                        </p:attrNameLst>
                                      </p:cBhvr>
                                      <p:tavLst>
                                        <p:tav tm="0">
                                          <p:val>
                                            <p:strVal val="#ppt_h"/>
                                          </p:val>
                                        </p:tav>
                                        <p:tav tm="100000">
                                          <p:val>
                                            <p:strVal val="#ppt_h"/>
                                          </p:val>
                                        </p:tav>
                                      </p:tavLst>
                                    </p:anim>
                                  </p:childTnLst>
                                </p:cTn>
                              </p:par>
                            </p:childTnLst>
                          </p:cTn>
                        </p:par>
                      </p:childTnLst>
                    </p:cTn>
                  </p:par>
                  <p:par>
                    <p:cTn id="132" fill="hold" nodeType="clickPar">
                      <p:stCondLst>
                        <p:cond delay="indefinite"/>
                      </p:stCondLst>
                      <p:childTnLst>
                        <p:par>
                          <p:cTn id="133" fill="hold" nodeType="withGroup">
                            <p:stCondLst>
                              <p:cond delay="0"/>
                            </p:stCondLst>
                            <p:childTnLst>
                              <p:par>
                                <p:cTn id="134" presetID="1" presetClass="entr" presetSubtype="0" fill="hold" nodeType="clickEffect">
                                  <p:stCondLst>
                                    <p:cond delay="0"/>
                                  </p:stCondLst>
                                  <p:childTnLst>
                                    <p:set>
                                      <p:cBhvr>
                                        <p:cTn id="135" dur="1" fill="hold">
                                          <p:stCondLst>
                                            <p:cond delay="499"/>
                                          </p:stCondLst>
                                        </p:cTn>
                                        <p:tgtEl>
                                          <p:spTgt spid="402562"/>
                                        </p:tgtEl>
                                        <p:attrNameLst>
                                          <p:attrName>style.visibility</p:attrName>
                                        </p:attrNameLst>
                                      </p:cBhvr>
                                      <p:to>
                                        <p:strVal val="visible"/>
                                      </p:to>
                                    </p:se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18" presetClass="entr" presetSubtype="9" fill="hold" grpId="0" nodeType="clickEffect">
                                  <p:stCondLst>
                                    <p:cond delay="0"/>
                                  </p:stCondLst>
                                  <p:childTnLst>
                                    <p:set>
                                      <p:cBhvr>
                                        <p:cTn id="139" dur="1" fill="hold">
                                          <p:stCondLst>
                                            <p:cond delay="0"/>
                                          </p:stCondLst>
                                        </p:cTn>
                                        <p:tgtEl>
                                          <p:spTgt spid="402560"/>
                                        </p:tgtEl>
                                        <p:attrNameLst>
                                          <p:attrName>style.visibility</p:attrName>
                                        </p:attrNameLst>
                                      </p:cBhvr>
                                      <p:to>
                                        <p:strVal val="visible"/>
                                      </p:to>
                                    </p:set>
                                    <p:animEffect transition="in" filter="strips(upLeft)">
                                      <p:cBhvr>
                                        <p:cTn id="140" dur="500"/>
                                        <p:tgtEl>
                                          <p:spTgt spid="402560"/>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18" presetClass="entr" presetSubtype="12" fill="hold" grpId="0" nodeType="clickEffect">
                                  <p:stCondLst>
                                    <p:cond delay="0"/>
                                  </p:stCondLst>
                                  <p:childTnLst>
                                    <p:set>
                                      <p:cBhvr>
                                        <p:cTn id="144" dur="1" fill="hold">
                                          <p:stCondLst>
                                            <p:cond delay="0"/>
                                          </p:stCondLst>
                                        </p:cTn>
                                        <p:tgtEl>
                                          <p:spTgt spid="402561"/>
                                        </p:tgtEl>
                                        <p:attrNameLst>
                                          <p:attrName>style.visibility</p:attrName>
                                        </p:attrNameLst>
                                      </p:cBhvr>
                                      <p:to>
                                        <p:strVal val="visible"/>
                                      </p:to>
                                    </p:set>
                                    <p:animEffect transition="in" filter="strips(downLeft)">
                                      <p:cBhvr>
                                        <p:cTn id="145" dur="500"/>
                                        <p:tgtEl>
                                          <p:spTgt spid="402561"/>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17" presetClass="entr" presetSubtype="8" fill="hold" grpId="0" nodeType="clickEffect">
                                  <p:stCondLst>
                                    <p:cond delay="0"/>
                                  </p:stCondLst>
                                  <p:childTnLst>
                                    <p:set>
                                      <p:cBhvr>
                                        <p:cTn id="149" dur="1" fill="hold">
                                          <p:stCondLst>
                                            <p:cond delay="0"/>
                                          </p:stCondLst>
                                        </p:cTn>
                                        <p:tgtEl>
                                          <p:spTgt spid="402498"/>
                                        </p:tgtEl>
                                        <p:attrNameLst>
                                          <p:attrName>style.visibility</p:attrName>
                                        </p:attrNameLst>
                                      </p:cBhvr>
                                      <p:to>
                                        <p:strVal val="visible"/>
                                      </p:to>
                                    </p:set>
                                    <p:anim calcmode="lin" valueType="num">
                                      <p:cBhvr>
                                        <p:cTn id="150" dur="500" fill="hold"/>
                                        <p:tgtEl>
                                          <p:spTgt spid="402498"/>
                                        </p:tgtEl>
                                        <p:attrNameLst>
                                          <p:attrName>ppt_x</p:attrName>
                                        </p:attrNameLst>
                                      </p:cBhvr>
                                      <p:tavLst>
                                        <p:tav tm="0">
                                          <p:val>
                                            <p:strVal val="#ppt_x-#ppt_w/2"/>
                                          </p:val>
                                        </p:tav>
                                        <p:tav tm="100000">
                                          <p:val>
                                            <p:strVal val="#ppt_x"/>
                                          </p:val>
                                        </p:tav>
                                      </p:tavLst>
                                    </p:anim>
                                    <p:anim calcmode="lin" valueType="num">
                                      <p:cBhvr>
                                        <p:cTn id="151" dur="500" fill="hold"/>
                                        <p:tgtEl>
                                          <p:spTgt spid="402498"/>
                                        </p:tgtEl>
                                        <p:attrNameLst>
                                          <p:attrName>ppt_y</p:attrName>
                                        </p:attrNameLst>
                                      </p:cBhvr>
                                      <p:tavLst>
                                        <p:tav tm="0">
                                          <p:val>
                                            <p:strVal val="#ppt_y"/>
                                          </p:val>
                                        </p:tav>
                                        <p:tav tm="100000">
                                          <p:val>
                                            <p:strVal val="#ppt_y"/>
                                          </p:val>
                                        </p:tav>
                                      </p:tavLst>
                                    </p:anim>
                                    <p:anim calcmode="lin" valueType="num">
                                      <p:cBhvr>
                                        <p:cTn id="152" dur="500" fill="hold"/>
                                        <p:tgtEl>
                                          <p:spTgt spid="402498"/>
                                        </p:tgtEl>
                                        <p:attrNameLst>
                                          <p:attrName>ppt_w</p:attrName>
                                        </p:attrNameLst>
                                      </p:cBhvr>
                                      <p:tavLst>
                                        <p:tav tm="0">
                                          <p:val>
                                            <p:fltVal val="0"/>
                                          </p:val>
                                        </p:tav>
                                        <p:tav tm="100000">
                                          <p:val>
                                            <p:strVal val="#ppt_w"/>
                                          </p:val>
                                        </p:tav>
                                      </p:tavLst>
                                    </p:anim>
                                    <p:anim calcmode="lin" valueType="num">
                                      <p:cBhvr>
                                        <p:cTn id="153" dur="500" fill="hold"/>
                                        <p:tgtEl>
                                          <p:spTgt spid="402498"/>
                                        </p:tgtEl>
                                        <p:attrNameLst>
                                          <p:attrName>ppt_h</p:attrName>
                                        </p:attrNameLst>
                                      </p:cBhvr>
                                      <p:tavLst>
                                        <p:tav tm="0">
                                          <p:val>
                                            <p:strVal val="#ppt_h"/>
                                          </p:val>
                                        </p:tav>
                                        <p:tav tm="100000">
                                          <p:val>
                                            <p:strVal val="#ppt_h"/>
                                          </p:val>
                                        </p:tav>
                                      </p:tavLst>
                                    </p:anim>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7" presetClass="entr" presetSubtype="1" fill="hold" grpId="0" nodeType="clickEffect">
                                  <p:stCondLst>
                                    <p:cond delay="0"/>
                                  </p:stCondLst>
                                  <p:childTnLst>
                                    <p:set>
                                      <p:cBhvr>
                                        <p:cTn id="157" dur="1" fill="hold">
                                          <p:stCondLst>
                                            <p:cond delay="0"/>
                                          </p:stCondLst>
                                        </p:cTn>
                                        <p:tgtEl>
                                          <p:spTgt spid="402499"/>
                                        </p:tgtEl>
                                        <p:attrNameLst>
                                          <p:attrName>style.visibility</p:attrName>
                                        </p:attrNameLst>
                                      </p:cBhvr>
                                      <p:to>
                                        <p:strVal val="visible"/>
                                      </p:to>
                                    </p:set>
                                    <p:anim calcmode="lin" valueType="num">
                                      <p:cBhvr>
                                        <p:cTn id="158" dur="500" fill="hold"/>
                                        <p:tgtEl>
                                          <p:spTgt spid="402499"/>
                                        </p:tgtEl>
                                        <p:attrNameLst>
                                          <p:attrName>ppt_x</p:attrName>
                                        </p:attrNameLst>
                                      </p:cBhvr>
                                      <p:tavLst>
                                        <p:tav tm="0">
                                          <p:val>
                                            <p:strVal val="#ppt_x"/>
                                          </p:val>
                                        </p:tav>
                                        <p:tav tm="100000">
                                          <p:val>
                                            <p:strVal val="#ppt_x"/>
                                          </p:val>
                                        </p:tav>
                                      </p:tavLst>
                                    </p:anim>
                                    <p:anim calcmode="lin" valueType="num">
                                      <p:cBhvr>
                                        <p:cTn id="159" dur="500" fill="hold"/>
                                        <p:tgtEl>
                                          <p:spTgt spid="402499"/>
                                        </p:tgtEl>
                                        <p:attrNameLst>
                                          <p:attrName>ppt_y</p:attrName>
                                        </p:attrNameLst>
                                      </p:cBhvr>
                                      <p:tavLst>
                                        <p:tav tm="0">
                                          <p:val>
                                            <p:strVal val="#ppt_y-#ppt_h/2"/>
                                          </p:val>
                                        </p:tav>
                                        <p:tav tm="100000">
                                          <p:val>
                                            <p:strVal val="#ppt_y"/>
                                          </p:val>
                                        </p:tav>
                                      </p:tavLst>
                                    </p:anim>
                                    <p:anim calcmode="lin" valueType="num">
                                      <p:cBhvr>
                                        <p:cTn id="160" dur="500" fill="hold"/>
                                        <p:tgtEl>
                                          <p:spTgt spid="402499"/>
                                        </p:tgtEl>
                                        <p:attrNameLst>
                                          <p:attrName>ppt_w</p:attrName>
                                        </p:attrNameLst>
                                      </p:cBhvr>
                                      <p:tavLst>
                                        <p:tav tm="0">
                                          <p:val>
                                            <p:strVal val="#ppt_w"/>
                                          </p:val>
                                        </p:tav>
                                        <p:tav tm="100000">
                                          <p:val>
                                            <p:strVal val="#ppt_w"/>
                                          </p:val>
                                        </p:tav>
                                      </p:tavLst>
                                    </p:anim>
                                    <p:anim calcmode="lin" valueType="num">
                                      <p:cBhvr>
                                        <p:cTn id="161" dur="500" fill="hold"/>
                                        <p:tgtEl>
                                          <p:spTgt spid="402499"/>
                                        </p:tgtEl>
                                        <p:attrNameLst>
                                          <p:attrName>ppt_h</p:attrName>
                                        </p:attrNameLst>
                                      </p:cBhvr>
                                      <p:tavLst>
                                        <p:tav tm="0">
                                          <p:val>
                                            <p:fltVal val="0"/>
                                          </p:val>
                                        </p:tav>
                                        <p:tav tm="100000">
                                          <p:val>
                                            <p:strVal val="#ppt_h"/>
                                          </p:val>
                                        </p:tav>
                                      </p:tavLst>
                                    </p:anim>
                                  </p:childTnLst>
                                </p:cTn>
                              </p:par>
                            </p:childTnLst>
                          </p:cTn>
                        </p:par>
                      </p:childTnLst>
                    </p:cTn>
                  </p:par>
                  <p:par>
                    <p:cTn id="162" fill="hold" nodeType="clickPar">
                      <p:stCondLst>
                        <p:cond delay="indefinite"/>
                      </p:stCondLst>
                      <p:childTnLst>
                        <p:par>
                          <p:cTn id="163" fill="hold" nodeType="withGroup">
                            <p:stCondLst>
                              <p:cond delay="0"/>
                            </p:stCondLst>
                            <p:childTnLst>
                              <p:par>
                                <p:cTn id="164" presetID="2" presetClass="entr" presetSubtype="8" fill="hold" grpId="0" nodeType="clickEffect">
                                  <p:stCondLst>
                                    <p:cond delay="0"/>
                                  </p:stCondLst>
                                  <p:childTnLst>
                                    <p:set>
                                      <p:cBhvr>
                                        <p:cTn id="165" dur="1" fill="hold">
                                          <p:stCondLst>
                                            <p:cond delay="0"/>
                                          </p:stCondLst>
                                        </p:cTn>
                                        <p:tgtEl>
                                          <p:spTgt spid="402504"/>
                                        </p:tgtEl>
                                        <p:attrNameLst>
                                          <p:attrName>style.visibility</p:attrName>
                                        </p:attrNameLst>
                                      </p:cBhvr>
                                      <p:to>
                                        <p:strVal val="visible"/>
                                      </p:to>
                                    </p:set>
                                    <p:anim calcmode="lin" valueType="num">
                                      <p:cBhvr additive="base">
                                        <p:cTn id="166" dur="500" fill="hold"/>
                                        <p:tgtEl>
                                          <p:spTgt spid="402504"/>
                                        </p:tgtEl>
                                        <p:attrNameLst>
                                          <p:attrName>ppt_x</p:attrName>
                                        </p:attrNameLst>
                                      </p:cBhvr>
                                      <p:tavLst>
                                        <p:tav tm="0">
                                          <p:val>
                                            <p:strVal val="0-#ppt_w/2"/>
                                          </p:val>
                                        </p:tav>
                                        <p:tav tm="100000">
                                          <p:val>
                                            <p:strVal val="#ppt_x"/>
                                          </p:val>
                                        </p:tav>
                                      </p:tavLst>
                                    </p:anim>
                                    <p:anim calcmode="lin" valueType="num">
                                      <p:cBhvr additive="base">
                                        <p:cTn id="167" dur="500" fill="hold"/>
                                        <p:tgtEl>
                                          <p:spTgt spid="402504"/>
                                        </p:tgtEl>
                                        <p:attrNameLst>
                                          <p:attrName>ppt_y</p:attrName>
                                        </p:attrNameLst>
                                      </p:cBhvr>
                                      <p:tavLst>
                                        <p:tav tm="0">
                                          <p:val>
                                            <p:strVal val="#ppt_y"/>
                                          </p:val>
                                        </p:tav>
                                        <p:tav tm="100000">
                                          <p:val>
                                            <p:strVal val="#ppt_y"/>
                                          </p:val>
                                        </p:tav>
                                      </p:tavLst>
                                    </p:anim>
                                  </p:childTnLst>
                                </p:cTn>
                              </p:par>
                            </p:childTnLst>
                          </p:cTn>
                        </p:par>
                      </p:childTnLst>
                    </p:cTn>
                  </p:par>
                  <p:par>
                    <p:cTn id="168" fill="hold" nodeType="clickPar">
                      <p:stCondLst>
                        <p:cond delay="indefinite"/>
                      </p:stCondLst>
                      <p:childTnLst>
                        <p:par>
                          <p:cTn id="169" fill="hold" nodeType="withGroup">
                            <p:stCondLst>
                              <p:cond delay="0"/>
                            </p:stCondLst>
                            <p:childTnLst>
                              <p:par>
                                <p:cTn id="170" presetID="17" presetClass="entr" presetSubtype="1" fill="hold" grpId="0" nodeType="clickEffect">
                                  <p:stCondLst>
                                    <p:cond delay="0"/>
                                  </p:stCondLst>
                                  <p:childTnLst>
                                    <p:set>
                                      <p:cBhvr>
                                        <p:cTn id="171" dur="1" fill="hold">
                                          <p:stCondLst>
                                            <p:cond delay="0"/>
                                          </p:stCondLst>
                                        </p:cTn>
                                        <p:tgtEl>
                                          <p:spTgt spid="402500"/>
                                        </p:tgtEl>
                                        <p:attrNameLst>
                                          <p:attrName>style.visibility</p:attrName>
                                        </p:attrNameLst>
                                      </p:cBhvr>
                                      <p:to>
                                        <p:strVal val="visible"/>
                                      </p:to>
                                    </p:set>
                                    <p:anim calcmode="lin" valueType="num">
                                      <p:cBhvr>
                                        <p:cTn id="172" dur="500" fill="hold"/>
                                        <p:tgtEl>
                                          <p:spTgt spid="402500"/>
                                        </p:tgtEl>
                                        <p:attrNameLst>
                                          <p:attrName>ppt_x</p:attrName>
                                        </p:attrNameLst>
                                      </p:cBhvr>
                                      <p:tavLst>
                                        <p:tav tm="0">
                                          <p:val>
                                            <p:strVal val="#ppt_x"/>
                                          </p:val>
                                        </p:tav>
                                        <p:tav tm="100000">
                                          <p:val>
                                            <p:strVal val="#ppt_x"/>
                                          </p:val>
                                        </p:tav>
                                      </p:tavLst>
                                    </p:anim>
                                    <p:anim calcmode="lin" valueType="num">
                                      <p:cBhvr>
                                        <p:cTn id="173" dur="500" fill="hold"/>
                                        <p:tgtEl>
                                          <p:spTgt spid="402500"/>
                                        </p:tgtEl>
                                        <p:attrNameLst>
                                          <p:attrName>ppt_y</p:attrName>
                                        </p:attrNameLst>
                                      </p:cBhvr>
                                      <p:tavLst>
                                        <p:tav tm="0">
                                          <p:val>
                                            <p:strVal val="#ppt_y-#ppt_h/2"/>
                                          </p:val>
                                        </p:tav>
                                        <p:tav tm="100000">
                                          <p:val>
                                            <p:strVal val="#ppt_y"/>
                                          </p:val>
                                        </p:tav>
                                      </p:tavLst>
                                    </p:anim>
                                    <p:anim calcmode="lin" valueType="num">
                                      <p:cBhvr>
                                        <p:cTn id="174" dur="500" fill="hold"/>
                                        <p:tgtEl>
                                          <p:spTgt spid="402500"/>
                                        </p:tgtEl>
                                        <p:attrNameLst>
                                          <p:attrName>ppt_w</p:attrName>
                                        </p:attrNameLst>
                                      </p:cBhvr>
                                      <p:tavLst>
                                        <p:tav tm="0">
                                          <p:val>
                                            <p:strVal val="#ppt_w"/>
                                          </p:val>
                                        </p:tav>
                                        <p:tav tm="100000">
                                          <p:val>
                                            <p:strVal val="#ppt_w"/>
                                          </p:val>
                                        </p:tav>
                                      </p:tavLst>
                                    </p:anim>
                                    <p:anim calcmode="lin" valueType="num">
                                      <p:cBhvr>
                                        <p:cTn id="175" dur="500" fill="hold"/>
                                        <p:tgtEl>
                                          <p:spTgt spid="402500"/>
                                        </p:tgtEl>
                                        <p:attrNameLst>
                                          <p:attrName>ppt_h</p:attrName>
                                        </p:attrNameLst>
                                      </p:cBhvr>
                                      <p:tavLst>
                                        <p:tav tm="0">
                                          <p:val>
                                            <p:fltVal val="0"/>
                                          </p:val>
                                        </p:tav>
                                        <p:tav tm="100000">
                                          <p:val>
                                            <p:strVal val="#ppt_h"/>
                                          </p:val>
                                        </p:tav>
                                      </p:tavLst>
                                    </p:anim>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 presetClass="entr" presetSubtype="8" fill="hold" grpId="0" nodeType="clickEffect">
                                  <p:stCondLst>
                                    <p:cond delay="0"/>
                                  </p:stCondLst>
                                  <p:childTnLst>
                                    <p:set>
                                      <p:cBhvr>
                                        <p:cTn id="179" dur="1" fill="hold">
                                          <p:stCondLst>
                                            <p:cond delay="0"/>
                                          </p:stCondLst>
                                        </p:cTn>
                                        <p:tgtEl>
                                          <p:spTgt spid="402502"/>
                                        </p:tgtEl>
                                        <p:attrNameLst>
                                          <p:attrName>style.visibility</p:attrName>
                                        </p:attrNameLst>
                                      </p:cBhvr>
                                      <p:to>
                                        <p:strVal val="visible"/>
                                      </p:to>
                                    </p:set>
                                    <p:anim calcmode="lin" valueType="num">
                                      <p:cBhvr additive="base">
                                        <p:cTn id="180" dur="500" fill="hold"/>
                                        <p:tgtEl>
                                          <p:spTgt spid="402502"/>
                                        </p:tgtEl>
                                        <p:attrNameLst>
                                          <p:attrName>ppt_x</p:attrName>
                                        </p:attrNameLst>
                                      </p:cBhvr>
                                      <p:tavLst>
                                        <p:tav tm="0">
                                          <p:val>
                                            <p:strVal val="0-#ppt_w/2"/>
                                          </p:val>
                                        </p:tav>
                                        <p:tav tm="100000">
                                          <p:val>
                                            <p:strVal val="#ppt_x"/>
                                          </p:val>
                                        </p:tav>
                                      </p:tavLst>
                                    </p:anim>
                                    <p:anim calcmode="lin" valueType="num">
                                      <p:cBhvr additive="base">
                                        <p:cTn id="181" dur="500" fill="hold"/>
                                        <p:tgtEl>
                                          <p:spTgt spid="402502"/>
                                        </p:tgtEl>
                                        <p:attrNameLst>
                                          <p:attrName>ppt_y</p:attrName>
                                        </p:attrNameLst>
                                      </p:cBhvr>
                                      <p:tavLst>
                                        <p:tav tm="0">
                                          <p:val>
                                            <p:strVal val="#ppt_y"/>
                                          </p:val>
                                        </p:tav>
                                        <p:tav tm="100000">
                                          <p:val>
                                            <p:strVal val="#ppt_y"/>
                                          </p:val>
                                        </p:tav>
                                      </p:tavLst>
                                    </p:anim>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 presetClass="entr" presetSubtype="8" fill="hold" grpId="0" nodeType="clickEffect">
                                  <p:stCondLst>
                                    <p:cond delay="0"/>
                                  </p:stCondLst>
                                  <p:childTnLst>
                                    <p:set>
                                      <p:cBhvr>
                                        <p:cTn id="185" dur="1" fill="hold">
                                          <p:stCondLst>
                                            <p:cond delay="0"/>
                                          </p:stCondLst>
                                        </p:cTn>
                                        <p:tgtEl>
                                          <p:spTgt spid="402503"/>
                                        </p:tgtEl>
                                        <p:attrNameLst>
                                          <p:attrName>style.visibility</p:attrName>
                                        </p:attrNameLst>
                                      </p:cBhvr>
                                      <p:to>
                                        <p:strVal val="visible"/>
                                      </p:to>
                                    </p:set>
                                    <p:anim calcmode="lin" valueType="num">
                                      <p:cBhvr additive="base">
                                        <p:cTn id="186" dur="500" fill="hold"/>
                                        <p:tgtEl>
                                          <p:spTgt spid="402503"/>
                                        </p:tgtEl>
                                        <p:attrNameLst>
                                          <p:attrName>ppt_x</p:attrName>
                                        </p:attrNameLst>
                                      </p:cBhvr>
                                      <p:tavLst>
                                        <p:tav tm="0">
                                          <p:val>
                                            <p:strVal val="0-#ppt_w/2"/>
                                          </p:val>
                                        </p:tav>
                                        <p:tav tm="100000">
                                          <p:val>
                                            <p:strVal val="#ppt_x"/>
                                          </p:val>
                                        </p:tav>
                                      </p:tavLst>
                                    </p:anim>
                                    <p:anim calcmode="lin" valueType="num">
                                      <p:cBhvr additive="base">
                                        <p:cTn id="187" dur="500" fill="hold"/>
                                        <p:tgtEl>
                                          <p:spTgt spid="402503"/>
                                        </p:tgtEl>
                                        <p:attrNameLst>
                                          <p:attrName>ppt_y</p:attrName>
                                        </p:attrNameLst>
                                      </p:cBhvr>
                                      <p:tavLst>
                                        <p:tav tm="0">
                                          <p:val>
                                            <p:strVal val="#ppt_y"/>
                                          </p:val>
                                        </p:tav>
                                        <p:tav tm="100000">
                                          <p:val>
                                            <p:strVal val="#ppt_y"/>
                                          </p:val>
                                        </p:tav>
                                      </p:tavLst>
                                    </p:anim>
                                  </p:childTnLst>
                                </p:cTn>
                              </p:par>
                            </p:childTnLst>
                          </p:cTn>
                        </p:par>
                      </p:childTnLst>
                    </p:cTn>
                  </p:par>
                  <p:par>
                    <p:cTn id="188" fill="hold" nodeType="clickPar">
                      <p:stCondLst>
                        <p:cond delay="indefinite"/>
                      </p:stCondLst>
                      <p:childTnLst>
                        <p:par>
                          <p:cTn id="189" fill="hold" nodeType="withGroup">
                            <p:stCondLst>
                              <p:cond delay="0"/>
                            </p:stCondLst>
                            <p:childTnLst>
                              <p:par>
                                <p:cTn id="190" presetID="17" presetClass="entr" presetSubtype="1" fill="hold" grpId="0" nodeType="clickEffect">
                                  <p:stCondLst>
                                    <p:cond delay="0"/>
                                  </p:stCondLst>
                                  <p:childTnLst>
                                    <p:set>
                                      <p:cBhvr>
                                        <p:cTn id="191" dur="1" fill="hold">
                                          <p:stCondLst>
                                            <p:cond delay="0"/>
                                          </p:stCondLst>
                                        </p:cTn>
                                        <p:tgtEl>
                                          <p:spTgt spid="402501"/>
                                        </p:tgtEl>
                                        <p:attrNameLst>
                                          <p:attrName>style.visibility</p:attrName>
                                        </p:attrNameLst>
                                      </p:cBhvr>
                                      <p:to>
                                        <p:strVal val="visible"/>
                                      </p:to>
                                    </p:set>
                                    <p:anim calcmode="lin" valueType="num">
                                      <p:cBhvr>
                                        <p:cTn id="192" dur="500" fill="hold"/>
                                        <p:tgtEl>
                                          <p:spTgt spid="402501"/>
                                        </p:tgtEl>
                                        <p:attrNameLst>
                                          <p:attrName>ppt_x</p:attrName>
                                        </p:attrNameLst>
                                      </p:cBhvr>
                                      <p:tavLst>
                                        <p:tav tm="0">
                                          <p:val>
                                            <p:strVal val="#ppt_x"/>
                                          </p:val>
                                        </p:tav>
                                        <p:tav tm="100000">
                                          <p:val>
                                            <p:strVal val="#ppt_x"/>
                                          </p:val>
                                        </p:tav>
                                      </p:tavLst>
                                    </p:anim>
                                    <p:anim calcmode="lin" valueType="num">
                                      <p:cBhvr>
                                        <p:cTn id="193" dur="500" fill="hold"/>
                                        <p:tgtEl>
                                          <p:spTgt spid="402501"/>
                                        </p:tgtEl>
                                        <p:attrNameLst>
                                          <p:attrName>ppt_y</p:attrName>
                                        </p:attrNameLst>
                                      </p:cBhvr>
                                      <p:tavLst>
                                        <p:tav tm="0">
                                          <p:val>
                                            <p:strVal val="#ppt_y-#ppt_h/2"/>
                                          </p:val>
                                        </p:tav>
                                        <p:tav tm="100000">
                                          <p:val>
                                            <p:strVal val="#ppt_y"/>
                                          </p:val>
                                        </p:tav>
                                      </p:tavLst>
                                    </p:anim>
                                    <p:anim calcmode="lin" valueType="num">
                                      <p:cBhvr>
                                        <p:cTn id="194" dur="500" fill="hold"/>
                                        <p:tgtEl>
                                          <p:spTgt spid="402501"/>
                                        </p:tgtEl>
                                        <p:attrNameLst>
                                          <p:attrName>ppt_w</p:attrName>
                                        </p:attrNameLst>
                                      </p:cBhvr>
                                      <p:tavLst>
                                        <p:tav tm="0">
                                          <p:val>
                                            <p:strVal val="#ppt_w"/>
                                          </p:val>
                                        </p:tav>
                                        <p:tav tm="100000">
                                          <p:val>
                                            <p:strVal val="#ppt_w"/>
                                          </p:val>
                                        </p:tav>
                                      </p:tavLst>
                                    </p:anim>
                                    <p:anim calcmode="lin" valueType="num">
                                      <p:cBhvr>
                                        <p:cTn id="195" dur="500" fill="hold"/>
                                        <p:tgtEl>
                                          <p:spTgt spid="402501"/>
                                        </p:tgtEl>
                                        <p:attrNameLst>
                                          <p:attrName>ppt_h</p:attrName>
                                        </p:attrNameLst>
                                      </p:cBhvr>
                                      <p:tavLst>
                                        <p:tav tm="0">
                                          <p:val>
                                            <p:fltVal val="0"/>
                                          </p:val>
                                        </p:tav>
                                        <p:tav tm="100000">
                                          <p:val>
                                            <p:strVal val="#ppt_h"/>
                                          </p:val>
                                        </p:tav>
                                      </p:tavLst>
                                    </p:anim>
                                  </p:childTnLst>
                                </p:cTn>
                              </p:par>
                            </p:childTnLst>
                          </p:cTn>
                        </p:par>
                      </p:childTnLst>
                    </p:cTn>
                  </p:par>
                  <p:par>
                    <p:cTn id="196" fill="hold" nodeType="clickPar">
                      <p:stCondLst>
                        <p:cond delay="indefinite"/>
                      </p:stCondLst>
                      <p:childTnLst>
                        <p:par>
                          <p:cTn id="197" fill="hold" nodeType="withGroup">
                            <p:stCondLst>
                              <p:cond delay="0"/>
                            </p:stCondLst>
                            <p:childTnLst>
                              <p:par>
                                <p:cTn id="198" presetID="2" presetClass="entr" presetSubtype="8" fill="hold" grpId="0" nodeType="clickEffect">
                                  <p:stCondLst>
                                    <p:cond delay="0"/>
                                  </p:stCondLst>
                                  <p:childTnLst>
                                    <p:set>
                                      <p:cBhvr>
                                        <p:cTn id="199" dur="1" fill="hold">
                                          <p:stCondLst>
                                            <p:cond delay="0"/>
                                          </p:stCondLst>
                                        </p:cTn>
                                        <p:tgtEl>
                                          <p:spTgt spid="402506"/>
                                        </p:tgtEl>
                                        <p:attrNameLst>
                                          <p:attrName>style.visibility</p:attrName>
                                        </p:attrNameLst>
                                      </p:cBhvr>
                                      <p:to>
                                        <p:strVal val="visible"/>
                                      </p:to>
                                    </p:set>
                                    <p:anim calcmode="lin" valueType="num">
                                      <p:cBhvr additive="base">
                                        <p:cTn id="200" dur="500" fill="hold"/>
                                        <p:tgtEl>
                                          <p:spTgt spid="402506"/>
                                        </p:tgtEl>
                                        <p:attrNameLst>
                                          <p:attrName>ppt_x</p:attrName>
                                        </p:attrNameLst>
                                      </p:cBhvr>
                                      <p:tavLst>
                                        <p:tav tm="0">
                                          <p:val>
                                            <p:strVal val="0-#ppt_w/2"/>
                                          </p:val>
                                        </p:tav>
                                        <p:tav tm="100000">
                                          <p:val>
                                            <p:strVal val="#ppt_x"/>
                                          </p:val>
                                        </p:tav>
                                      </p:tavLst>
                                    </p:anim>
                                    <p:anim calcmode="lin" valueType="num">
                                      <p:cBhvr additive="base">
                                        <p:cTn id="201" dur="500" fill="hold"/>
                                        <p:tgtEl>
                                          <p:spTgt spid="402506"/>
                                        </p:tgtEl>
                                        <p:attrNameLst>
                                          <p:attrName>ppt_y</p:attrName>
                                        </p:attrNameLst>
                                      </p:cBhvr>
                                      <p:tavLst>
                                        <p:tav tm="0">
                                          <p:val>
                                            <p:strVal val="#ppt_y"/>
                                          </p:val>
                                        </p:tav>
                                        <p:tav tm="100000">
                                          <p:val>
                                            <p:strVal val="#ppt_y"/>
                                          </p:val>
                                        </p:tav>
                                      </p:tavLst>
                                    </p:anim>
                                  </p:childTnLst>
                                </p:cTn>
                              </p:par>
                            </p:childTnLst>
                          </p:cTn>
                        </p:par>
                      </p:childTnLst>
                    </p:cTn>
                  </p:par>
                  <p:par>
                    <p:cTn id="202" fill="hold" nodeType="clickPar">
                      <p:stCondLst>
                        <p:cond delay="indefinite"/>
                      </p:stCondLst>
                      <p:childTnLst>
                        <p:par>
                          <p:cTn id="203" fill="hold" nodeType="withGroup">
                            <p:stCondLst>
                              <p:cond delay="0"/>
                            </p:stCondLst>
                            <p:childTnLst>
                              <p:par>
                                <p:cTn id="204" presetID="2" presetClass="entr" presetSubtype="8" fill="hold" grpId="0" nodeType="clickEffect">
                                  <p:stCondLst>
                                    <p:cond delay="0"/>
                                  </p:stCondLst>
                                  <p:childTnLst>
                                    <p:set>
                                      <p:cBhvr>
                                        <p:cTn id="205" dur="1" fill="hold">
                                          <p:stCondLst>
                                            <p:cond delay="0"/>
                                          </p:stCondLst>
                                        </p:cTn>
                                        <p:tgtEl>
                                          <p:spTgt spid="402505"/>
                                        </p:tgtEl>
                                        <p:attrNameLst>
                                          <p:attrName>style.visibility</p:attrName>
                                        </p:attrNameLst>
                                      </p:cBhvr>
                                      <p:to>
                                        <p:strVal val="visible"/>
                                      </p:to>
                                    </p:set>
                                    <p:anim calcmode="lin" valueType="num">
                                      <p:cBhvr additive="base">
                                        <p:cTn id="206" dur="500" fill="hold"/>
                                        <p:tgtEl>
                                          <p:spTgt spid="402505"/>
                                        </p:tgtEl>
                                        <p:attrNameLst>
                                          <p:attrName>ppt_x</p:attrName>
                                        </p:attrNameLst>
                                      </p:cBhvr>
                                      <p:tavLst>
                                        <p:tav tm="0">
                                          <p:val>
                                            <p:strVal val="0-#ppt_w/2"/>
                                          </p:val>
                                        </p:tav>
                                        <p:tav tm="100000">
                                          <p:val>
                                            <p:strVal val="#ppt_x"/>
                                          </p:val>
                                        </p:tav>
                                      </p:tavLst>
                                    </p:anim>
                                    <p:anim calcmode="lin" valueType="num">
                                      <p:cBhvr additive="base">
                                        <p:cTn id="207" dur="500" fill="hold"/>
                                        <p:tgtEl>
                                          <p:spTgt spid="402505"/>
                                        </p:tgtEl>
                                        <p:attrNameLst>
                                          <p:attrName>ppt_y</p:attrName>
                                        </p:attrNameLst>
                                      </p:cBhvr>
                                      <p:tavLst>
                                        <p:tav tm="0">
                                          <p:val>
                                            <p:strVal val="#ppt_y"/>
                                          </p:val>
                                        </p:tav>
                                        <p:tav tm="100000">
                                          <p:val>
                                            <p:strVal val="#ppt_y"/>
                                          </p:val>
                                        </p:tav>
                                      </p:tavLst>
                                    </p:anim>
                                  </p:childTnLst>
                                </p:cTn>
                              </p:par>
                            </p:childTnLst>
                          </p:cTn>
                        </p:par>
                      </p:childTnLst>
                    </p:cTn>
                  </p:par>
                  <p:par>
                    <p:cTn id="208" fill="hold" nodeType="clickPar">
                      <p:stCondLst>
                        <p:cond delay="indefinite"/>
                      </p:stCondLst>
                      <p:childTnLst>
                        <p:par>
                          <p:cTn id="209" fill="hold" nodeType="withGroup">
                            <p:stCondLst>
                              <p:cond delay="0"/>
                            </p:stCondLst>
                            <p:childTnLst>
                              <p:par>
                                <p:cTn id="210" presetID="1" presetClass="entr" presetSubtype="0" fill="hold" nodeType="clickEffect">
                                  <p:stCondLst>
                                    <p:cond delay="0"/>
                                  </p:stCondLst>
                                  <p:childTnLst>
                                    <p:set>
                                      <p:cBhvr>
                                        <p:cTn id="211" dur="1" fill="hold">
                                          <p:stCondLst>
                                            <p:cond delay="499"/>
                                          </p:stCondLst>
                                        </p:cTn>
                                        <p:tgtEl>
                                          <p:spTgt spid="402507"/>
                                        </p:tgtEl>
                                        <p:attrNameLst>
                                          <p:attrName>style.visibility</p:attrName>
                                        </p:attrNameLst>
                                      </p:cBhvr>
                                      <p:to>
                                        <p:strVal val="visible"/>
                                      </p:to>
                                    </p:set>
                                  </p:childTnLst>
                                </p:cTn>
                              </p:par>
                            </p:childTnLst>
                          </p:cTn>
                        </p:par>
                      </p:childTnLst>
                    </p:cTn>
                  </p:par>
                  <p:par>
                    <p:cTn id="212" fill="hold" nodeType="clickPar">
                      <p:stCondLst>
                        <p:cond delay="indefinite"/>
                      </p:stCondLst>
                      <p:childTnLst>
                        <p:par>
                          <p:cTn id="213" fill="hold" nodeType="withGroup">
                            <p:stCondLst>
                              <p:cond delay="0"/>
                            </p:stCondLst>
                            <p:childTnLst>
                              <p:par>
                                <p:cTn id="214" presetID="1" presetClass="entr" presetSubtype="0" fill="hold" nodeType="clickEffect">
                                  <p:stCondLst>
                                    <p:cond delay="0"/>
                                  </p:stCondLst>
                                  <p:childTnLst>
                                    <p:set>
                                      <p:cBhvr>
                                        <p:cTn id="215" dur="1" fill="hold">
                                          <p:stCondLst>
                                            <p:cond delay="499"/>
                                          </p:stCondLst>
                                        </p:cTn>
                                        <p:tgtEl>
                                          <p:spTgt spid="402508"/>
                                        </p:tgtEl>
                                        <p:attrNameLst>
                                          <p:attrName>style.visibility</p:attrName>
                                        </p:attrNameLst>
                                      </p:cBhvr>
                                      <p:to>
                                        <p:strVal val="visible"/>
                                      </p:to>
                                    </p:set>
                                  </p:childTnLst>
                                </p:cTn>
                              </p:par>
                            </p:childTnLst>
                          </p:cTn>
                        </p:par>
                      </p:childTnLst>
                    </p:cTn>
                  </p:par>
                  <p:par>
                    <p:cTn id="216" fill="hold" nodeType="clickPar">
                      <p:stCondLst>
                        <p:cond delay="indefinite"/>
                      </p:stCondLst>
                      <p:childTnLst>
                        <p:par>
                          <p:cTn id="217" fill="hold" nodeType="withGroup">
                            <p:stCondLst>
                              <p:cond delay="0"/>
                            </p:stCondLst>
                            <p:childTnLst>
                              <p:par>
                                <p:cTn id="218" presetID="17" presetClass="entr" presetSubtype="8" fill="hold" grpId="0" nodeType="clickEffect">
                                  <p:stCondLst>
                                    <p:cond delay="0"/>
                                  </p:stCondLst>
                                  <p:childTnLst>
                                    <p:set>
                                      <p:cBhvr>
                                        <p:cTn id="219" dur="1" fill="hold">
                                          <p:stCondLst>
                                            <p:cond delay="0"/>
                                          </p:stCondLst>
                                        </p:cTn>
                                        <p:tgtEl>
                                          <p:spTgt spid="402527"/>
                                        </p:tgtEl>
                                        <p:attrNameLst>
                                          <p:attrName>style.visibility</p:attrName>
                                        </p:attrNameLst>
                                      </p:cBhvr>
                                      <p:to>
                                        <p:strVal val="visible"/>
                                      </p:to>
                                    </p:set>
                                    <p:anim calcmode="lin" valueType="num">
                                      <p:cBhvr>
                                        <p:cTn id="220" dur="500" fill="hold"/>
                                        <p:tgtEl>
                                          <p:spTgt spid="402527"/>
                                        </p:tgtEl>
                                        <p:attrNameLst>
                                          <p:attrName>ppt_x</p:attrName>
                                        </p:attrNameLst>
                                      </p:cBhvr>
                                      <p:tavLst>
                                        <p:tav tm="0">
                                          <p:val>
                                            <p:strVal val="#ppt_x-#ppt_w/2"/>
                                          </p:val>
                                        </p:tav>
                                        <p:tav tm="100000">
                                          <p:val>
                                            <p:strVal val="#ppt_x"/>
                                          </p:val>
                                        </p:tav>
                                      </p:tavLst>
                                    </p:anim>
                                    <p:anim calcmode="lin" valueType="num">
                                      <p:cBhvr>
                                        <p:cTn id="221" dur="500" fill="hold"/>
                                        <p:tgtEl>
                                          <p:spTgt spid="402527"/>
                                        </p:tgtEl>
                                        <p:attrNameLst>
                                          <p:attrName>ppt_y</p:attrName>
                                        </p:attrNameLst>
                                      </p:cBhvr>
                                      <p:tavLst>
                                        <p:tav tm="0">
                                          <p:val>
                                            <p:strVal val="#ppt_y"/>
                                          </p:val>
                                        </p:tav>
                                        <p:tav tm="100000">
                                          <p:val>
                                            <p:strVal val="#ppt_y"/>
                                          </p:val>
                                        </p:tav>
                                      </p:tavLst>
                                    </p:anim>
                                    <p:anim calcmode="lin" valueType="num">
                                      <p:cBhvr>
                                        <p:cTn id="222" dur="500" fill="hold"/>
                                        <p:tgtEl>
                                          <p:spTgt spid="402527"/>
                                        </p:tgtEl>
                                        <p:attrNameLst>
                                          <p:attrName>ppt_w</p:attrName>
                                        </p:attrNameLst>
                                      </p:cBhvr>
                                      <p:tavLst>
                                        <p:tav tm="0">
                                          <p:val>
                                            <p:fltVal val="0"/>
                                          </p:val>
                                        </p:tav>
                                        <p:tav tm="100000">
                                          <p:val>
                                            <p:strVal val="#ppt_w"/>
                                          </p:val>
                                        </p:tav>
                                      </p:tavLst>
                                    </p:anim>
                                    <p:anim calcmode="lin" valueType="num">
                                      <p:cBhvr>
                                        <p:cTn id="223" dur="500" fill="hold"/>
                                        <p:tgtEl>
                                          <p:spTgt spid="402527"/>
                                        </p:tgtEl>
                                        <p:attrNameLst>
                                          <p:attrName>ppt_h</p:attrName>
                                        </p:attrNameLst>
                                      </p:cBhvr>
                                      <p:tavLst>
                                        <p:tav tm="0">
                                          <p:val>
                                            <p:strVal val="#ppt_h"/>
                                          </p:val>
                                        </p:tav>
                                        <p:tav tm="100000">
                                          <p:val>
                                            <p:strVal val="#ppt_h"/>
                                          </p:val>
                                        </p:tav>
                                      </p:tavLst>
                                    </p:anim>
                                  </p:childTnLst>
                                </p:cTn>
                              </p:par>
                            </p:childTnLst>
                          </p:cTn>
                        </p:par>
                      </p:childTnLst>
                    </p:cTn>
                  </p:par>
                  <p:par>
                    <p:cTn id="224" fill="hold" nodeType="clickPar">
                      <p:stCondLst>
                        <p:cond delay="indefinite"/>
                      </p:stCondLst>
                      <p:childTnLst>
                        <p:par>
                          <p:cTn id="225" fill="hold" nodeType="withGroup">
                            <p:stCondLst>
                              <p:cond delay="0"/>
                            </p:stCondLst>
                            <p:childTnLst>
                              <p:par>
                                <p:cTn id="226" presetID="17" presetClass="entr" presetSubtype="8" fill="hold" grpId="0" nodeType="clickEffect">
                                  <p:stCondLst>
                                    <p:cond delay="0"/>
                                  </p:stCondLst>
                                  <p:childTnLst>
                                    <p:set>
                                      <p:cBhvr>
                                        <p:cTn id="227" dur="1" fill="hold">
                                          <p:stCondLst>
                                            <p:cond delay="0"/>
                                          </p:stCondLst>
                                        </p:cTn>
                                        <p:tgtEl>
                                          <p:spTgt spid="402528"/>
                                        </p:tgtEl>
                                        <p:attrNameLst>
                                          <p:attrName>style.visibility</p:attrName>
                                        </p:attrNameLst>
                                      </p:cBhvr>
                                      <p:to>
                                        <p:strVal val="visible"/>
                                      </p:to>
                                    </p:set>
                                    <p:anim calcmode="lin" valueType="num">
                                      <p:cBhvr>
                                        <p:cTn id="228" dur="500" fill="hold"/>
                                        <p:tgtEl>
                                          <p:spTgt spid="402528"/>
                                        </p:tgtEl>
                                        <p:attrNameLst>
                                          <p:attrName>ppt_x</p:attrName>
                                        </p:attrNameLst>
                                      </p:cBhvr>
                                      <p:tavLst>
                                        <p:tav tm="0">
                                          <p:val>
                                            <p:strVal val="#ppt_x-#ppt_w/2"/>
                                          </p:val>
                                        </p:tav>
                                        <p:tav tm="100000">
                                          <p:val>
                                            <p:strVal val="#ppt_x"/>
                                          </p:val>
                                        </p:tav>
                                      </p:tavLst>
                                    </p:anim>
                                    <p:anim calcmode="lin" valueType="num">
                                      <p:cBhvr>
                                        <p:cTn id="229" dur="500" fill="hold"/>
                                        <p:tgtEl>
                                          <p:spTgt spid="402528"/>
                                        </p:tgtEl>
                                        <p:attrNameLst>
                                          <p:attrName>ppt_y</p:attrName>
                                        </p:attrNameLst>
                                      </p:cBhvr>
                                      <p:tavLst>
                                        <p:tav tm="0">
                                          <p:val>
                                            <p:strVal val="#ppt_y"/>
                                          </p:val>
                                        </p:tav>
                                        <p:tav tm="100000">
                                          <p:val>
                                            <p:strVal val="#ppt_y"/>
                                          </p:val>
                                        </p:tav>
                                      </p:tavLst>
                                    </p:anim>
                                    <p:anim calcmode="lin" valueType="num">
                                      <p:cBhvr>
                                        <p:cTn id="230" dur="500" fill="hold"/>
                                        <p:tgtEl>
                                          <p:spTgt spid="402528"/>
                                        </p:tgtEl>
                                        <p:attrNameLst>
                                          <p:attrName>ppt_w</p:attrName>
                                        </p:attrNameLst>
                                      </p:cBhvr>
                                      <p:tavLst>
                                        <p:tav tm="0">
                                          <p:val>
                                            <p:fltVal val="0"/>
                                          </p:val>
                                        </p:tav>
                                        <p:tav tm="100000">
                                          <p:val>
                                            <p:strVal val="#ppt_w"/>
                                          </p:val>
                                        </p:tav>
                                      </p:tavLst>
                                    </p:anim>
                                    <p:anim calcmode="lin" valueType="num">
                                      <p:cBhvr>
                                        <p:cTn id="231" dur="500" fill="hold"/>
                                        <p:tgtEl>
                                          <p:spTgt spid="402528"/>
                                        </p:tgtEl>
                                        <p:attrNameLst>
                                          <p:attrName>ppt_h</p:attrName>
                                        </p:attrNameLst>
                                      </p:cBhvr>
                                      <p:tavLst>
                                        <p:tav tm="0">
                                          <p:val>
                                            <p:strVal val="#ppt_h"/>
                                          </p:val>
                                        </p:tav>
                                        <p:tav tm="100000">
                                          <p:val>
                                            <p:strVal val="#ppt_h"/>
                                          </p:val>
                                        </p:tav>
                                      </p:tavLst>
                                    </p:anim>
                                  </p:childTnLst>
                                </p:cTn>
                              </p:par>
                            </p:childTnLst>
                          </p:cTn>
                        </p:par>
                      </p:childTnLst>
                    </p:cTn>
                  </p:par>
                  <p:par>
                    <p:cTn id="232" fill="hold" nodeType="clickPar">
                      <p:stCondLst>
                        <p:cond delay="indefinite"/>
                      </p:stCondLst>
                      <p:childTnLst>
                        <p:par>
                          <p:cTn id="233" fill="hold" nodeType="withGroup">
                            <p:stCondLst>
                              <p:cond delay="0"/>
                            </p:stCondLst>
                            <p:childTnLst>
                              <p:par>
                                <p:cTn id="234" presetID="18" presetClass="entr" presetSubtype="12" fill="hold" grpId="0" nodeType="clickEffect">
                                  <p:stCondLst>
                                    <p:cond delay="0"/>
                                  </p:stCondLst>
                                  <p:childTnLst>
                                    <p:set>
                                      <p:cBhvr>
                                        <p:cTn id="235" dur="1" fill="hold">
                                          <p:stCondLst>
                                            <p:cond delay="0"/>
                                          </p:stCondLst>
                                        </p:cTn>
                                        <p:tgtEl>
                                          <p:spTgt spid="402529"/>
                                        </p:tgtEl>
                                        <p:attrNameLst>
                                          <p:attrName>style.visibility</p:attrName>
                                        </p:attrNameLst>
                                      </p:cBhvr>
                                      <p:to>
                                        <p:strVal val="visible"/>
                                      </p:to>
                                    </p:set>
                                    <p:animEffect transition="in" filter="strips(downLeft)">
                                      <p:cBhvr>
                                        <p:cTn id="236" dur="500"/>
                                        <p:tgtEl>
                                          <p:spTgt spid="402529"/>
                                        </p:tgtEl>
                                      </p:cBhvr>
                                    </p:animEffect>
                                  </p:childTnLst>
                                </p:cTn>
                              </p:par>
                            </p:childTnLst>
                          </p:cTn>
                        </p:par>
                      </p:childTnLst>
                    </p:cTn>
                  </p:par>
                  <p:par>
                    <p:cTn id="237" fill="hold" nodeType="clickPar">
                      <p:stCondLst>
                        <p:cond delay="indefinite"/>
                      </p:stCondLst>
                      <p:childTnLst>
                        <p:par>
                          <p:cTn id="238" fill="hold" nodeType="withGroup">
                            <p:stCondLst>
                              <p:cond delay="0"/>
                            </p:stCondLst>
                            <p:childTnLst>
                              <p:par>
                                <p:cTn id="239" presetID="17" presetClass="entr" presetSubtype="8" fill="hold" nodeType="clickEffect">
                                  <p:stCondLst>
                                    <p:cond delay="0"/>
                                  </p:stCondLst>
                                  <p:childTnLst>
                                    <p:set>
                                      <p:cBhvr>
                                        <p:cTn id="240" dur="1" fill="hold">
                                          <p:stCondLst>
                                            <p:cond delay="0"/>
                                          </p:stCondLst>
                                        </p:cTn>
                                        <p:tgtEl>
                                          <p:spTgt spid="402530"/>
                                        </p:tgtEl>
                                        <p:attrNameLst>
                                          <p:attrName>style.visibility</p:attrName>
                                        </p:attrNameLst>
                                      </p:cBhvr>
                                      <p:to>
                                        <p:strVal val="visible"/>
                                      </p:to>
                                    </p:set>
                                    <p:anim calcmode="lin" valueType="num">
                                      <p:cBhvr>
                                        <p:cTn id="241" dur="500" fill="hold"/>
                                        <p:tgtEl>
                                          <p:spTgt spid="402530"/>
                                        </p:tgtEl>
                                        <p:attrNameLst>
                                          <p:attrName>ppt_x</p:attrName>
                                        </p:attrNameLst>
                                      </p:cBhvr>
                                      <p:tavLst>
                                        <p:tav tm="0">
                                          <p:val>
                                            <p:strVal val="#ppt_x-#ppt_w/2"/>
                                          </p:val>
                                        </p:tav>
                                        <p:tav tm="100000">
                                          <p:val>
                                            <p:strVal val="#ppt_x"/>
                                          </p:val>
                                        </p:tav>
                                      </p:tavLst>
                                    </p:anim>
                                    <p:anim calcmode="lin" valueType="num">
                                      <p:cBhvr>
                                        <p:cTn id="242" dur="500" fill="hold"/>
                                        <p:tgtEl>
                                          <p:spTgt spid="402530"/>
                                        </p:tgtEl>
                                        <p:attrNameLst>
                                          <p:attrName>ppt_y</p:attrName>
                                        </p:attrNameLst>
                                      </p:cBhvr>
                                      <p:tavLst>
                                        <p:tav tm="0">
                                          <p:val>
                                            <p:strVal val="#ppt_y"/>
                                          </p:val>
                                        </p:tav>
                                        <p:tav tm="100000">
                                          <p:val>
                                            <p:strVal val="#ppt_y"/>
                                          </p:val>
                                        </p:tav>
                                      </p:tavLst>
                                    </p:anim>
                                    <p:anim calcmode="lin" valueType="num">
                                      <p:cBhvr>
                                        <p:cTn id="243" dur="500" fill="hold"/>
                                        <p:tgtEl>
                                          <p:spTgt spid="402530"/>
                                        </p:tgtEl>
                                        <p:attrNameLst>
                                          <p:attrName>ppt_w</p:attrName>
                                        </p:attrNameLst>
                                      </p:cBhvr>
                                      <p:tavLst>
                                        <p:tav tm="0">
                                          <p:val>
                                            <p:fltVal val="0"/>
                                          </p:val>
                                        </p:tav>
                                        <p:tav tm="100000">
                                          <p:val>
                                            <p:strVal val="#ppt_w"/>
                                          </p:val>
                                        </p:tav>
                                      </p:tavLst>
                                    </p:anim>
                                    <p:anim calcmode="lin" valueType="num">
                                      <p:cBhvr>
                                        <p:cTn id="244" dur="500" fill="hold"/>
                                        <p:tgtEl>
                                          <p:spTgt spid="402530"/>
                                        </p:tgtEl>
                                        <p:attrNameLst>
                                          <p:attrName>ppt_h</p:attrName>
                                        </p:attrNameLst>
                                      </p:cBhvr>
                                      <p:tavLst>
                                        <p:tav tm="0">
                                          <p:val>
                                            <p:strVal val="#ppt_h"/>
                                          </p:val>
                                        </p:tav>
                                        <p:tav tm="100000">
                                          <p:val>
                                            <p:strVal val="#ppt_h"/>
                                          </p:val>
                                        </p:tav>
                                      </p:tavLst>
                                    </p:anim>
                                  </p:childTnLst>
                                </p:cTn>
                              </p:par>
                            </p:childTnLst>
                          </p:cTn>
                        </p:par>
                      </p:childTnLst>
                    </p:cTn>
                  </p:par>
                  <p:par>
                    <p:cTn id="245" fill="hold" nodeType="clickPar">
                      <p:stCondLst>
                        <p:cond delay="indefinite"/>
                      </p:stCondLst>
                      <p:childTnLst>
                        <p:par>
                          <p:cTn id="246" fill="hold" nodeType="withGroup">
                            <p:stCondLst>
                              <p:cond delay="0"/>
                            </p:stCondLst>
                            <p:childTnLst>
                              <p:par>
                                <p:cTn id="247" presetID="1" presetClass="entr" presetSubtype="0" fill="hold" grpId="0" nodeType="clickEffect">
                                  <p:stCondLst>
                                    <p:cond delay="0"/>
                                  </p:stCondLst>
                                  <p:childTnLst>
                                    <p:set>
                                      <p:cBhvr>
                                        <p:cTn id="248" dur="1" fill="hold">
                                          <p:stCondLst>
                                            <p:cond delay="499"/>
                                          </p:stCondLst>
                                        </p:cTn>
                                        <p:tgtEl>
                                          <p:spTgt spid="402559"/>
                                        </p:tgtEl>
                                        <p:attrNameLst>
                                          <p:attrName>style.visibility</p:attrName>
                                        </p:attrNameLst>
                                      </p:cBhvr>
                                      <p:to>
                                        <p:strVal val="visible"/>
                                      </p:to>
                                    </p:set>
                                  </p:childTnLst>
                                </p:cTn>
                              </p:par>
                            </p:childTnLst>
                          </p:cTn>
                        </p:par>
                      </p:childTnLst>
                    </p:cTn>
                  </p:par>
                  <p:par>
                    <p:cTn id="249" fill="hold" nodeType="clickPar">
                      <p:stCondLst>
                        <p:cond delay="indefinite"/>
                      </p:stCondLst>
                      <p:childTnLst>
                        <p:par>
                          <p:cTn id="250" fill="hold" nodeType="withGroup">
                            <p:stCondLst>
                              <p:cond delay="0"/>
                            </p:stCondLst>
                            <p:childTnLst>
                              <p:par>
                                <p:cTn id="251" presetID="1" presetClass="entr" presetSubtype="0" fill="hold" nodeType="clickEffect">
                                  <p:stCondLst>
                                    <p:cond delay="0"/>
                                  </p:stCondLst>
                                  <p:childTnLst>
                                    <p:set>
                                      <p:cBhvr>
                                        <p:cTn id="252" dur="1" fill="hold">
                                          <p:stCondLst>
                                            <p:cond delay="499"/>
                                          </p:stCondLst>
                                        </p:cTn>
                                        <p:tgtEl>
                                          <p:spTgt spid="402538"/>
                                        </p:tgtEl>
                                        <p:attrNameLst>
                                          <p:attrName>style.visibility</p:attrName>
                                        </p:attrNameLst>
                                      </p:cBhvr>
                                      <p:to>
                                        <p:strVal val="visible"/>
                                      </p:to>
                                    </p:set>
                                  </p:childTnLst>
                                </p:cTn>
                              </p:par>
                            </p:childTnLst>
                          </p:cTn>
                        </p:par>
                      </p:childTnLst>
                    </p:cTn>
                  </p:par>
                  <p:par>
                    <p:cTn id="253" fill="hold" nodeType="clickPar">
                      <p:stCondLst>
                        <p:cond delay="indefinite"/>
                      </p:stCondLst>
                      <p:childTnLst>
                        <p:par>
                          <p:cTn id="254" fill="hold" nodeType="withGroup">
                            <p:stCondLst>
                              <p:cond delay="0"/>
                            </p:stCondLst>
                            <p:childTnLst>
                              <p:par>
                                <p:cTn id="255" presetID="1" presetClass="entr" presetSubtype="0" fill="hold" grpId="0" nodeType="clickEffect">
                                  <p:stCondLst>
                                    <p:cond delay="0"/>
                                  </p:stCondLst>
                                  <p:childTnLst>
                                    <p:set>
                                      <p:cBhvr>
                                        <p:cTn id="256" dur="1" fill="hold">
                                          <p:stCondLst>
                                            <p:cond delay="499"/>
                                          </p:stCondLst>
                                        </p:cTn>
                                        <p:tgtEl>
                                          <p:spTgt spid="402553"/>
                                        </p:tgtEl>
                                        <p:attrNameLst>
                                          <p:attrName>style.visibility</p:attrName>
                                        </p:attrNameLst>
                                      </p:cBhvr>
                                      <p:to>
                                        <p:strVal val="visible"/>
                                      </p:to>
                                    </p:set>
                                  </p:childTnLst>
                                </p:cTn>
                              </p:par>
                            </p:childTnLst>
                          </p:cTn>
                        </p:par>
                      </p:childTnLst>
                    </p:cTn>
                  </p:par>
                  <p:par>
                    <p:cTn id="257" fill="hold" nodeType="clickPar">
                      <p:stCondLst>
                        <p:cond delay="indefinite"/>
                      </p:stCondLst>
                      <p:childTnLst>
                        <p:par>
                          <p:cTn id="258" fill="hold" nodeType="withGroup">
                            <p:stCondLst>
                              <p:cond delay="0"/>
                            </p:stCondLst>
                            <p:childTnLst>
                              <p:par>
                                <p:cTn id="259" presetID="1" presetClass="entr" presetSubtype="0" fill="hold" grpId="0" nodeType="clickEffect">
                                  <p:stCondLst>
                                    <p:cond delay="0"/>
                                  </p:stCondLst>
                                  <p:childTnLst>
                                    <p:set>
                                      <p:cBhvr>
                                        <p:cTn id="260" dur="1" fill="hold">
                                          <p:stCondLst>
                                            <p:cond delay="499"/>
                                          </p:stCondLst>
                                        </p:cTn>
                                        <p:tgtEl>
                                          <p:spTgt spid="402552"/>
                                        </p:tgtEl>
                                        <p:attrNameLst>
                                          <p:attrName>style.visibility</p:attrName>
                                        </p:attrNameLst>
                                      </p:cBhvr>
                                      <p:to>
                                        <p:strVal val="visible"/>
                                      </p:to>
                                    </p:set>
                                  </p:childTnLst>
                                </p:cTn>
                              </p:par>
                            </p:childTnLst>
                          </p:cTn>
                        </p:par>
                      </p:childTnLst>
                    </p:cTn>
                  </p:par>
                  <p:par>
                    <p:cTn id="261" fill="hold" nodeType="clickPar">
                      <p:stCondLst>
                        <p:cond delay="indefinite"/>
                      </p:stCondLst>
                      <p:childTnLst>
                        <p:par>
                          <p:cTn id="262" fill="hold" nodeType="withGroup">
                            <p:stCondLst>
                              <p:cond delay="0"/>
                            </p:stCondLst>
                            <p:childTnLst>
                              <p:par>
                                <p:cTn id="263" presetID="1" presetClass="entr" presetSubtype="0" fill="hold" grpId="0" nodeType="clickEffect">
                                  <p:stCondLst>
                                    <p:cond delay="0"/>
                                  </p:stCondLst>
                                  <p:childTnLst>
                                    <p:set>
                                      <p:cBhvr>
                                        <p:cTn id="264" dur="1" fill="hold">
                                          <p:stCondLst>
                                            <p:cond delay="499"/>
                                          </p:stCondLst>
                                        </p:cTn>
                                        <p:tgtEl>
                                          <p:spTgt spid="402551"/>
                                        </p:tgtEl>
                                        <p:attrNameLst>
                                          <p:attrName>style.visibility</p:attrName>
                                        </p:attrNameLst>
                                      </p:cBhvr>
                                      <p:to>
                                        <p:strVal val="visible"/>
                                      </p:to>
                                    </p:set>
                                  </p:childTnLst>
                                </p:cTn>
                              </p:par>
                            </p:childTnLst>
                          </p:cTn>
                        </p:par>
                      </p:childTnLst>
                    </p:cTn>
                  </p:par>
                  <p:par>
                    <p:cTn id="265" fill="hold" nodeType="clickPar">
                      <p:stCondLst>
                        <p:cond delay="indefinite"/>
                      </p:stCondLst>
                      <p:childTnLst>
                        <p:par>
                          <p:cTn id="266" fill="hold" nodeType="withGroup">
                            <p:stCondLst>
                              <p:cond delay="0"/>
                            </p:stCondLst>
                            <p:childTnLst>
                              <p:par>
                                <p:cTn id="267" presetID="1" presetClass="entr" presetSubtype="0" fill="hold" grpId="0" nodeType="clickEffect">
                                  <p:stCondLst>
                                    <p:cond delay="0"/>
                                  </p:stCondLst>
                                  <p:childTnLst>
                                    <p:set>
                                      <p:cBhvr>
                                        <p:cTn id="268" dur="1" fill="hold">
                                          <p:stCondLst>
                                            <p:cond delay="499"/>
                                          </p:stCondLst>
                                        </p:cTn>
                                        <p:tgtEl>
                                          <p:spTgt spid="402550"/>
                                        </p:tgtEl>
                                        <p:attrNameLst>
                                          <p:attrName>style.visibility</p:attrName>
                                        </p:attrNameLst>
                                      </p:cBhvr>
                                      <p:to>
                                        <p:strVal val="visible"/>
                                      </p:to>
                                    </p:set>
                                  </p:childTnLst>
                                </p:cTn>
                              </p:par>
                            </p:childTnLst>
                          </p:cTn>
                        </p:par>
                      </p:childTnLst>
                    </p:cTn>
                  </p:par>
                  <p:par>
                    <p:cTn id="269" fill="hold" nodeType="clickPar">
                      <p:stCondLst>
                        <p:cond delay="indefinite"/>
                      </p:stCondLst>
                      <p:childTnLst>
                        <p:par>
                          <p:cTn id="270" fill="hold" nodeType="withGroup">
                            <p:stCondLst>
                              <p:cond delay="0"/>
                            </p:stCondLst>
                            <p:childTnLst>
                              <p:par>
                                <p:cTn id="271" presetID="1" presetClass="entr" presetSubtype="0" fill="hold" grpId="0" nodeType="clickEffect">
                                  <p:stCondLst>
                                    <p:cond delay="0"/>
                                  </p:stCondLst>
                                  <p:childTnLst>
                                    <p:set>
                                      <p:cBhvr>
                                        <p:cTn id="272" dur="1" fill="hold">
                                          <p:stCondLst>
                                            <p:cond delay="499"/>
                                          </p:stCondLst>
                                        </p:cTn>
                                        <p:tgtEl>
                                          <p:spTgt spid="402549"/>
                                        </p:tgtEl>
                                        <p:attrNameLst>
                                          <p:attrName>style.visibility</p:attrName>
                                        </p:attrNameLst>
                                      </p:cBhvr>
                                      <p:to>
                                        <p:strVal val="visible"/>
                                      </p:to>
                                    </p:set>
                                  </p:childTnLst>
                                </p:cTn>
                              </p:par>
                            </p:childTnLst>
                          </p:cTn>
                        </p:par>
                      </p:childTnLst>
                    </p:cTn>
                  </p:par>
                  <p:par>
                    <p:cTn id="273" fill="hold" nodeType="clickPar">
                      <p:stCondLst>
                        <p:cond delay="indefinite"/>
                      </p:stCondLst>
                      <p:childTnLst>
                        <p:par>
                          <p:cTn id="274" fill="hold" nodeType="withGroup">
                            <p:stCondLst>
                              <p:cond delay="0"/>
                            </p:stCondLst>
                            <p:childTnLst>
                              <p:par>
                                <p:cTn id="275" presetID="1" presetClass="entr" presetSubtype="0" fill="hold" grpId="0" nodeType="clickEffect">
                                  <p:stCondLst>
                                    <p:cond delay="0"/>
                                  </p:stCondLst>
                                  <p:childTnLst>
                                    <p:set>
                                      <p:cBhvr>
                                        <p:cTn id="276" dur="1" fill="hold">
                                          <p:stCondLst>
                                            <p:cond delay="499"/>
                                          </p:stCondLst>
                                        </p:cTn>
                                        <p:tgtEl>
                                          <p:spTgt spid="402548"/>
                                        </p:tgtEl>
                                        <p:attrNameLst>
                                          <p:attrName>style.visibility</p:attrName>
                                        </p:attrNameLst>
                                      </p:cBhvr>
                                      <p:to>
                                        <p:strVal val="visible"/>
                                      </p:to>
                                    </p:set>
                                  </p:childTnLst>
                                </p:cTn>
                              </p:par>
                            </p:childTnLst>
                          </p:cTn>
                        </p:par>
                      </p:childTnLst>
                    </p:cTn>
                  </p:par>
                  <p:par>
                    <p:cTn id="277" fill="hold" nodeType="clickPar">
                      <p:stCondLst>
                        <p:cond delay="indefinite"/>
                      </p:stCondLst>
                      <p:childTnLst>
                        <p:par>
                          <p:cTn id="278" fill="hold" nodeType="withGroup">
                            <p:stCondLst>
                              <p:cond delay="0"/>
                            </p:stCondLst>
                            <p:childTnLst>
                              <p:par>
                                <p:cTn id="279" presetID="18" presetClass="entr" presetSubtype="12" fill="hold" grpId="0" nodeType="clickEffect">
                                  <p:stCondLst>
                                    <p:cond delay="0"/>
                                  </p:stCondLst>
                                  <p:childTnLst>
                                    <p:set>
                                      <p:cBhvr>
                                        <p:cTn id="280" dur="1" fill="hold">
                                          <p:stCondLst>
                                            <p:cond delay="0"/>
                                          </p:stCondLst>
                                        </p:cTn>
                                        <p:tgtEl>
                                          <p:spTgt spid="402554"/>
                                        </p:tgtEl>
                                        <p:attrNameLst>
                                          <p:attrName>style.visibility</p:attrName>
                                        </p:attrNameLst>
                                      </p:cBhvr>
                                      <p:to>
                                        <p:strVal val="visible"/>
                                      </p:to>
                                    </p:set>
                                    <p:animEffect transition="in" filter="strips(downLeft)">
                                      <p:cBhvr>
                                        <p:cTn id="281" dur="500"/>
                                        <p:tgtEl>
                                          <p:spTgt spid="402554"/>
                                        </p:tgtEl>
                                      </p:cBhvr>
                                    </p:animEffect>
                                  </p:childTnLst>
                                </p:cTn>
                              </p:par>
                            </p:childTnLst>
                          </p:cTn>
                        </p:par>
                      </p:childTnLst>
                    </p:cTn>
                  </p:par>
                  <p:par>
                    <p:cTn id="282" fill="hold" nodeType="clickPar">
                      <p:stCondLst>
                        <p:cond delay="indefinite"/>
                      </p:stCondLst>
                      <p:childTnLst>
                        <p:par>
                          <p:cTn id="283" fill="hold" nodeType="withGroup">
                            <p:stCondLst>
                              <p:cond delay="0"/>
                            </p:stCondLst>
                            <p:childTnLst>
                              <p:par>
                                <p:cTn id="284" presetID="18" presetClass="entr" presetSubtype="3" fill="hold" grpId="0" nodeType="clickEffect">
                                  <p:stCondLst>
                                    <p:cond delay="0"/>
                                  </p:stCondLst>
                                  <p:childTnLst>
                                    <p:set>
                                      <p:cBhvr>
                                        <p:cTn id="285" dur="1" fill="hold">
                                          <p:stCondLst>
                                            <p:cond delay="0"/>
                                          </p:stCondLst>
                                        </p:cTn>
                                        <p:tgtEl>
                                          <p:spTgt spid="402558"/>
                                        </p:tgtEl>
                                        <p:attrNameLst>
                                          <p:attrName>style.visibility</p:attrName>
                                        </p:attrNameLst>
                                      </p:cBhvr>
                                      <p:to>
                                        <p:strVal val="visible"/>
                                      </p:to>
                                    </p:set>
                                    <p:animEffect transition="in" filter="strips(upRight)">
                                      <p:cBhvr>
                                        <p:cTn id="286" dur="500"/>
                                        <p:tgtEl>
                                          <p:spTgt spid="402558"/>
                                        </p:tgtEl>
                                      </p:cBhvr>
                                    </p:animEffect>
                                  </p:childTnLst>
                                </p:cTn>
                              </p:par>
                            </p:childTnLst>
                          </p:cTn>
                        </p:par>
                      </p:childTnLst>
                    </p:cTn>
                  </p:par>
                  <p:par>
                    <p:cTn id="287" fill="hold" nodeType="clickPar">
                      <p:stCondLst>
                        <p:cond delay="indefinite"/>
                      </p:stCondLst>
                      <p:childTnLst>
                        <p:par>
                          <p:cTn id="288" fill="hold" nodeType="withGroup">
                            <p:stCondLst>
                              <p:cond delay="0"/>
                            </p:stCondLst>
                            <p:childTnLst>
                              <p:par>
                                <p:cTn id="289" presetID="18" presetClass="entr" presetSubtype="9" fill="hold" grpId="0" nodeType="clickEffect">
                                  <p:stCondLst>
                                    <p:cond delay="0"/>
                                  </p:stCondLst>
                                  <p:childTnLst>
                                    <p:set>
                                      <p:cBhvr>
                                        <p:cTn id="290" dur="1" fill="hold">
                                          <p:stCondLst>
                                            <p:cond delay="0"/>
                                          </p:stCondLst>
                                        </p:cTn>
                                        <p:tgtEl>
                                          <p:spTgt spid="402555"/>
                                        </p:tgtEl>
                                        <p:attrNameLst>
                                          <p:attrName>style.visibility</p:attrName>
                                        </p:attrNameLst>
                                      </p:cBhvr>
                                      <p:to>
                                        <p:strVal val="visible"/>
                                      </p:to>
                                    </p:set>
                                    <p:animEffect transition="in" filter="strips(upLeft)">
                                      <p:cBhvr>
                                        <p:cTn id="291" dur="500"/>
                                        <p:tgtEl>
                                          <p:spTgt spid="402555"/>
                                        </p:tgtEl>
                                      </p:cBhvr>
                                    </p:animEffect>
                                  </p:childTnLst>
                                </p:cTn>
                              </p:par>
                            </p:childTnLst>
                          </p:cTn>
                        </p:par>
                      </p:childTnLst>
                    </p:cTn>
                  </p:par>
                  <p:par>
                    <p:cTn id="292" fill="hold" nodeType="clickPar">
                      <p:stCondLst>
                        <p:cond delay="indefinite"/>
                      </p:stCondLst>
                      <p:childTnLst>
                        <p:par>
                          <p:cTn id="293" fill="hold" nodeType="withGroup">
                            <p:stCondLst>
                              <p:cond delay="0"/>
                            </p:stCondLst>
                            <p:childTnLst>
                              <p:par>
                                <p:cTn id="294" presetID="18" presetClass="entr" presetSubtype="12" fill="hold" grpId="0" nodeType="clickEffect">
                                  <p:stCondLst>
                                    <p:cond delay="0"/>
                                  </p:stCondLst>
                                  <p:childTnLst>
                                    <p:set>
                                      <p:cBhvr>
                                        <p:cTn id="295" dur="1" fill="hold">
                                          <p:stCondLst>
                                            <p:cond delay="0"/>
                                          </p:stCondLst>
                                        </p:cTn>
                                        <p:tgtEl>
                                          <p:spTgt spid="402556"/>
                                        </p:tgtEl>
                                        <p:attrNameLst>
                                          <p:attrName>style.visibility</p:attrName>
                                        </p:attrNameLst>
                                      </p:cBhvr>
                                      <p:to>
                                        <p:strVal val="visible"/>
                                      </p:to>
                                    </p:set>
                                    <p:animEffect transition="in" filter="strips(downLeft)">
                                      <p:cBhvr>
                                        <p:cTn id="296" dur="500"/>
                                        <p:tgtEl>
                                          <p:spTgt spid="402556"/>
                                        </p:tgtEl>
                                      </p:cBhvr>
                                    </p:animEffect>
                                  </p:childTnLst>
                                </p:cTn>
                              </p:par>
                            </p:childTnLst>
                          </p:cTn>
                        </p:par>
                      </p:childTnLst>
                    </p:cTn>
                  </p:par>
                  <p:par>
                    <p:cTn id="297" fill="hold" nodeType="clickPar">
                      <p:stCondLst>
                        <p:cond delay="indefinite"/>
                      </p:stCondLst>
                      <p:childTnLst>
                        <p:par>
                          <p:cTn id="298" fill="hold" nodeType="withGroup">
                            <p:stCondLst>
                              <p:cond delay="0"/>
                            </p:stCondLst>
                            <p:childTnLst>
                              <p:par>
                                <p:cTn id="299" presetID="18" presetClass="entr" presetSubtype="6" fill="hold" grpId="0" nodeType="clickEffect">
                                  <p:stCondLst>
                                    <p:cond delay="0"/>
                                  </p:stCondLst>
                                  <p:childTnLst>
                                    <p:set>
                                      <p:cBhvr>
                                        <p:cTn id="300" dur="1" fill="hold">
                                          <p:stCondLst>
                                            <p:cond delay="0"/>
                                          </p:stCondLst>
                                        </p:cTn>
                                        <p:tgtEl>
                                          <p:spTgt spid="402557"/>
                                        </p:tgtEl>
                                        <p:attrNameLst>
                                          <p:attrName>style.visibility</p:attrName>
                                        </p:attrNameLst>
                                      </p:cBhvr>
                                      <p:to>
                                        <p:strVal val="visible"/>
                                      </p:to>
                                    </p:set>
                                    <p:animEffect transition="in" filter="strips(downRight)">
                                      <p:cBhvr>
                                        <p:cTn id="301" dur="500"/>
                                        <p:tgtEl>
                                          <p:spTgt spid="402557"/>
                                        </p:tgtEl>
                                      </p:cBhvr>
                                    </p:animEffect>
                                  </p:childTnLst>
                                </p:cTn>
                              </p:par>
                            </p:childTnLst>
                          </p:cTn>
                        </p:par>
                      </p:childTnLst>
                    </p:cTn>
                  </p:par>
                  <p:par>
                    <p:cTn id="302" fill="hold" nodeType="clickPar">
                      <p:stCondLst>
                        <p:cond delay="indefinite"/>
                      </p:stCondLst>
                      <p:childTnLst>
                        <p:par>
                          <p:cTn id="303" fill="hold" nodeType="withGroup">
                            <p:stCondLst>
                              <p:cond delay="0"/>
                            </p:stCondLst>
                            <p:childTnLst>
                              <p:par>
                                <p:cTn id="304" presetID="17" presetClass="entr" presetSubtype="8" fill="hold" grpId="0" nodeType="clickEffect">
                                  <p:stCondLst>
                                    <p:cond delay="0"/>
                                  </p:stCondLst>
                                  <p:childTnLst>
                                    <p:set>
                                      <p:cBhvr>
                                        <p:cTn id="305" dur="1" fill="hold">
                                          <p:stCondLst>
                                            <p:cond delay="0"/>
                                          </p:stCondLst>
                                        </p:cTn>
                                        <p:tgtEl>
                                          <p:spTgt spid="402575"/>
                                        </p:tgtEl>
                                        <p:attrNameLst>
                                          <p:attrName>style.visibility</p:attrName>
                                        </p:attrNameLst>
                                      </p:cBhvr>
                                      <p:to>
                                        <p:strVal val="visible"/>
                                      </p:to>
                                    </p:set>
                                    <p:anim calcmode="lin" valueType="num">
                                      <p:cBhvr>
                                        <p:cTn id="306" dur="500" fill="hold"/>
                                        <p:tgtEl>
                                          <p:spTgt spid="402575"/>
                                        </p:tgtEl>
                                        <p:attrNameLst>
                                          <p:attrName>ppt_x</p:attrName>
                                        </p:attrNameLst>
                                      </p:cBhvr>
                                      <p:tavLst>
                                        <p:tav tm="0">
                                          <p:val>
                                            <p:strVal val="#ppt_x-#ppt_w/2"/>
                                          </p:val>
                                        </p:tav>
                                        <p:tav tm="100000">
                                          <p:val>
                                            <p:strVal val="#ppt_x"/>
                                          </p:val>
                                        </p:tav>
                                      </p:tavLst>
                                    </p:anim>
                                    <p:anim calcmode="lin" valueType="num">
                                      <p:cBhvr>
                                        <p:cTn id="307" dur="500" fill="hold"/>
                                        <p:tgtEl>
                                          <p:spTgt spid="402575"/>
                                        </p:tgtEl>
                                        <p:attrNameLst>
                                          <p:attrName>ppt_y</p:attrName>
                                        </p:attrNameLst>
                                      </p:cBhvr>
                                      <p:tavLst>
                                        <p:tav tm="0">
                                          <p:val>
                                            <p:strVal val="#ppt_y"/>
                                          </p:val>
                                        </p:tav>
                                        <p:tav tm="100000">
                                          <p:val>
                                            <p:strVal val="#ppt_y"/>
                                          </p:val>
                                        </p:tav>
                                      </p:tavLst>
                                    </p:anim>
                                    <p:anim calcmode="lin" valueType="num">
                                      <p:cBhvr>
                                        <p:cTn id="308" dur="500" fill="hold"/>
                                        <p:tgtEl>
                                          <p:spTgt spid="402575"/>
                                        </p:tgtEl>
                                        <p:attrNameLst>
                                          <p:attrName>ppt_w</p:attrName>
                                        </p:attrNameLst>
                                      </p:cBhvr>
                                      <p:tavLst>
                                        <p:tav tm="0">
                                          <p:val>
                                            <p:fltVal val="0"/>
                                          </p:val>
                                        </p:tav>
                                        <p:tav tm="100000">
                                          <p:val>
                                            <p:strVal val="#ppt_w"/>
                                          </p:val>
                                        </p:tav>
                                      </p:tavLst>
                                    </p:anim>
                                    <p:anim calcmode="lin" valueType="num">
                                      <p:cBhvr>
                                        <p:cTn id="309" dur="500" fill="hold"/>
                                        <p:tgtEl>
                                          <p:spTgt spid="402575"/>
                                        </p:tgtEl>
                                        <p:attrNameLst>
                                          <p:attrName>ppt_h</p:attrName>
                                        </p:attrNameLst>
                                      </p:cBhvr>
                                      <p:tavLst>
                                        <p:tav tm="0">
                                          <p:val>
                                            <p:strVal val="#ppt_h"/>
                                          </p:val>
                                        </p:tav>
                                        <p:tav tm="100000">
                                          <p:val>
                                            <p:strVal val="#ppt_h"/>
                                          </p:val>
                                        </p:tav>
                                      </p:tavLst>
                                    </p:anim>
                                  </p:childTnLst>
                                </p:cTn>
                              </p:par>
                            </p:childTnLst>
                          </p:cTn>
                        </p:par>
                      </p:childTnLst>
                    </p:cTn>
                  </p:par>
                  <p:par>
                    <p:cTn id="310" fill="hold" nodeType="clickPar">
                      <p:stCondLst>
                        <p:cond delay="indefinite"/>
                      </p:stCondLst>
                      <p:childTnLst>
                        <p:par>
                          <p:cTn id="311" fill="hold" nodeType="withGroup">
                            <p:stCondLst>
                              <p:cond delay="0"/>
                            </p:stCondLst>
                            <p:childTnLst>
                              <p:par>
                                <p:cTn id="312" presetID="17" presetClass="entr" presetSubtype="8" fill="hold" grpId="0" nodeType="clickEffect">
                                  <p:stCondLst>
                                    <p:cond delay="0"/>
                                  </p:stCondLst>
                                  <p:childTnLst>
                                    <p:set>
                                      <p:cBhvr>
                                        <p:cTn id="313" dur="1" fill="hold">
                                          <p:stCondLst>
                                            <p:cond delay="0"/>
                                          </p:stCondLst>
                                        </p:cTn>
                                        <p:tgtEl>
                                          <p:spTgt spid="402577"/>
                                        </p:tgtEl>
                                        <p:attrNameLst>
                                          <p:attrName>style.visibility</p:attrName>
                                        </p:attrNameLst>
                                      </p:cBhvr>
                                      <p:to>
                                        <p:strVal val="visible"/>
                                      </p:to>
                                    </p:set>
                                    <p:anim calcmode="lin" valueType="num">
                                      <p:cBhvr>
                                        <p:cTn id="314" dur="500" fill="hold"/>
                                        <p:tgtEl>
                                          <p:spTgt spid="402577"/>
                                        </p:tgtEl>
                                        <p:attrNameLst>
                                          <p:attrName>ppt_x</p:attrName>
                                        </p:attrNameLst>
                                      </p:cBhvr>
                                      <p:tavLst>
                                        <p:tav tm="0">
                                          <p:val>
                                            <p:strVal val="#ppt_x-#ppt_w/2"/>
                                          </p:val>
                                        </p:tav>
                                        <p:tav tm="100000">
                                          <p:val>
                                            <p:strVal val="#ppt_x"/>
                                          </p:val>
                                        </p:tav>
                                      </p:tavLst>
                                    </p:anim>
                                    <p:anim calcmode="lin" valueType="num">
                                      <p:cBhvr>
                                        <p:cTn id="315" dur="500" fill="hold"/>
                                        <p:tgtEl>
                                          <p:spTgt spid="402577"/>
                                        </p:tgtEl>
                                        <p:attrNameLst>
                                          <p:attrName>ppt_y</p:attrName>
                                        </p:attrNameLst>
                                      </p:cBhvr>
                                      <p:tavLst>
                                        <p:tav tm="0">
                                          <p:val>
                                            <p:strVal val="#ppt_y"/>
                                          </p:val>
                                        </p:tav>
                                        <p:tav tm="100000">
                                          <p:val>
                                            <p:strVal val="#ppt_y"/>
                                          </p:val>
                                        </p:tav>
                                      </p:tavLst>
                                    </p:anim>
                                    <p:anim calcmode="lin" valueType="num">
                                      <p:cBhvr>
                                        <p:cTn id="316" dur="500" fill="hold"/>
                                        <p:tgtEl>
                                          <p:spTgt spid="402577"/>
                                        </p:tgtEl>
                                        <p:attrNameLst>
                                          <p:attrName>ppt_w</p:attrName>
                                        </p:attrNameLst>
                                      </p:cBhvr>
                                      <p:tavLst>
                                        <p:tav tm="0">
                                          <p:val>
                                            <p:fltVal val="0"/>
                                          </p:val>
                                        </p:tav>
                                        <p:tav tm="100000">
                                          <p:val>
                                            <p:strVal val="#ppt_w"/>
                                          </p:val>
                                        </p:tav>
                                      </p:tavLst>
                                    </p:anim>
                                    <p:anim calcmode="lin" valueType="num">
                                      <p:cBhvr>
                                        <p:cTn id="317" dur="500" fill="hold"/>
                                        <p:tgtEl>
                                          <p:spTgt spid="402577"/>
                                        </p:tgtEl>
                                        <p:attrNameLst>
                                          <p:attrName>ppt_h</p:attrName>
                                        </p:attrNameLst>
                                      </p:cBhvr>
                                      <p:tavLst>
                                        <p:tav tm="0">
                                          <p:val>
                                            <p:strVal val="#ppt_h"/>
                                          </p:val>
                                        </p:tav>
                                        <p:tav tm="100000">
                                          <p:val>
                                            <p:strVal val="#ppt_h"/>
                                          </p:val>
                                        </p:tav>
                                      </p:tavLst>
                                    </p:anim>
                                  </p:childTnLst>
                                </p:cTn>
                              </p:par>
                            </p:childTnLst>
                          </p:cTn>
                        </p:par>
                      </p:childTnLst>
                    </p:cTn>
                  </p:par>
                  <p:par>
                    <p:cTn id="318" fill="hold" nodeType="clickPar">
                      <p:stCondLst>
                        <p:cond delay="indefinite"/>
                      </p:stCondLst>
                      <p:childTnLst>
                        <p:par>
                          <p:cTn id="319" fill="hold" nodeType="withGroup">
                            <p:stCondLst>
                              <p:cond delay="0"/>
                            </p:stCondLst>
                            <p:childTnLst>
                              <p:par>
                                <p:cTn id="320" presetID="17" presetClass="entr" presetSubtype="8" fill="hold" grpId="0" nodeType="clickEffect">
                                  <p:stCondLst>
                                    <p:cond delay="0"/>
                                  </p:stCondLst>
                                  <p:childTnLst>
                                    <p:set>
                                      <p:cBhvr>
                                        <p:cTn id="321" dur="1" fill="hold">
                                          <p:stCondLst>
                                            <p:cond delay="0"/>
                                          </p:stCondLst>
                                        </p:cTn>
                                        <p:tgtEl>
                                          <p:spTgt spid="402578"/>
                                        </p:tgtEl>
                                        <p:attrNameLst>
                                          <p:attrName>style.visibility</p:attrName>
                                        </p:attrNameLst>
                                      </p:cBhvr>
                                      <p:to>
                                        <p:strVal val="visible"/>
                                      </p:to>
                                    </p:set>
                                    <p:anim calcmode="lin" valueType="num">
                                      <p:cBhvr>
                                        <p:cTn id="322" dur="500" fill="hold"/>
                                        <p:tgtEl>
                                          <p:spTgt spid="402578"/>
                                        </p:tgtEl>
                                        <p:attrNameLst>
                                          <p:attrName>ppt_x</p:attrName>
                                        </p:attrNameLst>
                                      </p:cBhvr>
                                      <p:tavLst>
                                        <p:tav tm="0">
                                          <p:val>
                                            <p:strVal val="#ppt_x-#ppt_w/2"/>
                                          </p:val>
                                        </p:tav>
                                        <p:tav tm="100000">
                                          <p:val>
                                            <p:strVal val="#ppt_x"/>
                                          </p:val>
                                        </p:tav>
                                      </p:tavLst>
                                    </p:anim>
                                    <p:anim calcmode="lin" valueType="num">
                                      <p:cBhvr>
                                        <p:cTn id="323" dur="500" fill="hold"/>
                                        <p:tgtEl>
                                          <p:spTgt spid="402578"/>
                                        </p:tgtEl>
                                        <p:attrNameLst>
                                          <p:attrName>ppt_y</p:attrName>
                                        </p:attrNameLst>
                                      </p:cBhvr>
                                      <p:tavLst>
                                        <p:tav tm="0">
                                          <p:val>
                                            <p:strVal val="#ppt_y"/>
                                          </p:val>
                                        </p:tav>
                                        <p:tav tm="100000">
                                          <p:val>
                                            <p:strVal val="#ppt_y"/>
                                          </p:val>
                                        </p:tav>
                                      </p:tavLst>
                                    </p:anim>
                                    <p:anim calcmode="lin" valueType="num">
                                      <p:cBhvr>
                                        <p:cTn id="324" dur="500" fill="hold"/>
                                        <p:tgtEl>
                                          <p:spTgt spid="402578"/>
                                        </p:tgtEl>
                                        <p:attrNameLst>
                                          <p:attrName>ppt_w</p:attrName>
                                        </p:attrNameLst>
                                      </p:cBhvr>
                                      <p:tavLst>
                                        <p:tav tm="0">
                                          <p:val>
                                            <p:fltVal val="0"/>
                                          </p:val>
                                        </p:tav>
                                        <p:tav tm="100000">
                                          <p:val>
                                            <p:strVal val="#ppt_w"/>
                                          </p:val>
                                        </p:tav>
                                      </p:tavLst>
                                    </p:anim>
                                    <p:anim calcmode="lin" valueType="num">
                                      <p:cBhvr>
                                        <p:cTn id="325" dur="500" fill="hold"/>
                                        <p:tgtEl>
                                          <p:spTgt spid="402578"/>
                                        </p:tgtEl>
                                        <p:attrNameLst>
                                          <p:attrName>ppt_h</p:attrName>
                                        </p:attrNameLst>
                                      </p:cBhvr>
                                      <p:tavLst>
                                        <p:tav tm="0">
                                          <p:val>
                                            <p:strVal val="#ppt_h"/>
                                          </p:val>
                                        </p:tav>
                                        <p:tav tm="100000">
                                          <p:val>
                                            <p:strVal val="#ppt_h"/>
                                          </p:val>
                                        </p:tav>
                                      </p:tavLst>
                                    </p:anim>
                                  </p:childTnLst>
                                </p:cTn>
                              </p:par>
                            </p:childTnLst>
                          </p:cTn>
                        </p:par>
                      </p:childTnLst>
                    </p:cTn>
                  </p:par>
                  <p:par>
                    <p:cTn id="326" fill="hold" nodeType="clickPar">
                      <p:stCondLst>
                        <p:cond delay="indefinite"/>
                      </p:stCondLst>
                      <p:childTnLst>
                        <p:par>
                          <p:cTn id="327" fill="hold" nodeType="withGroup">
                            <p:stCondLst>
                              <p:cond delay="0"/>
                            </p:stCondLst>
                            <p:childTnLst>
                              <p:par>
                                <p:cTn id="328" presetID="17" presetClass="entr" presetSubtype="8" fill="hold" grpId="0" nodeType="clickEffect">
                                  <p:stCondLst>
                                    <p:cond delay="0"/>
                                  </p:stCondLst>
                                  <p:childTnLst>
                                    <p:set>
                                      <p:cBhvr>
                                        <p:cTn id="329" dur="1" fill="hold">
                                          <p:stCondLst>
                                            <p:cond delay="0"/>
                                          </p:stCondLst>
                                        </p:cTn>
                                        <p:tgtEl>
                                          <p:spTgt spid="402576"/>
                                        </p:tgtEl>
                                        <p:attrNameLst>
                                          <p:attrName>style.visibility</p:attrName>
                                        </p:attrNameLst>
                                      </p:cBhvr>
                                      <p:to>
                                        <p:strVal val="visible"/>
                                      </p:to>
                                    </p:set>
                                    <p:anim calcmode="lin" valueType="num">
                                      <p:cBhvr>
                                        <p:cTn id="330" dur="500" fill="hold"/>
                                        <p:tgtEl>
                                          <p:spTgt spid="402576"/>
                                        </p:tgtEl>
                                        <p:attrNameLst>
                                          <p:attrName>ppt_x</p:attrName>
                                        </p:attrNameLst>
                                      </p:cBhvr>
                                      <p:tavLst>
                                        <p:tav tm="0">
                                          <p:val>
                                            <p:strVal val="#ppt_x-#ppt_w/2"/>
                                          </p:val>
                                        </p:tav>
                                        <p:tav tm="100000">
                                          <p:val>
                                            <p:strVal val="#ppt_x"/>
                                          </p:val>
                                        </p:tav>
                                      </p:tavLst>
                                    </p:anim>
                                    <p:anim calcmode="lin" valueType="num">
                                      <p:cBhvr>
                                        <p:cTn id="331" dur="500" fill="hold"/>
                                        <p:tgtEl>
                                          <p:spTgt spid="402576"/>
                                        </p:tgtEl>
                                        <p:attrNameLst>
                                          <p:attrName>ppt_y</p:attrName>
                                        </p:attrNameLst>
                                      </p:cBhvr>
                                      <p:tavLst>
                                        <p:tav tm="0">
                                          <p:val>
                                            <p:strVal val="#ppt_y"/>
                                          </p:val>
                                        </p:tav>
                                        <p:tav tm="100000">
                                          <p:val>
                                            <p:strVal val="#ppt_y"/>
                                          </p:val>
                                        </p:tav>
                                      </p:tavLst>
                                    </p:anim>
                                    <p:anim calcmode="lin" valueType="num">
                                      <p:cBhvr>
                                        <p:cTn id="332" dur="500" fill="hold"/>
                                        <p:tgtEl>
                                          <p:spTgt spid="402576"/>
                                        </p:tgtEl>
                                        <p:attrNameLst>
                                          <p:attrName>ppt_w</p:attrName>
                                        </p:attrNameLst>
                                      </p:cBhvr>
                                      <p:tavLst>
                                        <p:tav tm="0">
                                          <p:val>
                                            <p:fltVal val="0"/>
                                          </p:val>
                                        </p:tav>
                                        <p:tav tm="100000">
                                          <p:val>
                                            <p:strVal val="#ppt_w"/>
                                          </p:val>
                                        </p:tav>
                                      </p:tavLst>
                                    </p:anim>
                                    <p:anim calcmode="lin" valueType="num">
                                      <p:cBhvr>
                                        <p:cTn id="333" dur="500" fill="hold"/>
                                        <p:tgtEl>
                                          <p:spTgt spid="40257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34" grpId="0" animBg="1"/>
      <p:bldP spid="402439" grpId="0" animBg="1"/>
      <p:bldP spid="402440" grpId="0" animBg="1"/>
      <p:bldP spid="402462" grpId="0" animBg="1"/>
      <p:bldP spid="402469" grpId="0" autoUpdateAnimBg="0"/>
      <p:bldP spid="402470" grpId="0" autoUpdateAnimBg="0"/>
      <p:bldP spid="402487" grpId="0" autoUpdateAnimBg="0"/>
      <p:bldP spid="402488" grpId="0" autoUpdateAnimBg="0"/>
      <p:bldP spid="402498" grpId="0" animBg="1"/>
      <p:bldP spid="402499" grpId="0" animBg="1"/>
      <p:bldP spid="402500" grpId="0" animBg="1"/>
      <p:bldP spid="402501" grpId="0" animBg="1"/>
      <p:bldP spid="402502" grpId="0" animBg="1"/>
      <p:bldP spid="402503" grpId="0" animBg="1"/>
      <p:bldP spid="402504" grpId="0" animBg="1"/>
      <p:bldP spid="402505" grpId="0" animBg="1"/>
      <p:bldP spid="402506" grpId="0" animBg="1"/>
      <p:bldP spid="402527" grpId="0" animBg="1"/>
      <p:bldP spid="402528" grpId="0" animBg="1"/>
      <p:bldP spid="402529" grpId="0" animBg="1" autoUpdateAnimBg="0"/>
      <p:bldP spid="402548" grpId="0" animBg="1"/>
      <p:bldP spid="402549" grpId="0" animBg="1"/>
      <p:bldP spid="402550" grpId="0" animBg="1"/>
      <p:bldP spid="402551" grpId="0" animBg="1"/>
      <p:bldP spid="402552" grpId="0" animBg="1"/>
      <p:bldP spid="402553" grpId="0" animBg="1"/>
      <p:bldP spid="402554" grpId="0" animBg="1"/>
      <p:bldP spid="402555" grpId="0" animBg="1"/>
      <p:bldP spid="402556" grpId="0" animBg="1"/>
      <p:bldP spid="402557" grpId="0" animBg="1"/>
      <p:bldP spid="402558" grpId="0" animBg="1"/>
      <p:bldP spid="402559" grpId="0" autoUpdateAnimBg="0"/>
      <p:bldP spid="402560" grpId="0" animBg="1"/>
      <p:bldP spid="402561" grpId="0" animBg="1"/>
      <p:bldP spid="402575" grpId="0" autoUpdateAnimBg="0"/>
      <p:bldP spid="402576" grpId="0" autoUpdateAnimBg="0"/>
      <p:bldP spid="402577" grpId="0" autoUpdateAnimBg="0"/>
      <p:bldP spid="402578" grpId="0" autoUpdateAnimBg="0"/>
      <p:bldP spid="40259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AutoShape 2"/>
          <p:cNvSpPr>
            <a:spLocks noChangeArrowheads="1"/>
          </p:cNvSpPr>
          <p:nvPr/>
        </p:nvSpPr>
        <p:spPr bwMode="auto">
          <a:xfrm rot="-5400000">
            <a:off x="593725" y="3143250"/>
            <a:ext cx="1409700" cy="1219200"/>
          </a:xfrm>
          <a:prstGeom prst="hexagon">
            <a:avLst>
              <a:gd name="adj" fmla="val 28906"/>
              <a:gd name="vf" fmla="val 11547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483" name="Line 3"/>
          <p:cNvSpPr>
            <a:spLocks noChangeShapeType="1"/>
          </p:cNvSpPr>
          <p:nvPr/>
        </p:nvSpPr>
        <p:spPr bwMode="auto">
          <a:xfrm>
            <a:off x="363538" y="2795588"/>
            <a:ext cx="4195762" cy="111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484" name="Group 4"/>
          <p:cNvGrpSpPr>
            <a:grpSpLocks/>
          </p:cNvGrpSpPr>
          <p:nvPr/>
        </p:nvGrpSpPr>
        <p:grpSpPr bwMode="auto">
          <a:xfrm>
            <a:off x="676275" y="1149350"/>
            <a:ext cx="1201738" cy="1643063"/>
            <a:chOff x="977" y="203"/>
            <a:chExt cx="619" cy="846"/>
          </a:xfrm>
        </p:grpSpPr>
        <p:sp>
          <p:nvSpPr>
            <p:cNvPr id="404485" name="Rectangle 5"/>
            <p:cNvSpPr>
              <a:spLocks noChangeArrowheads="1"/>
            </p:cNvSpPr>
            <p:nvPr/>
          </p:nvSpPr>
          <p:spPr bwMode="auto">
            <a:xfrm>
              <a:off x="977" y="203"/>
              <a:ext cx="619" cy="846"/>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486" name="Line 6"/>
            <p:cNvSpPr>
              <a:spLocks noChangeShapeType="1"/>
            </p:cNvSpPr>
            <p:nvPr/>
          </p:nvSpPr>
          <p:spPr bwMode="auto">
            <a:xfrm flipV="1">
              <a:off x="1294" y="203"/>
              <a:ext cx="0" cy="84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4487" name="Rectangle 7"/>
          <p:cNvSpPr>
            <a:spLocks noChangeArrowheads="1"/>
          </p:cNvSpPr>
          <p:nvPr/>
        </p:nvSpPr>
        <p:spPr bwMode="auto">
          <a:xfrm rot="5400000">
            <a:off x="2677319" y="1370806"/>
            <a:ext cx="1201738" cy="1641475"/>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488" name="Line 8"/>
          <p:cNvSpPr>
            <a:spLocks noChangeShapeType="1"/>
          </p:cNvSpPr>
          <p:nvPr/>
        </p:nvSpPr>
        <p:spPr bwMode="auto">
          <a:xfrm rot="5400000" flipV="1">
            <a:off x="3299619" y="1345407"/>
            <a:ext cx="0" cy="1655762"/>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489" name="Group 9"/>
          <p:cNvGrpSpPr>
            <a:grpSpLocks/>
          </p:cNvGrpSpPr>
          <p:nvPr/>
        </p:nvGrpSpPr>
        <p:grpSpPr bwMode="auto">
          <a:xfrm>
            <a:off x="2471738" y="2439988"/>
            <a:ext cx="1643062" cy="2228850"/>
            <a:chOff x="1901" y="868"/>
            <a:chExt cx="846" cy="1147"/>
          </a:xfrm>
        </p:grpSpPr>
        <p:sp>
          <p:nvSpPr>
            <p:cNvPr id="404490" name="Line 10"/>
            <p:cNvSpPr>
              <a:spLocks noChangeShapeType="1"/>
            </p:cNvSpPr>
            <p:nvPr/>
          </p:nvSpPr>
          <p:spPr bwMode="auto">
            <a:xfrm>
              <a:off x="1901" y="868"/>
              <a:ext cx="0" cy="10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491" name="Line 11"/>
            <p:cNvSpPr>
              <a:spLocks noChangeShapeType="1"/>
            </p:cNvSpPr>
            <p:nvPr/>
          </p:nvSpPr>
          <p:spPr bwMode="auto">
            <a:xfrm>
              <a:off x="2747" y="928"/>
              <a:ext cx="0" cy="10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4492" name="Rectangle 12"/>
          <p:cNvSpPr>
            <a:spLocks noChangeArrowheads="1"/>
          </p:cNvSpPr>
          <p:nvPr/>
        </p:nvSpPr>
        <p:spPr bwMode="auto">
          <a:xfrm>
            <a:off x="2471738" y="3027363"/>
            <a:ext cx="1643062" cy="1406525"/>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493" name="Line 13"/>
          <p:cNvSpPr>
            <a:spLocks noChangeShapeType="1"/>
          </p:cNvSpPr>
          <p:nvPr/>
        </p:nvSpPr>
        <p:spPr bwMode="auto">
          <a:xfrm>
            <a:off x="2471738" y="3379788"/>
            <a:ext cx="16430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494" name="Line 14"/>
          <p:cNvSpPr>
            <a:spLocks noChangeShapeType="1"/>
          </p:cNvSpPr>
          <p:nvPr/>
        </p:nvSpPr>
        <p:spPr bwMode="auto">
          <a:xfrm>
            <a:off x="2471738" y="4081463"/>
            <a:ext cx="164306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495" name="Group 15"/>
          <p:cNvGrpSpPr>
            <a:grpSpLocks/>
          </p:cNvGrpSpPr>
          <p:nvPr/>
        </p:nvGrpSpPr>
        <p:grpSpPr bwMode="auto">
          <a:xfrm>
            <a:off x="711200" y="3027363"/>
            <a:ext cx="3754438" cy="1422400"/>
            <a:chOff x="995" y="1170"/>
            <a:chExt cx="1933" cy="732"/>
          </a:xfrm>
        </p:grpSpPr>
        <p:sp>
          <p:nvSpPr>
            <p:cNvPr id="404496" name="Line 16"/>
            <p:cNvSpPr>
              <a:spLocks noChangeShapeType="1"/>
            </p:cNvSpPr>
            <p:nvPr/>
          </p:nvSpPr>
          <p:spPr bwMode="auto">
            <a:xfrm>
              <a:off x="1297" y="1170"/>
              <a:ext cx="151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497" name="Line 17"/>
            <p:cNvSpPr>
              <a:spLocks noChangeShapeType="1"/>
            </p:cNvSpPr>
            <p:nvPr/>
          </p:nvSpPr>
          <p:spPr bwMode="auto">
            <a:xfrm>
              <a:off x="995" y="1351"/>
              <a:ext cx="181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498" name="Line 18"/>
            <p:cNvSpPr>
              <a:spLocks noChangeShapeType="1"/>
            </p:cNvSpPr>
            <p:nvPr/>
          </p:nvSpPr>
          <p:spPr bwMode="auto">
            <a:xfrm>
              <a:off x="995" y="1713"/>
              <a:ext cx="181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499" name="Line 19"/>
            <p:cNvSpPr>
              <a:spLocks noChangeShapeType="1"/>
            </p:cNvSpPr>
            <p:nvPr/>
          </p:nvSpPr>
          <p:spPr bwMode="auto">
            <a:xfrm>
              <a:off x="1297" y="1902"/>
              <a:ext cx="151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0" name="Line 20"/>
            <p:cNvSpPr>
              <a:spLocks noChangeShapeType="1"/>
            </p:cNvSpPr>
            <p:nvPr/>
          </p:nvSpPr>
          <p:spPr bwMode="auto">
            <a:xfrm>
              <a:off x="1720" y="1532"/>
              <a:ext cx="1208"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4501" name="Line 21"/>
          <p:cNvSpPr>
            <a:spLocks noChangeShapeType="1"/>
          </p:cNvSpPr>
          <p:nvPr/>
        </p:nvSpPr>
        <p:spPr bwMode="auto">
          <a:xfrm flipH="1" flipV="1">
            <a:off x="1954213" y="2879725"/>
            <a:ext cx="2698750" cy="1760538"/>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2" name="Line 22"/>
          <p:cNvSpPr>
            <a:spLocks noChangeShapeType="1"/>
          </p:cNvSpPr>
          <p:nvPr/>
        </p:nvSpPr>
        <p:spPr bwMode="auto">
          <a:xfrm flipH="1" flipV="1">
            <a:off x="3771900" y="1500188"/>
            <a:ext cx="0" cy="25812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3" name="Line 23"/>
          <p:cNvSpPr>
            <a:spLocks noChangeShapeType="1"/>
          </p:cNvSpPr>
          <p:nvPr/>
        </p:nvSpPr>
        <p:spPr bwMode="auto">
          <a:xfrm flipH="1" flipV="1">
            <a:off x="2744788" y="1500188"/>
            <a:ext cx="0" cy="18796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504" name="Group 24"/>
          <p:cNvGrpSpPr>
            <a:grpSpLocks/>
          </p:cNvGrpSpPr>
          <p:nvPr/>
        </p:nvGrpSpPr>
        <p:grpSpPr bwMode="auto">
          <a:xfrm flipV="1">
            <a:off x="946150" y="3224213"/>
            <a:ext cx="3168650" cy="1039812"/>
            <a:chOff x="808" y="1271"/>
            <a:chExt cx="1631" cy="536"/>
          </a:xfrm>
        </p:grpSpPr>
        <p:sp>
          <p:nvSpPr>
            <p:cNvPr id="404505" name="Line 25"/>
            <p:cNvSpPr>
              <a:spLocks noChangeShapeType="1"/>
            </p:cNvSpPr>
            <p:nvPr/>
          </p:nvSpPr>
          <p:spPr bwMode="auto">
            <a:xfrm flipH="1">
              <a:off x="869" y="1271"/>
              <a:ext cx="157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6" name="Line 26"/>
            <p:cNvSpPr>
              <a:spLocks noChangeShapeType="1"/>
            </p:cNvSpPr>
            <p:nvPr/>
          </p:nvSpPr>
          <p:spPr bwMode="auto">
            <a:xfrm flipH="1">
              <a:off x="808" y="1807"/>
              <a:ext cx="78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04507" name="Line 27"/>
          <p:cNvSpPr>
            <a:spLocks noChangeShapeType="1"/>
          </p:cNvSpPr>
          <p:nvPr/>
        </p:nvSpPr>
        <p:spPr bwMode="auto">
          <a:xfrm flipH="1">
            <a:off x="1884363" y="4264025"/>
            <a:ext cx="2349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8" name="Line 28"/>
          <p:cNvSpPr>
            <a:spLocks noChangeShapeType="1"/>
          </p:cNvSpPr>
          <p:nvPr/>
        </p:nvSpPr>
        <p:spPr bwMode="auto">
          <a:xfrm flipH="1">
            <a:off x="1900238" y="3224213"/>
            <a:ext cx="2349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09" name="Line 29"/>
          <p:cNvSpPr>
            <a:spLocks noChangeShapeType="1"/>
          </p:cNvSpPr>
          <p:nvPr/>
        </p:nvSpPr>
        <p:spPr bwMode="auto">
          <a:xfrm flipV="1">
            <a:off x="2428875" y="1590675"/>
            <a:ext cx="350838" cy="234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10" name="Line 30"/>
          <p:cNvSpPr>
            <a:spLocks noChangeShapeType="1"/>
          </p:cNvSpPr>
          <p:nvPr/>
        </p:nvSpPr>
        <p:spPr bwMode="auto">
          <a:xfrm>
            <a:off x="2471738" y="2557463"/>
            <a:ext cx="307975" cy="2111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11" name="Line 31"/>
          <p:cNvSpPr>
            <a:spLocks noChangeShapeType="1"/>
          </p:cNvSpPr>
          <p:nvPr/>
        </p:nvSpPr>
        <p:spPr bwMode="auto">
          <a:xfrm flipV="1">
            <a:off x="3762375" y="2541588"/>
            <a:ext cx="352425" cy="234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12" name="Line 32"/>
          <p:cNvSpPr>
            <a:spLocks noChangeShapeType="1"/>
          </p:cNvSpPr>
          <p:nvPr/>
        </p:nvSpPr>
        <p:spPr bwMode="auto">
          <a:xfrm flipH="1" flipV="1">
            <a:off x="3768725" y="1590675"/>
            <a:ext cx="352425" cy="234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513" name="Group 33"/>
          <p:cNvGrpSpPr>
            <a:grpSpLocks/>
          </p:cNvGrpSpPr>
          <p:nvPr/>
        </p:nvGrpSpPr>
        <p:grpSpPr bwMode="auto">
          <a:xfrm>
            <a:off x="946150" y="1127125"/>
            <a:ext cx="650875" cy="1676400"/>
            <a:chOff x="1116" y="192"/>
            <a:chExt cx="335" cy="863"/>
          </a:xfrm>
        </p:grpSpPr>
        <p:sp>
          <p:nvSpPr>
            <p:cNvPr id="404514" name="Oval 34"/>
            <p:cNvSpPr>
              <a:spLocks noChangeArrowheads="1"/>
            </p:cNvSpPr>
            <p:nvPr/>
          </p:nvSpPr>
          <p:spPr bwMode="auto">
            <a:xfrm>
              <a:off x="1116" y="1026"/>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15" name="Oval 35"/>
            <p:cNvSpPr>
              <a:spLocks noChangeArrowheads="1"/>
            </p:cNvSpPr>
            <p:nvPr/>
          </p:nvSpPr>
          <p:spPr bwMode="auto">
            <a:xfrm>
              <a:off x="1116" y="192"/>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16" name="Oval 36"/>
            <p:cNvSpPr>
              <a:spLocks noChangeArrowheads="1"/>
            </p:cNvSpPr>
            <p:nvPr/>
          </p:nvSpPr>
          <p:spPr bwMode="auto">
            <a:xfrm>
              <a:off x="1422" y="1020"/>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17" name="Oval 37"/>
            <p:cNvSpPr>
              <a:spLocks noChangeArrowheads="1"/>
            </p:cNvSpPr>
            <p:nvPr/>
          </p:nvSpPr>
          <p:spPr bwMode="auto">
            <a:xfrm>
              <a:off x="1422" y="192"/>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4518" name="Group 38"/>
          <p:cNvGrpSpPr>
            <a:grpSpLocks/>
          </p:cNvGrpSpPr>
          <p:nvPr/>
        </p:nvGrpSpPr>
        <p:grpSpPr bwMode="auto">
          <a:xfrm>
            <a:off x="2414588" y="1779588"/>
            <a:ext cx="1717675" cy="803275"/>
            <a:chOff x="1872" y="528"/>
            <a:chExt cx="884" cy="413"/>
          </a:xfrm>
        </p:grpSpPr>
        <p:sp>
          <p:nvSpPr>
            <p:cNvPr id="404519" name="Oval 39"/>
            <p:cNvSpPr>
              <a:spLocks noChangeArrowheads="1"/>
            </p:cNvSpPr>
            <p:nvPr/>
          </p:nvSpPr>
          <p:spPr bwMode="auto">
            <a:xfrm>
              <a:off x="1872" y="528"/>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0" name="Oval 40"/>
            <p:cNvSpPr>
              <a:spLocks noChangeArrowheads="1"/>
            </p:cNvSpPr>
            <p:nvPr/>
          </p:nvSpPr>
          <p:spPr bwMode="auto">
            <a:xfrm>
              <a:off x="2727" y="531"/>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1" name="Oval 41"/>
            <p:cNvSpPr>
              <a:spLocks noChangeArrowheads="1"/>
            </p:cNvSpPr>
            <p:nvPr/>
          </p:nvSpPr>
          <p:spPr bwMode="auto">
            <a:xfrm>
              <a:off x="1872" y="912"/>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2" name="Oval 42"/>
            <p:cNvSpPr>
              <a:spLocks noChangeArrowheads="1"/>
            </p:cNvSpPr>
            <p:nvPr/>
          </p:nvSpPr>
          <p:spPr bwMode="auto">
            <a:xfrm>
              <a:off x="2724" y="912"/>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4523" name="Group 43"/>
          <p:cNvGrpSpPr>
            <a:grpSpLocks/>
          </p:cNvGrpSpPr>
          <p:nvPr/>
        </p:nvGrpSpPr>
        <p:grpSpPr bwMode="auto">
          <a:xfrm>
            <a:off x="2711450" y="1558925"/>
            <a:ext cx="1082675" cy="1250950"/>
            <a:chOff x="2025" y="414"/>
            <a:chExt cx="557" cy="644"/>
          </a:xfrm>
        </p:grpSpPr>
        <p:sp>
          <p:nvSpPr>
            <p:cNvPr id="404524" name="Oval 44"/>
            <p:cNvSpPr>
              <a:spLocks noChangeArrowheads="1"/>
            </p:cNvSpPr>
            <p:nvPr/>
          </p:nvSpPr>
          <p:spPr bwMode="auto">
            <a:xfrm>
              <a:off x="2553" y="417"/>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5" name="Oval 45"/>
            <p:cNvSpPr>
              <a:spLocks noChangeArrowheads="1"/>
            </p:cNvSpPr>
            <p:nvPr/>
          </p:nvSpPr>
          <p:spPr bwMode="auto">
            <a:xfrm>
              <a:off x="2553" y="1029"/>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6" name="Oval 46"/>
            <p:cNvSpPr>
              <a:spLocks noChangeArrowheads="1"/>
            </p:cNvSpPr>
            <p:nvPr/>
          </p:nvSpPr>
          <p:spPr bwMode="auto">
            <a:xfrm>
              <a:off x="2025" y="414"/>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27" name="Oval 47"/>
            <p:cNvSpPr>
              <a:spLocks noChangeArrowheads="1"/>
            </p:cNvSpPr>
            <p:nvPr/>
          </p:nvSpPr>
          <p:spPr bwMode="auto">
            <a:xfrm>
              <a:off x="2031" y="1023"/>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4528" name="Group 48"/>
          <p:cNvGrpSpPr>
            <a:grpSpLocks/>
          </p:cNvGrpSpPr>
          <p:nvPr/>
        </p:nvGrpSpPr>
        <p:grpSpPr bwMode="auto">
          <a:xfrm>
            <a:off x="2414588" y="1593850"/>
            <a:ext cx="1660525" cy="1230313"/>
            <a:chOff x="1881" y="423"/>
            <a:chExt cx="855" cy="633"/>
          </a:xfrm>
        </p:grpSpPr>
        <p:sp>
          <p:nvSpPr>
            <p:cNvPr id="404529" name="Line 49"/>
            <p:cNvSpPr>
              <a:spLocks noChangeShapeType="1"/>
            </p:cNvSpPr>
            <p:nvPr/>
          </p:nvSpPr>
          <p:spPr bwMode="auto">
            <a:xfrm flipH="1">
              <a:off x="1884" y="426"/>
              <a:ext cx="288" cy="24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0" name="Line 50"/>
            <p:cNvSpPr>
              <a:spLocks noChangeShapeType="1"/>
            </p:cNvSpPr>
            <p:nvPr/>
          </p:nvSpPr>
          <p:spPr bwMode="auto">
            <a:xfrm flipH="1">
              <a:off x="1881" y="423"/>
              <a:ext cx="480" cy="427"/>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1" name="Line 51"/>
            <p:cNvSpPr>
              <a:spLocks noChangeShapeType="1"/>
            </p:cNvSpPr>
            <p:nvPr/>
          </p:nvSpPr>
          <p:spPr bwMode="auto">
            <a:xfrm flipH="1">
              <a:off x="1968" y="432"/>
              <a:ext cx="576" cy="52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2" name="Line 52"/>
            <p:cNvSpPr>
              <a:spLocks noChangeShapeType="1"/>
            </p:cNvSpPr>
            <p:nvPr/>
          </p:nvSpPr>
          <p:spPr bwMode="auto">
            <a:xfrm flipH="1">
              <a:off x="2103" y="516"/>
              <a:ext cx="576" cy="52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3" name="Line 53"/>
            <p:cNvSpPr>
              <a:spLocks noChangeShapeType="1"/>
            </p:cNvSpPr>
            <p:nvPr/>
          </p:nvSpPr>
          <p:spPr bwMode="auto">
            <a:xfrm flipH="1">
              <a:off x="2304" y="672"/>
              <a:ext cx="432" cy="384"/>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4" name="Line 54"/>
            <p:cNvSpPr>
              <a:spLocks noChangeShapeType="1"/>
            </p:cNvSpPr>
            <p:nvPr/>
          </p:nvSpPr>
          <p:spPr bwMode="auto">
            <a:xfrm flipH="1">
              <a:off x="2496" y="816"/>
              <a:ext cx="240" cy="24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5" name="Line 55"/>
            <p:cNvSpPr>
              <a:spLocks noChangeShapeType="1"/>
            </p:cNvSpPr>
            <p:nvPr/>
          </p:nvSpPr>
          <p:spPr bwMode="auto">
            <a:xfrm flipH="1">
              <a:off x="2037" y="480"/>
              <a:ext cx="576" cy="52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6" name="Line 56"/>
            <p:cNvSpPr>
              <a:spLocks noChangeShapeType="1"/>
            </p:cNvSpPr>
            <p:nvPr/>
          </p:nvSpPr>
          <p:spPr bwMode="auto">
            <a:xfrm flipH="1">
              <a:off x="2208" y="572"/>
              <a:ext cx="528" cy="484"/>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7" name="Line 57"/>
            <p:cNvSpPr>
              <a:spLocks noChangeShapeType="1"/>
            </p:cNvSpPr>
            <p:nvPr/>
          </p:nvSpPr>
          <p:spPr bwMode="auto">
            <a:xfrm flipH="1">
              <a:off x="2400" y="757"/>
              <a:ext cx="336" cy="299"/>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8" name="Line 58"/>
            <p:cNvSpPr>
              <a:spLocks noChangeShapeType="1"/>
            </p:cNvSpPr>
            <p:nvPr/>
          </p:nvSpPr>
          <p:spPr bwMode="auto">
            <a:xfrm flipH="1">
              <a:off x="1896" y="440"/>
              <a:ext cx="552" cy="491"/>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39" name="Line 59"/>
            <p:cNvSpPr>
              <a:spLocks noChangeShapeType="1"/>
            </p:cNvSpPr>
            <p:nvPr/>
          </p:nvSpPr>
          <p:spPr bwMode="auto">
            <a:xfrm flipH="1">
              <a:off x="1893" y="441"/>
              <a:ext cx="363" cy="303"/>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4540" name="Group 60"/>
          <p:cNvGrpSpPr>
            <a:grpSpLocks/>
          </p:cNvGrpSpPr>
          <p:nvPr/>
        </p:nvGrpSpPr>
        <p:grpSpPr bwMode="auto">
          <a:xfrm>
            <a:off x="957263" y="3178175"/>
            <a:ext cx="639762" cy="68263"/>
            <a:chOff x="1122" y="1248"/>
            <a:chExt cx="329" cy="35"/>
          </a:xfrm>
        </p:grpSpPr>
        <p:sp>
          <p:nvSpPr>
            <p:cNvPr id="404541" name="Oval 61"/>
            <p:cNvSpPr>
              <a:spLocks noChangeArrowheads="1"/>
            </p:cNvSpPr>
            <p:nvPr/>
          </p:nvSpPr>
          <p:spPr bwMode="auto">
            <a:xfrm>
              <a:off x="1122" y="1254"/>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42" name="Oval 62"/>
            <p:cNvSpPr>
              <a:spLocks noChangeArrowheads="1"/>
            </p:cNvSpPr>
            <p:nvPr/>
          </p:nvSpPr>
          <p:spPr bwMode="auto">
            <a:xfrm>
              <a:off x="1422" y="1248"/>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4543" name="Group 63"/>
          <p:cNvGrpSpPr>
            <a:grpSpLocks/>
          </p:cNvGrpSpPr>
          <p:nvPr/>
        </p:nvGrpSpPr>
        <p:grpSpPr bwMode="auto">
          <a:xfrm>
            <a:off x="946150" y="4227513"/>
            <a:ext cx="661988" cy="57150"/>
            <a:chOff x="1116" y="1788"/>
            <a:chExt cx="341" cy="29"/>
          </a:xfrm>
        </p:grpSpPr>
        <p:sp>
          <p:nvSpPr>
            <p:cNvPr id="404544" name="Oval 64"/>
            <p:cNvSpPr>
              <a:spLocks noChangeArrowheads="1"/>
            </p:cNvSpPr>
            <p:nvPr/>
          </p:nvSpPr>
          <p:spPr bwMode="auto">
            <a:xfrm>
              <a:off x="1428" y="1788"/>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45" name="Oval 65"/>
            <p:cNvSpPr>
              <a:spLocks noChangeArrowheads="1"/>
            </p:cNvSpPr>
            <p:nvPr/>
          </p:nvSpPr>
          <p:spPr bwMode="auto">
            <a:xfrm>
              <a:off x="1116" y="1788"/>
              <a:ext cx="29" cy="29"/>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04546" name="Text Box 66"/>
          <p:cNvSpPr txBox="1">
            <a:spLocks noChangeArrowheads="1"/>
          </p:cNvSpPr>
          <p:nvPr/>
        </p:nvSpPr>
        <p:spPr bwMode="auto">
          <a:xfrm>
            <a:off x="4540250" y="3494088"/>
            <a:ext cx="1943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Arial" charset="0"/>
              </a:rPr>
              <a:t>A.V.P30</a:t>
            </a:r>
            <a:r>
              <a:rPr lang="en-US" altLang="en-US" sz="1200" b="0" baseline="30000">
                <a:latin typeface="Arial" charset="0"/>
              </a:rPr>
              <a:t>0</a:t>
            </a:r>
            <a:r>
              <a:rPr lang="en-US" altLang="en-US" sz="1200" b="0">
                <a:latin typeface="Arial" charset="0"/>
              </a:rPr>
              <a:t> inclined to Vp</a:t>
            </a:r>
          </a:p>
          <a:p>
            <a:pPr eaLnBrk="1" hangingPunct="1"/>
            <a:r>
              <a:rPr lang="en-US" altLang="en-US" sz="1200" b="0">
                <a:latin typeface="Arial" charset="0"/>
              </a:rPr>
              <a:t>Through mid-point of axis.</a:t>
            </a:r>
          </a:p>
        </p:txBody>
      </p:sp>
      <p:sp>
        <p:nvSpPr>
          <p:cNvPr id="404547" name="Line 67"/>
          <p:cNvSpPr>
            <a:spLocks noChangeShapeType="1"/>
          </p:cNvSpPr>
          <p:nvPr/>
        </p:nvSpPr>
        <p:spPr bwMode="auto">
          <a:xfrm flipH="1" flipV="1">
            <a:off x="1574800" y="4513263"/>
            <a:ext cx="1958975" cy="1276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48" name="Line 68"/>
          <p:cNvSpPr>
            <a:spLocks noChangeShapeType="1"/>
          </p:cNvSpPr>
          <p:nvPr/>
        </p:nvSpPr>
        <p:spPr bwMode="auto">
          <a:xfrm flipH="1">
            <a:off x="831850" y="3178175"/>
            <a:ext cx="1652588" cy="270510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49" name="Line 69"/>
          <p:cNvSpPr>
            <a:spLocks noChangeShapeType="1"/>
          </p:cNvSpPr>
          <p:nvPr/>
        </p:nvSpPr>
        <p:spPr bwMode="auto">
          <a:xfrm flipH="1">
            <a:off x="1076325" y="3365500"/>
            <a:ext cx="1652588" cy="2703513"/>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50" name="Line 70"/>
          <p:cNvSpPr>
            <a:spLocks noChangeShapeType="1"/>
          </p:cNvSpPr>
          <p:nvPr/>
        </p:nvSpPr>
        <p:spPr bwMode="auto">
          <a:xfrm flipH="1">
            <a:off x="2212975" y="4029075"/>
            <a:ext cx="1589088" cy="2600325"/>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51" name="Line 71"/>
          <p:cNvSpPr>
            <a:spLocks noChangeShapeType="1"/>
          </p:cNvSpPr>
          <p:nvPr/>
        </p:nvSpPr>
        <p:spPr bwMode="auto">
          <a:xfrm flipH="1">
            <a:off x="2647950" y="4262438"/>
            <a:ext cx="1444625" cy="2366962"/>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52" name="Oval 72"/>
          <p:cNvSpPr>
            <a:spLocks noChangeArrowheads="1"/>
          </p:cNvSpPr>
          <p:nvPr/>
        </p:nvSpPr>
        <p:spPr bwMode="auto">
          <a:xfrm>
            <a:off x="2921000" y="5381625"/>
            <a:ext cx="57150"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3" name="Oval 73"/>
          <p:cNvSpPr>
            <a:spLocks noChangeArrowheads="1"/>
          </p:cNvSpPr>
          <p:nvPr/>
        </p:nvSpPr>
        <p:spPr bwMode="auto">
          <a:xfrm>
            <a:off x="1873250" y="4705350"/>
            <a:ext cx="55563"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4" name="Oval 74"/>
          <p:cNvSpPr>
            <a:spLocks noChangeArrowheads="1"/>
          </p:cNvSpPr>
          <p:nvPr/>
        </p:nvSpPr>
        <p:spPr bwMode="auto">
          <a:xfrm>
            <a:off x="1482725" y="4764088"/>
            <a:ext cx="55563" cy="55562"/>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5" name="Oval 75"/>
          <p:cNvSpPr>
            <a:spLocks noChangeArrowheads="1"/>
          </p:cNvSpPr>
          <p:nvPr/>
        </p:nvSpPr>
        <p:spPr bwMode="auto">
          <a:xfrm>
            <a:off x="3101975" y="5813425"/>
            <a:ext cx="57150" cy="55563"/>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6" name="Oval 76"/>
          <p:cNvSpPr>
            <a:spLocks noChangeArrowheads="1"/>
          </p:cNvSpPr>
          <p:nvPr/>
        </p:nvSpPr>
        <p:spPr bwMode="auto">
          <a:xfrm>
            <a:off x="2735263" y="6424613"/>
            <a:ext cx="57150"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7" name="Oval 77"/>
          <p:cNvSpPr>
            <a:spLocks noChangeArrowheads="1"/>
          </p:cNvSpPr>
          <p:nvPr/>
        </p:nvSpPr>
        <p:spPr bwMode="auto">
          <a:xfrm>
            <a:off x="2286000" y="6442075"/>
            <a:ext cx="57150"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8" name="Oval 78"/>
          <p:cNvSpPr>
            <a:spLocks noChangeArrowheads="1"/>
          </p:cNvSpPr>
          <p:nvPr/>
        </p:nvSpPr>
        <p:spPr bwMode="auto">
          <a:xfrm>
            <a:off x="1225550" y="5765800"/>
            <a:ext cx="57150"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59" name="Oval 79"/>
          <p:cNvSpPr>
            <a:spLocks noChangeArrowheads="1"/>
          </p:cNvSpPr>
          <p:nvPr/>
        </p:nvSpPr>
        <p:spPr bwMode="auto">
          <a:xfrm>
            <a:off x="1109663" y="5322888"/>
            <a:ext cx="55562" cy="57150"/>
          </a:xfrm>
          <a:prstGeom prst="ellipse">
            <a:avLst/>
          </a:prstGeom>
          <a:solidFill>
            <a:schemeClr val="accent1"/>
          </a:solidFill>
          <a:ln w="63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560" name="Line 80"/>
          <p:cNvSpPr>
            <a:spLocks noChangeShapeType="1"/>
          </p:cNvSpPr>
          <p:nvPr/>
        </p:nvSpPr>
        <p:spPr bwMode="auto">
          <a:xfrm flipH="1">
            <a:off x="1482725" y="4764088"/>
            <a:ext cx="3730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1" name="Line 81"/>
          <p:cNvSpPr>
            <a:spLocks noChangeShapeType="1"/>
          </p:cNvSpPr>
          <p:nvPr/>
        </p:nvSpPr>
        <p:spPr bwMode="auto">
          <a:xfrm flipH="1">
            <a:off x="1109663" y="4764088"/>
            <a:ext cx="373062" cy="6524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2" name="Line 82"/>
          <p:cNvSpPr>
            <a:spLocks noChangeShapeType="1"/>
          </p:cNvSpPr>
          <p:nvPr/>
        </p:nvSpPr>
        <p:spPr bwMode="auto">
          <a:xfrm>
            <a:off x="1109663" y="5322888"/>
            <a:ext cx="92075" cy="4667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3" name="Line 83"/>
          <p:cNvSpPr>
            <a:spLocks noChangeShapeType="1"/>
          </p:cNvSpPr>
          <p:nvPr/>
        </p:nvSpPr>
        <p:spPr bwMode="auto">
          <a:xfrm>
            <a:off x="1201738" y="5789613"/>
            <a:ext cx="1119187" cy="6524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4" name="Line 84"/>
          <p:cNvSpPr>
            <a:spLocks noChangeShapeType="1"/>
          </p:cNvSpPr>
          <p:nvPr/>
        </p:nvSpPr>
        <p:spPr bwMode="auto">
          <a:xfrm>
            <a:off x="2320925" y="6442075"/>
            <a:ext cx="4667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5" name="Line 85"/>
          <p:cNvSpPr>
            <a:spLocks noChangeShapeType="1"/>
          </p:cNvSpPr>
          <p:nvPr/>
        </p:nvSpPr>
        <p:spPr bwMode="auto">
          <a:xfrm flipV="1">
            <a:off x="2787650" y="5789613"/>
            <a:ext cx="373063" cy="6524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66" name="Line 86"/>
          <p:cNvSpPr>
            <a:spLocks noChangeShapeType="1"/>
          </p:cNvSpPr>
          <p:nvPr/>
        </p:nvSpPr>
        <p:spPr bwMode="auto">
          <a:xfrm flipH="1" flipV="1">
            <a:off x="2974975" y="5416550"/>
            <a:ext cx="185738" cy="4667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4567" name="Group 87"/>
          <p:cNvGrpSpPr>
            <a:grpSpLocks/>
          </p:cNvGrpSpPr>
          <p:nvPr/>
        </p:nvGrpSpPr>
        <p:grpSpPr bwMode="auto">
          <a:xfrm>
            <a:off x="0" y="2508250"/>
            <a:ext cx="4795838" cy="339725"/>
            <a:chOff x="629" y="903"/>
            <a:chExt cx="2469" cy="175"/>
          </a:xfrm>
        </p:grpSpPr>
        <p:sp>
          <p:nvSpPr>
            <p:cNvPr id="404568" name="Text Box 88"/>
            <p:cNvSpPr txBox="1">
              <a:spLocks noChangeArrowheads="1"/>
            </p:cNvSpPr>
            <p:nvPr/>
          </p:nvSpPr>
          <p:spPr bwMode="auto">
            <a:xfrm>
              <a:off x="629" y="903"/>
              <a:ext cx="170"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b="0">
                  <a:latin typeface="Times New Roman" charset="0"/>
                </a:rPr>
                <a:t>X</a:t>
              </a:r>
            </a:p>
          </p:txBody>
        </p:sp>
        <p:sp>
          <p:nvSpPr>
            <p:cNvPr id="404569" name="Text Box 89"/>
            <p:cNvSpPr txBox="1">
              <a:spLocks noChangeArrowheads="1"/>
            </p:cNvSpPr>
            <p:nvPr/>
          </p:nvSpPr>
          <p:spPr bwMode="auto">
            <a:xfrm>
              <a:off x="2929" y="904"/>
              <a:ext cx="16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b="0">
                  <a:latin typeface="Times New Roman" charset="0"/>
                </a:rPr>
                <a:t>Y</a:t>
              </a:r>
            </a:p>
          </p:txBody>
        </p:sp>
      </p:grpSp>
      <p:sp>
        <p:nvSpPr>
          <p:cNvPr id="404570" name="Text Box 90"/>
          <p:cNvSpPr txBox="1">
            <a:spLocks noChangeArrowheads="1"/>
          </p:cNvSpPr>
          <p:nvPr/>
        </p:nvSpPr>
        <p:spPr bwMode="auto">
          <a:xfrm rot="1977048">
            <a:off x="2220913" y="3549650"/>
            <a:ext cx="22987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900" b="0">
                <a:latin typeface="Times New Roman" charset="0"/>
              </a:rPr>
              <a:t>1,2   3,8                                       4,7            5,6</a:t>
            </a:r>
          </a:p>
        </p:txBody>
      </p:sp>
      <p:grpSp>
        <p:nvGrpSpPr>
          <p:cNvPr id="404571" name="Group 91"/>
          <p:cNvGrpSpPr>
            <a:grpSpLocks/>
          </p:cNvGrpSpPr>
          <p:nvPr/>
        </p:nvGrpSpPr>
        <p:grpSpPr bwMode="auto">
          <a:xfrm>
            <a:off x="2208213" y="1314450"/>
            <a:ext cx="2078037" cy="1662113"/>
            <a:chOff x="1766" y="288"/>
            <a:chExt cx="1069" cy="856"/>
          </a:xfrm>
        </p:grpSpPr>
        <p:sp>
          <p:nvSpPr>
            <p:cNvPr id="404572" name="Text Box 92"/>
            <p:cNvSpPr txBox="1">
              <a:spLocks noChangeArrowheads="1"/>
            </p:cNvSpPr>
            <p:nvPr/>
          </p:nvSpPr>
          <p:spPr bwMode="auto">
            <a:xfrm>
              <a:off x="1766" y="854"/>
              <a:ext cx="127"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1</a:t>
              </a:r>
            </a:p>
          </p:txBody>
        </p:sp>
        <p:sp>
          <p:nvSpPr>
            <p:cNvPr id="404573" name="Text Box 93"/>
            <p:cNvSpPr txBox="1">
              <a:spLocks noChangeArrowheads="1"/>
            </p:cNvSpPr>
            <p:nvPr/>
          </p:nvSpPr>
          <p:spPr bwMode="auto">
            <a:xfrm>
              <a:off x="1771" y="472"/>
              <a:ext cx="128"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2</a:t>
              </a:r>
            </a:p>
          </p:txBody>
        </p:sp>
        <p:sp>
          <p:nvSpPr>
            <p:cNvPr id="404574" name="Text Box 94"/>
            <p:cNvSpPr txBox="1">
              <a:spLocks noChangeArrowheads="1"/>
            </p:cNvSpPr>
            <p:nvPr/>
          </p:nvSpPr>
          <p:spPr bwMode="auto">
            <a:xfrm>
              <a:off x="1968" y="288"/>
              <a:ext cx="127"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3</a:t>
              </a:r>
            </a:p>
          </p:txBody>
        </p:sp>
        <p:sp>
          <p:nvSpPr>
            <p:cNvPr id="404575" name="Text Box 95"/>
            <p:cNvSpPr txBox="1">
              <a:spLocks noChangeArrowheads="1"/>
            </p:cNvSpPr>
            <p:nvPr/>
          </p:nvSpPr>
          <p:spPr bwMode="auto">
            <a:xfrm>
              <a:off x="2487" y="298"/>
              <a:ext cx="128"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4</a:t>
              </a:r>
            </a:p>
          </p:txBody>
        </p:sp>
        <p:sp>
          <p:nvSpPr>
            <p:cNvPr id="404576" name="Text Box 96"/>
            <p:cNvSpPr txBox="1">
              <a:spLocks noChangeArrowheads="1"/>
            </p:cNvSpPr>
            <p:nvPr/>
          </p:nvSpPr>
          <p:spPr bwMode="auto">
            <a:xfrm>
              <a:off x="2708" y="461"/>
              <a:ext cx="127"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5</a:t>
              </a:r>
            </a:p>
          </p:txBody>
        </p:sp>
        <p:sp>
          <p:nvSpPr>
            <p:cNvPr id="404577" name="Text Box 97"/>
            <p:cNvSpPr txBox="1">
              <a:spLocks noChangeArrowheads="1"/>
            </p:cNvSpPr>
            <p:nvPr/>
          </p:nvSpPr>
          <p:spPr bwMode="auto">
            <a:xfrm>
              <a:off x="2701" y="840"/>
              <a:ext cx="127"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6</a:t>
              </a:r>
            </a:p>
          </p:txBody>
        </p:sp>
        <p:sp>
          <p:nvSpPr>
            <p:cNvPr id="404578" name="Text Box 98"/>
            <p:cNvSpPr txBox="1">
              <a:spLocks noChangeArrowheads="1"/>
            </p:cNvSpPr>
            <p:nvPr/>
          </p:nvSpPr>
          <p:spPr bwMode="auto">
            <a:xfrm>
              <a:off x="2493" y="1018"/>
              <a:ext cx="127"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7</a:t>
              </a:r>
            </a:p>
          </p:txBody>
        </p:sp>
        <p:sp>
          <p:nvSpPr>
            <p:cNvPr id="404579" name="Text Box 99"/>
            <p:cNvSpPr txBox="1">
              <a:spLocks noChangeArrowheads="1"/>
            </p:cNvSpPr>
            <p:nvPr/>
          </p:nvSpPr>
          <p:spPr bwMode="auto">
            <a:xfrm>
              <a:off x="1996" y="1016"/>
              <a:ext cx="128" cy="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8</a:t>
              </a:r>
            </a:p>
          </p:txBody>
        </p:sp>
      </p:grpSp>
      <p:grpSp>
        <p:nvGrpSpPr>
          <p:cNvPr id="404580" name="Group 100"/>
          <p:cNvGrpSpPr>
            <a:grpSpLocks/>
          </p:cNvGrpSpPr>
          <p:nvPr/>
        </p:nvGrpSpPr>
        <p:grpSpPr bwMode="auto">
          <a:xfrm rot="2007377">
            <a:off x="912813" y="4711700"/>
            <a:ext cx="2409825" cy="1716088"/>
            <a:chOff x="1776" y="275"/>
            <a:chExt cx="1050" cy="851"/>
          </a:xfrm>
        </p:grpSpPr>
        <p:sp>
          <p:nvSpPr>
            <p:cNvPr id="404581" name="Text Box 101"/>
            <p:cNvSpPr txBox="1">
              <a:spLocks noChangeArrowheads="1"/>
            </p:cNvSpPr>
            <p:nvPr/>
          </p:nvSpPr>
          <p:spPr bwMode="auto">
            <a:xfrm>
              <a:off x="1776" y="841"/>
              <a:ext cx="107"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2</a:t>
              </a:r>
            </a:p>
          </p:txBody>
        </p:sp>
        <p:sp>
          <p:nvSpPr>
            <p:cNvPr id="404582" name="Text Box 102"/>
            <p:cNvSpPr txBox="1">
              <a:spLocks noChangeArrowheads="1"/>
            </p:cNvSpPr>
            <p:nvPr/>
          </p:nvSpPr>
          <p:spPr bwMode="auto">
            <a:xfrm>
              <a:off x="1780" y="462"/>
              <a:ext cx="10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1</a:t>
              </a:r>
            </a:p>
          </p:txBody>
        </p:sp>
        <p:sp>
          <p:nvSpPr>
            <p:cNvPr id="404583" name="Text Box 103"/>
            <p:cNvSpPr txBox="1">
              <a:spLocks noChangeArrowheads="1"/>
            </p:cNvSpPr>
            <p:nvPr/>
          </p:nvSpPr>
          <p:spPr bwMode="auto">
            <a:xfrm>
              <a:off x="1975" y="275"/>
              <a:ext cx="10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8</a:t>
              </a:r>
            </a:p>
          </p:txBody>
        </p:sp>
        <p:sp>
          <p:nvSpPr>
            <p:cNvPr id="404584" name="Text Box 104"/>
            <p:cNvSpPr txBox="1">
              <a:spLocks noChangeArrowheads="1"/>
            </p:cNvSpPr>
            <p:nvPr/>
          </p:nvSpPr>
          <p:spPr bwMode="auto">
            <a:xfrm>
              <a:off x="2497" y="289"/>
              <a:ext cx="108" cy="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7</a:t>
              </a:r>
            </a:p>
          </p:txBody>
        </p:sp>
        <p:sp>
          <p:nvSpPr>
            <p:cNvPr id="404585" name="Text Box 105"/>
            <p:cNvSpPr txBox="1">
              <a:spLocks noChangeArrowheads="1"/>
            </p:cNvSpPr>
            <p:nvPr/>
          </p:nvSpPr>
          <p:spPr bwMode="auto">
            <a:xfrm>
              <a:off x="2718" y="445"/>
              <a:ext cx="10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6</a:t>
              </a:r>
            </a:p>
          </p:txBody>
        </p:sp>
        <p:sp>
          <p:nvSpPr>
            <p:cNvPr id="404586" name="Text Box 106"/>
            <p:cNvSpPr txBox="1">
              <a:spLocks noChangeArrowheads="1"/>
            </p:cNvSpPr>
            <p:nvPr/>
          </p:nvSpPr>
          <p:spPr bwMode="auto">
            <a:xfrm>
              <a:off x="2711" y="827"/>
              <a:ext cx="108" cy="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5</a:t>
              </a:r>
            </a:p>
          </p:txBody>
        </p:sp>
        <p:sp>
          <p:nvSpPr>
            <p:cNvPr id="404587" name="Text Box 107"/>
            <p:cNvSpPr txBox="1">
              <a:spLocks noChangeArrowheads="1"/>
            </p:cNvSpPr>
            <p:nvPr/>
          </p:nvSpPr>
          <p:spPr bwMode="auto">
            <a:xfrm>
              <a:off x="2501" y="1002"/>
              <a:ext cx="10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4</a:t>
              </a:r>
            </a:p>
          </p:txBody>
        </p:sp>
        <p:sp>
          <p:nvSpPr>
            <p:cNvPr id="404588" name="Text Box 108"/>
            <p:cNvSpPr txBox="1">
              <a:spLocks noChangeArrowheads="1"/>
            </p:cNvSpPr>
            <p:nvPr/>
          </p:nvSpPr>
          <p:spPr bwMode="auto">
            <a:xfrm>
              <a:off x="2008" y="1005"/>
              <a:ext cx="108" cy="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3</a:t>
              </a:r>
            </a:p>
          </p:txBody>
        </p:sp>
      </p:grpSp>
      <p:grpSp>
        <p:nvGrpSpPr>
          <p:cNvPr id="404589" name="Group 109"/>
          <p:cNvGrpSpPr>
            <a:grpSpLocks/>
          </p:cNvGrpSpPr>
          <p:nvPr/>
        </p:nvGrpSpPr>
        <p:grpSpPr bwMode="auto">
          <a:xfrm>
            <a:off x="1109663" y="4857750"/>
            <a:ext cx="2051050" cy="1490663"/>
            <a:chOff x="1200" y="2112"/>
            <a:chExt cx="1056" cy="768"/>
          </a:xfrm>
        </p:grpSpPr>
        <p:sp>
          <p:nvSpPr>
            <p:cNvPr id="404590" name="Line 110"/>
            <p:cNvSpPr>
              <a:spLocks noChangeShapeType="1"/>
            </p:cNvSpPr>
            <p:nvPr/>
          </p:nvSpPr>
          <p:spPr bwMode="auto">
            <a:xfrm>
              <a:off x="1344" y="2112"/>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1" name="Line 111"/>
            <p:cNvSpPr>
              <a:spLocks noChangeShapeType="1"/>
            </p:cNvSpPr>
            <p:nvPr/>
          </p:nvSpPr>
          <p:spPr bwMode="auto">
            <a:xfrm>
              <a:off x="1344" y="2160"/>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2" name="Line 112"/>
            <p:cNvSpPr>
              <a:spLocks noChangeShapeType="1"/>
            </p:cNvSpPr>
            <p:nvPr/>
          </p:nvSpPr>
          <p:spPr bwMode="auto">
            <a:xfrm>
              <a:off x="1296" y="2208"/>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3" name="Line 113"/>
            <p:cNvSpPr>
              <a:spLocks noChangeShapeType="1"/>
            </p:cNvSpPr>
            <p:nvPr/>
          </p:nvSpPr>
          <p:spPr bwMode="auto">
            <a:xfrm>
              <a:off x="1296" y="225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4" name="Line 114"/>
            <p:cNvSpPr>
              <a:spLocks noChangeShapeType="1"/>
            </p:cNvSpPr>
            <p:nvPr/>
          </p:nvSpPr>
          <p:spPr bwMode="auto">
            <a:xfrm>
              <a:off x="1248" y="2304"/>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5" name="Line 115"/>
            <p:cNvSpPr>
              <a:spLocks noChangeShapeType="1"/>
            </p:cNvSpPr>
            <p:nvPr/>
          </p:nvSpPr>
          <p:spPr bwMode="auto">
            <a:xfrm flipV="1">
              <a:off x="1200" y="2352"/>
              <a:ext cx="864" cy="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6" name="Line 116"/>
            <p:cNvSpPr>
              <a:spLocks noChangeShapeType="1"/>
            </p:cNvSpPr>
            <p:nvPr/>
          </p:nvSpPr>
          <p:spPr bwMode="auto">
            <a:xfrm>
              <a:off x="1200" y="2400"/>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7" name="Line 117"/>
            <p:cNvSpPr>
              <a:spLocks noChangeShapeType="1"/>
            </p:cNvSpPr>
            <p:nvPr/>
          </p:nvSpPr>
          <p:spPr bwMode="auto">
            <a:xfrm>
              <a:off x="1200" y="2448"/>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8" name="Line 118"/>
            <p:cNvSpPr>
              <a:spLocks noChangeShapeType="1"/>
            </p:cNvSpPr>
            <p:nvPr/>
          </p:nvSpPr>
          <p:spPr bwMode="auto">
            <a:xfrm>
              <a:off x="1248" y="2544"/>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599" name="Line 119"/>
            <p:cNvSpPr>
              <a:spLocks noChangeShapeType="1"/>
            </p:cNvSpPr>
            <p:nvPr/>
          </p:nvSpPr>
          <p:spPr bwMode="auto">
            <a:xfrm>
              <a:off x="1248" y="2496"/>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0" name="Line 120"/>
            <p:cNvSpPr>
              <a:spLocks noChangeShapeType="1"/>
            </p:cNvSpPr>
            <p:nvPr/>
          </p:nvSpPr>
          <p:spPr bwMode="auto">
            <a:xfrm>
              <a:off x="1296" y="2592"/>
              <a:ext cx="9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1" name="Line 121"/>
            <p:cNvSpPr>
              <a:spLocks noChangeShapeType="1"/>
            </p:cNvSpPr>
            <p:nvPr/>
          </p:nvSpPr>
          <p:spPr bwMode="auto">
            <a:xfrm>
              <a:off x="1344" y="2640"/>
              <a:ext cx="9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2" name="Line 122"/>
            <p:cNvSpPr>
              <a:spLocks noChangeShapeType="1"/>
            </p:cNvSpPr>
            <p:nvPr/>
          </p:nvSpPr>
          <p:spPr bwMode="auto">
            <a:xfrm>
              <a:off x="1440" y="2688"/>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3" name="Line 123"/>
            <p:cNvSpPr>
              <a:spLocks noChangeShapeType="1"/>
            </p:cNvSpPr>
            <p:nvPr/>
          </p:nvSpPr>
          <p:spPr bwMode="auto">
            <a:xfrm>
              <a:off x="1488" y="2736"/>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4" name="Line 124"/>
            <p:cNvSpPr>
              <a:spLocks noChangeShapeType="1"/>
            </p:cNvSpPr>
            <p:nvPr/>
          </p:nvSpPr>
          <p:spPr bwMode="auto">
            <a:xfrm>
              <a:off x="1584" y="2784"/>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5" name="Line 125"/>
            <p:cNvSpPr>
              <a:spLocks noChangeShapeType="1"/>
            </p:cNvSpPr>
            <p:nvPr/>
          </p:nvSpPr>
          <p:spPr bwMode="auto">
            <a:xfrm>
              <a:off x="1680" y="2832"/>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06" name="Line 126"/>
            <p:cNvSpPr>
              <a:spLocks noChangeShapeType="1"/>
            </p:cNvSpPr>
            <p:nvPr/>
          </p:nvSpPr>
          <p:spPr bwMode="auto">
            <a:xfrm>
              <a:off x="1776" y="2880"/>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4607" name="Group 127"/>
          <p:cNvGrpSpPr>
            <a:grpSpLocks/>
          </p:cNvGrpSpPr>
          <p:nvPr/>
        </p:nvGrpSpPr>
        <p:grpSpPr bwMode="auto">
          <a:xfrm>
            <a:off x="374650" y="820738"/>
            <a:ext cx="1751013" cy="333375"/>
            <a:chOff x="834" y="34"/>
            <a:chExt cx="901" cy="172"/>
          </a:xfrm>
        </p:grpSpPr>
        <p:sp>
          <p:nvSpPr>
            <p:cNvPr id="404608" name="Text Box 128"/>
            <p:cNvSpPr txBox="1">
              <a:spLocks noChangeArrowheads="1"/>
            </p:cNvSpPr>
            <p:nvPr/>
          </p:nvSpPr>
          <p:spPr bwMode="auto">
            <a:xfrm>
              <a:off x="924" y="64"/>
              <a:ext cx="160"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404609" name="Text Box 129"/>
            <p:cNvSpPr txBox="1">
              <a:spLocks noChangeArrowheads="1"/>
            </p:cNvSpPr>
            <p:nvPr/>
          </p:nvSpPr>
          <p:spPr bwMode="auto">
            <a:xfrm>
              <a:off x="1255" y="40"/>
              <a:ext cx="147"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f’</a:t>
              </a:r>
            </a:p>
          </p:txBody>
        </p:sp>
        <p:sp>
          <p:nvSpPr>
            <p:cNvPr id="404610" name="Text Box 130"/>
            <p:cNvSpPr txBox="1">
              <a:spLocks noChangeArrowheads="1"/>
            </p:cNvSpPr>
            <p:nvPr/>
          </p:nvSpPr>
          <p:spPr bwMode="auto">
            <a:xfrm>
              <a:off x="834" y="58"/>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404611" name="Text Box 131"/>
            <p:cNvSpPr txBox="1">
              <a:spLocks noChangeArrowheads="1"/>
            </p:cNvSpPr>
            <p:nvPr/>
          </p:nvSpPr>
          <p:spPr bwMode="auto">
            <a:xfrm>
              <a:off x="1579" y="52"/>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404612" name="Text Box 132"/>
            <p:cNvSpPr txBox="1">
              <a:spLocks noChangeArrowheads="1"/>
            </p:cNvSpPr>
            <p:nvPr/>
          </p:nvSpPr>
          <p:spPr bwMode="auto">
            <a:xfrm>
              <a:off x="1152" y="34"/>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sp>
          <p:nvSpPr>
            <p:cNvPr id="404613" name="Text Box 133"/>
            <p:cNvSpPr txBox="1">
              <a:spLocks noChangeArrowheads="1"/>
            </p:cNvSpPr>
            <p:nvPr/>
          </p:nvSpPr>
          <p:spPr bwMode="auto">
            <a:xfrm>
              <a:off x="1487" y="58"/>
              <a:ext cx="160"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grpSp>
      <p:grpSp>
        <p:nvGrpSpPr>
          <p:cNvPr id="404614" name="Group 134"/>
          <p:cNvGrpSpPr>
            <a:grpSpLocks/>
          </p:cNvGrpSpPr>
          <p:nvPr/>
        </p:nvGrpSpPr>
        <p:grpSpPr bwMode="auto">
          <a:xfrm>
            <a:off x="433388" y="2778125"/>
            <a:ext cx="1682750" cy="1871663"/>
            <a:chOff x="852" y="1042"/>
            <a:chExt cx="866" cy="963"/>
          </a:xfrm>
        </p:grpSpPr>
        <p:sp>
          <p:nvSpPr>
            <p:cNvPr id="404615" name="Text Box 135"/>
            <p:cNvSpPr txBox="1">
              <a:spLocks noChangeArrowheads="1"/>
            </p:cNvSpPr>
            <p:nvPr/>
          </p:nvSpPr>
          <p:spPr bwMode="auto">
            <a:xfrm>
              <a:off x="865" y="1312"/>
              <a:ext cx="130"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404616" name="Text Box 136"/>
            <p:cNvSpPr txBox="1">
              <a:spLocks noChangeArrowheads="1"/>
            </p:cNvSpPr>
            <p:nvPr/>
          </p:nvSpPr>
          <p:spPr bwMode="auto">
            <a:xfrm>
              <a:off x="852" y="1606"/>
              <a:ext cx="134"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404617" name="Text Box 137"/>
            <p:cNvSpPr txBox="1">
              <a:spLocks noChangeArrowheads="1"/>
            </p:cNvSpPr>
            <p:nvPr/>
          </p:nvSpPr>
          <p:spPr bwMode="auto">
            <a:xfrm>
              <a:off x="1177" y="1864"/>
              <a:ext cx="129"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sp>
          <p:nvSpPr>
            <p:cNvPr id="404618" name="Text Box 138"/>
            <p:cNvSpPr txBox="1">
              <a:spLocks noChangeArrowheads="1"/>
            </p:cNvSpPr>
            <p:nvPr/>
          </p:nvSpPr>
          <p:spPr bwMode="auto">
            <a:xfrm>
              <a:off x="1584" y="1599"/>
              <a:ext cx="134"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sp>
          <p:nvSpPr>
            <p:cNvPr id="404619" name="Text Box 139"/>
            <p:cNvSpPr txBox="1">
              <a:spLocks noChangeArrowheads="1"/>
            </p:cNvSpPr>
            <p:nvPr/>
          </p:nvSpPr>
          <p:spPr bwMode="auto">
            <a:xfrm>
              <a:off x="1574" y="1264"/>
              <a:ext cx="130"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404620" name="Text Box 140"/>
            <p:cNvSpPr txBox="1">
              <a:spLocks noChangeArrowheads="1"/>
            </p:cNvSpPr>
            <p:nvPr/>
          </p:nvSpPr>
          <p:spPr bwMode="auto">
            <a:xfrm>
              <a:off x="1224" y="1042"/>
              <a:ext cx="121"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f</a:t>
              </a:r>
            </a:p>
          </p:txBody>
        </p:sp>
      </p:grpSp>
      <p:grpSp>
        <p:nvGrpSpPr>
          <p:cNvPr id="404621" name="Group 141"/>
          <p:cNvGrpSpPr>
            <a:grpSpLocks/>
          </p:cNvGrpSpPr>
          <p:nvPr/>
        </p:nvGrpSpPr>
        <p:grpSpPr bwMode="auto">
          <a:xfrm rot="5296977">
            <a:off x="3389313" y="1998662"/>
            <a:ext cx="1741488" cy="341313"/>
            <a:chOff x="864" y="13"/>
            <a:chExt cx="898" cy="176"/>
          </a:xfrm>
        </p:grpSpPr>
        <p:sp>
          <p:nvSpPr>
            <p:cNvPr id="404622" name="Text Box 142"/>
            <p:cNvSpPr txBox="1">
              <a:spLocks noChangeArrowheads="1"/>
            </p:cNvSpPr>
            <p:nvPr/>
          </p:nvSpPr>
          <p:spPr bwMode="auto">
            <a:xfrm>
              <a:off x="949" y="47"/>
              <a:ext cx="160"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404623" name="Text Box 143"/>
            <p:cNvSpPr txBox="1">
              <a:spLocks noChangeArrowheads="1"/>
            </p:cNvSpPr>
            <p:nvPr/>
          </p:nvSpPr>
          <p:spPr bwMode="auto">
            <a:xfrm>
              <a:off x="1283" y="19"/>
              <a:ext cx="147"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f’</a:t>
              </a:r>
            </a:p>
          </p:txBody>
        </p:sp>
        <p:sp>
          <p:nvSpPr>
            <p:cNvPr id="404624" name="Text Box 144"/>
            <p:cNvSpPr txBox="1">
              <a:spLocks noChangeArrowheads="1"/>
            </p:cNvSpPr>
            <p:nvPr/>
          </p:nvSpPr>
          <p:spPr bwMode="auto">
            <a:xfrm>
              <a:off x="864" y="38"/>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404625" name="Text Box 145"/>
            <p:cNvSpPr txBox="1">
              <a:spLocks noChangeArrowheads="1"/>
            </p:cNvSpPr>
            <p:nvPr/>
          </p:nvSpPr>
          <p:spPr bwMode="auto">
            <a:xfrm>
              <a:off x="1606" y="33"/>
              <a:ext cx="156"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404626" name="Text Box 146"/>
            <p:cNvSpPr txBox="1">
              <a:spLocks noChangeArrowheads="1"/>
            </p:cNvSpPr>
            <p:nvPr/>
          </p:nvSpPr>
          <p:spPr bwMode="auto">
            <a:xfrm>
              <a:off x="1182" y="13"/>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sp>
          <p:nvSpPr>
            <p:cNvPr id="404627" name="Text Box 147"/>
            <p:cNvSpPr txBox="1">
              <a:spLocks noChangeArrowheads="1"/>
            </p:cNvSpPr>
            <p:nvPr/>
          </p:nvSpPr>
          <p:spPr bwMode="auto">
            <a:xfrm>
              <a:off x="1520" y="39"/>
              <a:ext cx="160"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grpSp>
      <p:grpSp>
        <p:nvGrpSpPr>
          <p:cNvPr id="404628" name="Group 148"/>
          <p:cNvGrpSpPr>
            <a:grpSpLocks/>
          </p:cNvGrpSpPr>
          <p:nvPr/>
        </p:nvGrpSpPr>
        <p:grpSpPr bwMode="auto">
          <a:xfrm>
            <a:off x="4221163" y="3971925"/>
            <a:ext cx="2482850" cy="384175"/>
            <a:chOff x="2802" y="1656"/>
            <a:chExt cx="1278" cy="198"/>
          </a:xfrm>
        </p:grpSpPr>
        <p:sp>
          <p:nvSpPr>
            <p:cNvPr id="404629" name="Line 149"/>
            <p:cNvSpPr>
              <a:spLocks noChangeShapeType="1"/>
            </p:cNvSpPr>
            <p:nvPr/>
          </p:nvSpPr>
          <p:spPr bwMode="auto">
            <a:xfrm>
              <a:off x="2994" y="1656"/>
              <a:ext cx="10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30" name="Line 150"/>
            <p:cNvSpPr>
              <a:spLocks noChangeShapeType="1"/>
            </p:cNvSpPr>
            <p:nvPr/>
          </p:nvSpPr>
          <p:spPr bwMode="auto">
            <a:xfrm flipH="1">
              <a:off x="2802" y="1662"/>
              <a:ext cx="192"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4631" name="Group 151"/>
          <p:cNvGrpSpPr>
            <a:grpSpLocks/>
          </p:cNvGrpSpPr>
          <p:nvPr/>
        </p:nvGrpSpPr>
        <p:grpSpPr bwMode="auto">
          <a:xfrm>
            <a:off x="4000500" y="2898775"/>
            <a:ext cx="534988" cy="1731963"/>
            <a:chOff x="2688" y="1104"/>
            <a:chExt cx="276" cy="891"/>
          </a:xfrm>
        </p:grpSpPr>
        <p:sp>
          <p:nvSpPr>
            <p:cNvPr id="404632" name="Text Box 152"/>
            <p:cNvSpPr txBox="1">
              <a:spLocks noChangeArrowheads="1"/>
            </p:cNvSpPr>
            <p:nvPr/>
          </p:nvSpPr>
          <p:spPr bwMode="auto">
            <a:xfrm>
              <a:off x="2736" y="1248"/>
              <a:ext cx="157"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r>
                <a:rPr lang="en-US" altLang="en-US" sz="1200" b="0" baseline="-25000">
                  <a:latin typeface="Times New Roman" charset="0"/>
                </a:rPr>
                <a:t>1</a:t>
              </a:r>
            </a:p>
          </p:txBody>
        </p:sp>
        <p:sp>
          <p:nvSpPr>
            <p:cNvPr id="404633" name="Text Box 153"/>
            <p:cNvSpPr txBox="1">
              <a:spLocks noChangeArrowheads="1"/>
            </p:cNvSpPr>
            <p:nvPr/>
          </p:nvSpPr>
          <p:spPr bwMode="auto">
            <a:xfrm>
              <a:off x="2796" y="1572"/>
              <a:ext cx="160"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r>
                <a:rPr lang="en-US" altLang="en-US" sz="1200" b="0" baseline="-25000">
                  <a:latin typeface="Times New Roman" charset="0"/>
                </a:rPr>
                <a:t>1</a:t>
              </a:r>
            </a:p>
          </p:txBody>
        </p:sp>
        <p:sp>
          <p:nvSpPr>
            <p:cNvPr id="404634" name="Text Box 154"/>
            <p:cNvSpPr txBox="1">
              <a:spLocks noChangeArrowheads="1"/>
            </p:cNvSpPr>
            <p:nvPr/>
          </p:nvSpPr>
          <p:spPr bwMode="auto">
            <a:xfrm>
              <a:off x="2719" y="1584"/>
              <a:ext cx="160"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r>
                <a:rPr lang="en-US" altLang="en-US" sz="1200" b="0" baseline="-25000">
                  <a:latin typeface="Times New Roman" charset="0"/>
                </a:rPr>
                <a:t>1</a:t>
              </a:r>
            </a:p>
          </p:txBody>
        </p:sp>
        <p:sp>
          <p:nvSpPr>
            <p:cNvPr id="404635" name="Text Box 155"/>
            <p:cNvSpPr txBox="1">
              <a:spLocks noChangeArrowheads="1"/>
            </p:cNvSpPr>
            <p:nvPr/>
          </p:nvSpPr>
          <p:spPr bwMode="auto">
            <a:xfrm>
              <a:off x="2808" y="1242"/>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r>
                <a:rPr lang="en-US" altLang="en-US" sz="1200" b="0" baseline="-25000">
                  <a:latin typeface="Times New Roman" charset="0"/>
                </a:rPr>
                <a:t>1</a:t>
              </a:r>
            </a:p>
          </p:txBody>
        </p:sp>
        <p:sp>
          <p:nvSpPr>
            <p:cNvPr id="404636" name="Text Box 156"/>
            <p:cNvSpPr txBox="1">
              <a:spLocks noChangeArrowheads="1"/>
            </p:cNvSpPr>
            <p:nvPr/>
          </p:nvSpPr>
          <p:spPr bwMode="auto">
            <a:xfrm>
              <a:off x="2688" y="1854"/>
              <a:ext cx="156"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r>
                <a:rPr lang="en-US" altLang="en-US" sz="1200" b="0" baseline="-25000">
                  <a:latin typeface="Times New Roman" charset="0"/>
                </a:rPr>
                <a:t>1</a:t>
              </a:r>
            </a:p>
          </p:txBody>
        </p:sp>
        <p:sp>
          <p:nvSpPr>
            <p:cNvPr id="404637" name="Text Box 157"/>
            <p:cNvSpPr txBox="1">
              <a:spLocks noChangeArrowheads="1"/>
            </p:cNvSpPr>
            <p:nvPr/>
          </p:nvSpPr>
          <p:spPr bwMode="auto">
            <a:xfrm>
              <a:off x="2736" y="1104"/>
              <a:ext cx="147"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f</a:t>
              </a:r>
              <a:r>
                <a:rPr lang="en-US" altLang="en-US" sz="1200" b="0" baseline="-25000">
                  <a:latin typeface="Times New Roman" charset="0"/>
                </a:rPr>
                <a:t>1</a:t>
              </a:r>
            </a:p>
          </p:txBody>
        </p:sp>
      </p:grpSp>
      <p:grpSp>
        <p:nvGrpSpPr>
          <p:cNvPr id="404638" name="Group 158"/>
          <p:cNvGrpSpPr>
            <a:grpSpLocks/>
          </p:cNvGrpSpPr>
          <p:nvPr/>
        </p:nvGrpSpPr>
        <p:grpSpPr bwMode="auto">
          <a:xfrm>
            <a:off x="1284288" y="4379913"/>
            <a:ext cx="2474912" cy="1406525"/>
            <a:chOff x="1290" y="1866"/>
            <a:chExt cx="1274" cy="724"/>
          </a:xfrm>
        </p:grpSpPr>
        <p:sp>
          <p:nvSpPr>
            <p:cNvPr id="404639" name="Text Box 159"/>
            <p:cNvSpPr txBox="1">
              <a:spLocks noChangeArrowheads="1"/>
            </p:cNvSpPr>
            <p:nvPr/>
          </p:nvSpPr>
          <p:spPr bwMode="auto">
            <a:xfrm>
              <a:off x="1290" y="1866"/>
              <a:ext cx="177"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X</a:t>
              </a:r>
              <a:r>
                <a:rPr lang="en-US" altLang="en-US" sz="1200" b="0" baseline="-25000">
                  <a:latin typeface="Times New Roman" charset="0"/>
                </a:rPr>
                <a:t>1</a:t>
              </a:r>
            </a:p>
          </p:txBody>
        </p:sp>
        <p:sp>
          <p:nvSpPr>
            <p:cNvPr id="404640" name="Text Box 160"/>
            <p:cNvSpPr txBox="1">
              <a:spLocks noChangeArrowheads="1"/>
            </p:cNvSpPr>
            <p:nvPr/>
          </p:nvSpPr>
          <p:spPr bwMode="auto">
            <a:xfrm>
              <a:off x="2387" y="2448"/>
              <a:ext cx="177"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Y</a:t>
              </a:r>
              <a:r>
                <a:rPr lang="en-US" altLang="en-US" sz="1200" b="0" baseline="-25000">
                  <a:latin typeface="Times New Roman" charset="0"/>
                </a:rPr>
                <a:t>1</a:t>
              </a:r>
            </a:p>
          </p:txBody>
        </p:sp>
      </p:grpSp>
      <p:sp>
        <p:nvSpPr>
          <p:cNvPr id="404641" name="Text Box 161"/>
          <p:cNvSpPr txBox="1">
            <a:spLocks noChangeArrowheads="1"/>
          </p:cNvSpPr>
          <p:nvPr/>
        </p:nvSpPr>
        <p:spPr bwMode="auto">
          <a:xfrm>
            <a:off x="4986338" y="4189413"/>
            <a:ext cx="3667125"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000" b="0">
                <a:latin typeface="Times New Roman" charset="0"/>
              </a:rPr>
              <a:t>AS SECTION PLANE IS IN T.V., </a:t>
            </a:r>
          </a:p>
          <a:p>
            <a:pPr algn="ctr" eaLnBrk="1" hangingPunct="1"/>
            <a:r>
              <a:rPr lang="en-US" altLang="en-US" sz="1000" b="0">
                <a:latin typeface="Times New Roman" charset="0"/>
              </a:rPr>
              <a:t>CUT OPEN FROM BOUNDRY EDGE </a:t>
            </a:r>
            <a:r>
              <a:rPr lang="en-US" altLang="en-US" sz="1000" i="1" u="sng">
                <a:latin typeface="Times New Roman" charset="0"/>
              </a:rPr>
              <a:t>C</a:t>
            </a:r>
            <a:r>
              <a:rPr lang="en-US" altLang="en-US" sz="1000" i="1" u="sng" baseline="-25000">
                <a:latin typeface="Times New Roman" charset="0"/>
              </a:rPr>
              <a:t>1</a:t>
            </a:r>
            <a:r>
              <a:rPr lang="en-US" altLang="en-US" sz="1000" b="0">
                <a:latin typeface="Times New Roman" charset="0"/>
              </a:rPr>
              <a:t> FOR DEVELOPMENT.</a:t>
            </a:r>
          </a:p>
        </p:txBody>
      </p:sp>
      <p:grpSp>
        <p:nvGrpSpPr>
          <p:cNvPr id="404642" name="Group 162"/>
          <p:cNvGrpSpPr>
            <a:grpSpLocks/>
          </p:cNvGrpSpPr>
          <p:nvPr/>
        </p:nvGrpSpPr>
        <p:grpSpPr bwMode="auto">
          <a:xfrm>
            <a:off x="682625" y="1090613"/>
            <a:ext cx="1201738" cy="3203575"/>
            <a:chOff x="980" y="173"/>
            <a:chExt cx="619" cy="1649"/>
          </a:xfrm>
        </p:grpSpPr>
        <p:grpSp>
          <p:nvGrpSpPr>
            <p:cNvPr id="404643" name="Group 163"/>
            <p:cNvGrpSpPr>
              <a:grpSpLocks/>
            </p:cNvGrpSpPr>
            <p:nvPr/>
          </p:nvGrpSpPr>
          <p:grpSpPr bwMode="auto">
            <a:xfrm>
              <a:off x="980" y="173"/>
              <a:ext cx="619" cy="1649"/>
              <a:chOff x="980" y="173"/>
              <a:chExt cx="619" cy="1649"/>
            </a:xfrm>
          </p:grpSpPr>
          <p:sp>
            <p:nvSpPr>
              <p:cNvPr id="404644" name="Line 164"/>
              <p:cNvSpPr>
                <a:spLocks noChangeShapeType="1"/>
              </p:cNvSpPr>
              <p:nvPr/>
            </p:nvSpPr>
            <p:spPr bwMode="auto">
              <a:xfrm flipV="1">
                <a:off x="980" y="305"/>
                <a:ext cx="0" cy="102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45" name="Line 165"/>
              <p:cNvSpPr>
                <a:spLocks noChangeShapeType="1"/>
              </p:cNvSpPr>
              <p:nvPr/>
            </p:nvSpPr>
            <p:spPr bwMode="auto">
              <a:xfrm flipV="1">
                <a:off x="1599" y="317"/>
                <a:ext cx="0" cy="102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46" name="Line 166"/>
              <p:cNvSpPr>
                <a:spLocks noChangeShapeType="1"/>
              </p:cNvSpPr>
              <p:nvPr/>
            </p:nvSpPr>
            <p:spPr bwMode="auto">
              <a:xfrm flipV="1">
                <a:off x="1440" y="192"/>
                <a:ext cx="0" cy="163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47" name="Line 167"/>
              <p:cNvSpPr>
                <a:spLocks noChangeShapeType="1"/>
              </p:cNvSpPr>
              <p:nvPr/>
            </p:nvSpPr>
            <p:spPr bwMode="auto">
              <a:xfrm flipV="1">
                <a:off x="1135" y="173"/>
                <a:ext cx="0" cy="163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4648" name="Group 168"/>
            <p:cNvGrpSpPr>
              <a:grpSpLocks/>
            </p:cNvGrpSpPr>
            <p:nvPr/>
          </p:nvGrpSpPr>
          <p:grpSpPr bwMode="auto">
            <a:xfrm>
              <a:off x="1134" y="1080"/>
              <a:ext cx="306" cy="102"/>
              <a:chOff x="1134" y="1080"/>
              <a:chExt cx="306" cy="102"/>
            </a:xfrm>
          </p:grpSpPr>
          <p:sp>
            <p:nvSpPr>
              <p:cNvPr id="404649" name="Line 169"/>
              <p:cNvSpPr>
                <a:spLocks noChangeShapeType="1"/>
              </p:cNvSpPr>
              <p:nvPr/>
            </p:nvSpPr>
            <p:spPr bwMode="auto">
              <a:xfrm flipV="1">
                <a:off x="1134" y="1086"/>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50" name="Line 170"/>
              <p:cNvSpPr>
                <a:spLocks noChangeShapeType="1"/>
              </p:cNvSpPr>
              <p:nvPr/>
            </p:nvSpPr>
            <p:spPr bwMode="auto">
              <a:xfrm flipV="1">
                <a:off x="1440" y="1080"/>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sp>
        <p:nvSpPr>
          <p:cNvPr id="404651" name="Line 171"/>
          <p:cNvSpPr>
            <a:spLocks noChangeShapeType="1"/>
          </p:cNvSpPr>
          <p:nvPr/>
        </p:nvSpPr>
        <p:spPr bwMode="auto">
          <a:xfrm>
            <a:off x="2414588" y="2176463"/>
            <a:ext cx="1677987" cy="0"/>
          </a:xfrm>
          <a:prstGeom prst="line">
            <a:avLst/>
          </a:prstGeom>
          <a:noFill/>
          <a:ln w="63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52" name="Text Box 172"/>
          <p:cNvSpPr txBox="1">
            <a:spLocks noChangeArrowheads="1"/>
          </p:cNvSpPr>
          <p:nvPr/>
        </p:nvSpPr>
        <p:spPr bwMode="auto">
          <a:xfrm rot="1881116">
            <a:off x="498475" y="6157913"/>
            <a:ext cx="1712913"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TRUE SHAPE OF SECTION</a:t>
            </a:r>
          </a:p>
        </p:txBody>
      </p:sp>
      <p:grpSp>
        <p:nvGrpSpPr>
          <p:cNvPr id="404653" name="Group 173"/>
          <p:cNvGrpSpPr>
            <a:grpSpLocks/>
          </p:cNvGrpSpPr>
          <p:nvPr/>
        </p:nvGrpSpPr>
        <p:grpSpPr bwMode="auto">
          <a:xfrm>
            <a:off x="4559300" y="4957763"/>
            <a:ext cx="4476750" cy="1684337"/>
            <a:chOff x="2976" y="2544"/>
            <a:chExt cx="2304" cy="867"/>
          </a:xfrm>
        </p:grpSpPr>
        <p:sp>
          <p:nvSpPr>
            <p:cNvPr id="404654" name="Rectangle 174"/>
            <p:cNvSpPr>
              <a:spLocks noChangeArrowheads="1"/>
            </p:cNvSpPr>
            <p:nvPr/>
          </p:nvSpPr>
          <p:spPr bwMode="auto">
            <a:xfrm rot="5400000">
              <a:off x="2736" y="2784"/>
              <a:ext cx="864" cy="384"/>
            </a:xfrm>
            <a:prstGeom prst="rect">
              <a:avLst/>
            </a:prstGeom>
            <a:solidFill>
              <a:schemeClr val="bg1"/>
            </a:solidFill>
            <a:ln w="9525">
              <a:solidFill>
                <a:schemeClr val="bg1">
                  <a:lumMod val="65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55" name="Rectangle 175"/>
            <p:cNvSpPr>
              <a:spLocks noChangeArrowheads="1"/>
            </p:cNvSpPr>
            <p:nvPr/>
          </p:nvSpPr>
          <p:spPr bwMode="auto">
            <a:xfrm rot="5400000">
              <a:off x="3120" y="2787"/>
              <a:ext cx="864" cy="384"/>
            </a:xfrm>
            <a:prstGeom prst="rect">
              <a:avLst/>
            </a:prstGeom>
            <a:solidFill>
              <a:schemeClr val="bg1"/>
            </a:solidFill>
            <a:ln w="9525">
              <a:solidFill>
                <a:schemeClr val="bg1">
                  <a:lumMod val="65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56" name="Rectangle 176"/>
            <p:cNvSpPr>
              <a:spLocks noChangeArrowheads="1"/>
            </p:cNvSpPr>
            <p:nvPr/>
          </p:nvSpPr>
          <p:spPr bwMode="auto">
            <a:xfrm rot="5400000">
              <a:off x="3504" y="2784"/>
              <a:ext cx="864" cy="384"/>
            </a:xfrm>
            <a:prstGeom prst="rect">
              <a:avLst/>
            </a:prstGeom>
            <a:solidFill>
              <a:schemeClr val="bg1"/>
            </a:solidFill>
            <a:ln w="9525">
              <a:solidFill>
                <a:schemeClr val="bg1">
                  <a:lumMod val="65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57" name="Rectangle 177"/>
            <p:cNvSpPr>
              <a:spLocks noChangeArrowheads="1"/>
            </p:cNvSpPr>
            <p:nvPr/>
          </p:nvSpPr>
          <p:spPr bwMode="auto">
            <a:xfrm rot="5400000">
              <a:off x="3888" y="2784"/>
              <a:ext cx="864" cy="384"/>
            </a:xfrm>
            <a:prstGeom prst="rect">
              <a:avLst/>
            </a:prstGeom>
            <a:solidFill>
              <a:schemeClr val="bg1"/>
            </a:solidFill>
            <a:ln w="9525">
              <a:solidFill>
                <a:schemeClr val="bg1">
                  <a:lumMod val="65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58" name="Rectangle 178"/>
            <p:cNvSpPr>
              <a:spLocks noChangeArrowheads="1"/>
            </p:cNvSpPr>
            <p:nvPr/>
          </p:nvSpPr>
          <p:spPr bwMode="auto">
            <a:xfrm rot="5400000">
              <a:off x="4272" y="2784"/>
              <a:ext cx="864" cy="384"/>
            </a:xfrm>
            <a:prstGeom prst="rect">
              <a:avLst/>
            </a:prstGeom>
            <a:solidFill>
              <a:schemeClr val="bg1"/>
            </a:solidFill>
            <a:ln w="9525">
              <a:solidFill>
                <a:schemeClr val="bg1">
                  <a:lumMod val="65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59" name="Rectangle 179"/>
            <p:cNvSpPr>
              <a:spLocks noChangeArrowheads="1"/>
            </p:cNvSpPr>
            <p:nvPr/>
          </p:nvSpPr>
          <p:spPr bwMode="auto">
            <a:xfrm rot="5400000">
              <a:off x="4656" y="2784"/>
              <a:ext cx="864" cy="384"/>
            </a:xfrm>
            <a:prstGeom prst="rect">
              <a:avLst/>
            </a:prstGeom>
            <a:solidFill>
              <a:schemeClr val="bg1"/>
            </a:solidFill>
            <a:ln w="9525">
              <a:solidFill>
                <a:schemeClr val="bg1">
                  <a:lumMod val="65000"/>
                </a:schemeClr>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4660" name="Group 180"/>
          <p:cNvGrpSpPr>
            <a:grpSpLocks/>
          </p:cNvGrpSpPr>
          <p:nvPr/>
        </p:nvGrpSpPr>
        <p:grpSpPr bwMode="auto">
          <a:xfrm>
            <a:off x="4352925" y="4640263"/>
            <a:ext cx="4781550" cy="323850"/>
            <a:chOff x="2870" y="2380"/>
            <a:chExt cx="2461" cy="167"/>
          </a:xfrm>
        </p:grpSpPr>
        <p:sp>
          <p:nvSpPr>
            <p:cNvPr id="404661" name="Text Box 181"/>
            <p:cNvSpPr txBox="1">
              <a:spLocks noChangeArrowheads="1"/>
            </p:cNvSpPr>
            <p:nvPr/>
          </p:nvSpPr>
          <p:spPr bwMode="auto">
            <a:xfrm>
              <a:off x="2870" y="2406"/>
              <a:ext cx="147"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sp>
          <p:nvSpPr>
            <p:cNvPr id="404662" name="Text Box 182"/>
            <p:cNvSpPr txBox="1">
              <a:spLocks noChangeArrowheads="1"/>
            </p:cNvSpPr>
            <p:nvPr/>
          </p:nvSpPr>
          <p:spPr bwMode="auto">
            <a:xfrm>
              <a:off x="3264" y="2402"/>
              <a:ext cx="151"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D</a:t>
              </a:r>
            </a:p>
          </p:txBody>
        </p:sp>
        <p:sp>
          <p:nvSpPr>
            <p:cNvPr id="404663" name="Text Box 183"/>
            <p:cNvSpPr txBox="1">
              <a:spLocks noChangeArrowheads="1"/>
            </p:cNvSpPr>
            <p:nvPr/>
          </p:nvSpPr>
          <p:spPr bwMode="auto">
            <a:xfrm>
              <a:off x="3659" y="2395"/>
              <a:ext cx="143"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E</a:t>
              </a:r>
            </a:p>
          </p:txBody>
        </p:sp>
        <p:sp>
          <p:nvSpPr>
            <p:cNvPr id="404664" name="Text Box 184"/>
            <p:cNvSpPr txBox="1">
              <a:spLocks noChangeArrowheads="1"/>
            </p:cNvSpPr>
            <p:nvPr/>
          </p:nvSpPr>
          <p:spPr bwMode="auto">
            <a:xfrm>
              <a:off x="4052" y="2390"/>
              <a:ext cx="138"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F</a:t>
              </a:r>
            </a:p>
          </p:txBody>
        </p:sp>
        <p:sp>
          <p:nvSpPr>
            <p:cNvPr id="404665" name="Text Box 185"/>
            <p:cNvSpPr txBox="1">
              <a:spLocks noChangeArrowheads="1"/>
            </p:cNvSpPr>
            <p:nvPr/>
          </p:nvSpPr>
          <p:spPr bwMode="auto">
            <a:xfrm>
              <a:off x="4446" y="2388"/>
              <a:ext cx="151" cy="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A</a:t>
              </a:r>
            </a:p>
          </p:txBody>
        </p:sp>
        <p:sp>
          <p:nvSpPr>
            <p:cNvPr id="404666" name="Text Box 186"/>
            <p:cNvSpPr txBox="1">
              <a:spLocks noChangeArrowheads="1"/>
            </p:cNvSpPr>
            <p:nvPr/>
          </p:nvSpPr>
          <p:spPr bwMode="auto">
            <a:xfrm>
              <a:off x="4840" y="2380"/>
              <a:ext cx="147"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B</a:t>
              </a:r>
            </a:p>
          </p:txBody>
        </p:sp>
        <p:sp>
          <p:nvSpPr>
            <p:cNvPr id="404667" name="Text Box 187"/>
            <p:cNvSpPr txBox="1">
              <a:spLocks noChangeArrowheads="1"/>
            </p:cNvSpPr>
            <p:nvPr/>
          </p:nvSpPr>
          <p:spPr bwMode="auto">
            <a:xfrm>
              <a:off x="5184" y="2388"/>
              <a:ext cx="147" cy="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C</a:t>
              </a:r>
            </a:p>
          </p:txBody>
        </p:sp>
      </p:grpSp>
      <p:sp>
        <p:nvSpPr>
          <p:cNvPr id="404668" name="Oval 188"/>
          <p:cNvSpPr>
            <a:spLocks noChangeArrowheads="1"/>
          </p:cNvSpPr>
          <p:nvPr/>
        </p:nvSpPr>
        <p:spPr bwMode="auto">
          <a:xfrm>
            <a:off x="8242300" y="5180013"/>
            <a:ext cx="93663" cy="9366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69" name="Oval 189"/>
          <p:cNvSpPr>
            <a:spLocks noChangeArrowheads="1"/>
          </p:cNvSpPr>
          <p:nvPr/>
        </p:nvSpPr>
        <p:spPr bwMode="auto">
          <a:xfrm>
            <a:off x="5259388" y="5180013"/>
            <a:ext cx="92075" cy="9366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0" name="Oval 190"/>
          <p:cNvSpPr>
            <a:spLocks noChangeArrowheads="1"/>
          </p:cNvSpPr>
          <p:nvPr/>
        </p:nvSpPr>
        <p:spPr bwMode="auto">
          <a:xfrm>
            <a:off x="4746625" y="4900613"/>
            <a:ext cx="92075" cy="920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1" name="Oval 191"/>
          <p:cNvSpPr>
            <a:spLocks noChangeArrowheads="1"/>
          </p:cNvSpPr>
          <p:nvPr/>
        </p:nvSpPr>
        <p:spPr bwMode="auto">
          <a:xfrm>
            <a:off x="8732838" y="4911725"/>
            <a:ext cx="92075" cy="93663"/>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2" name="Oval 192"/>
          <p:cNvSpPr>
            <a:spLocks noChangeArrowheads="1"/>
          </p:cNvSpPr>
          <p:nvPr/>
        </p:nvSpPr>
        <p:spPr bwMode="auto">
          <a:xfrm>
            <a:off x="7496175" y="6299200"/>
            <a:ext cx="93663" cy="920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3" name="Oval 193"/>
          <p:cNvSpPr>
            <a:spLocks noChangeArrowheads="1"/>
          </p:cNvSpPr>
          <p:nvPr/>
        </p:nvSpPr>
        <p:spPr bwMode="auto">
          <a:xfrm>
            <a:off x="6005513" y="6275388"/>
            <a:ext cx="92075" cy="9366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4" name="Oval 194"/>
          <p:cNvSpPr>
            <a:spLocks noChangeArrowheads="1"/>
          </p:cNvSpPr>
          <p:nvPr/>
        </p:nvSpPr>
        <p:spPr bwMode="auto">
          <a:xfrm>
            <a:off x="7077075" y="6589713"/>
            <a:ext cx="93663" cy="9366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5" name="Oval 195"/>
          <p:cNvSpPr>
            <a:spLocks noChangeArrowheads="1"/>
          </p:cNvSpPr>
          <p:nvPr/>
        </p:nvSpPr>
        <p:spPr bwMode="auto">
          <a:xfrm>
            <a:off x="6413500" y="6578600"/>
            <a:ext cx="92075" cy="93663"/>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76" name="Line 196"/>
          <p:cNvSpPr>
            <a:spLocks noChangeShapeType="1"/>
          </p:cNvSpPr>
          <p:nvPr/>
        </p:nvSpPr>
        <p:spPr bwMode="auto">
          <a:xfrm>
            <a:off x="4746625" y="4957763"/>
            <a:ext cx="558800"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77" name="Line 197"/>
          <p:cNvSpPr>
            <a:spLocks noChangeShapeType="1"/>
          </p:cNvSpPr>
          <p:nvPr/>
        </p:nvSpPr>
        <p:spPr bwMode="auto">
          <a:xfrm>
            <a:off x="5305425" y="5237163"/>
            <a:ext cx="746125" cy="11191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78" name="Line 198"/>
          <p:cNvSpPr>
            <a:spLocks noChangeShapeType="1"/>
          </p:cNvSpPr>
          <p:nvPr/>
        </p:nvSpPr>
        <p:spPr bwMode="auto">
          <a:xfrm>
            <a:off x="6051550" y="6356350"/>
            <a:ext cx="373063"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79" name="Line 199"/>
          <p:cNvSpPr>
            <a:spLocks noChangeShapeType="1"/>
          </p:cNvSpPr>
          <p:nvPr/>
        </p:nvSpPr>
        <p:spPr bwMode="auto">
          <a:xfrm>
            <a:off x="6424613" y="6635750"/>
            <a:ext cx="7461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0" name="Line 200"/>
          <p:cNvSpPr>
            <a:spLocks noChangeShapeType="1"/>
          </p:cNvSpPr>
          <p:nvPr/>
        </p:nvSpPr>
        <p:spPr bwMode="auto">
          <a:xfrm flipV="1">
            <a:off x="7077075" y="6356350"/>
            <a:ext cx="466725"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1" name="Line 201"/>
          <p:cNvSpPr>
            <a:spLocks noChangeShapeType="1"/>
          </p:cNvSpPr>
          <p:nvPr/>
        </p:nvSpPr>
        <p:spPr bwMode="auto">
          <a:xfrm flipV="1">
            <a:off x="7543800" y="5237163"/>
            <a:ext cx="746125" cy="11191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2" name="Line 202"/>
          <p:cNvSpPr>
            <a:spLocks noChangeShapeType="1"/>
          </p:cNvSpPr>
          <p:nvPr/>
        </p:nvSpPr>
        <p:spPr bwMode="auto">
          <a:xfrm flipV="1">
            <a:off x="8289925" y="4957763"/>
            <a:ext cx="465138"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3" name="Line 203"/>
          <p:cNvSpPr>
            <a:spLocks noChangeShapeType="1"/>
          </p:cNvSpPr>
          <p:nvPr/>
        </p:nvSpPr>
        <p:spPr bwMode="auto">
          <a:xfrm>
            <a:off x="4746625" y="4957763"/>
            <a:ext cx="400843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4" name="Line 204"/>
          <p:cNvSpPr>
            <a:spLocks noChangeShapeType="1"/>
          </p:cNvSpPr>
          <p:nvPr/>
        </p:nvSpPr>
        <p:spPr bwMode="auto">
          <a:xfrm>
            <a:off x="5305425" y="4957763"/>
            <a:ext cx="0"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5" name="Line 205"/>
          <p:cNvSpPr>
            <a:spLocks noChangeShapeType="1"/>
          </p:cNvSpPr>
          <p:nvPr/>
        </p:nvSpPr>
        <p:spPr bwMode="auto">
          <a:xfrm>
            <a:off x="6051550" y="4957763"/>
            <a:ext cx="0" cy="1398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6" name="Line 206"/>
          <p:cNvSpPr>
            <a:spLocks noChangeShapeType="1"/>
          </p:cNvSpPr>
          <p:nvPr/>
        </p:nvSpPr>
        <p:spPr bwMode="auto">
          <a:xfrm>
            <a:off x="6797675" y="4957763"/>
            <a:ext cx="0" cy="16779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7" name="Line 207"/>
          <p:cNvSpPr>
            <a:spLocks noChangeShapeType="1"/>
          </p:cNvSpPr>
          <p:nvPr/>
        </p:nvSpPr>
        <p:spPr bwMode="auto">
          <a:xfrm>
            <a:off x="7543800" y="4957763"/>
            <a:ext cx="0" cy="13985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8" name="Line 208"/>
          <p:cNvSpPr>
            <a:spLocks noChangeShapeType="1"/>
          </p:cNvSpPr>
          <p:nvPr/>
        </p:nvSpPr>
        <p:spPr bwMode="auto">
          <a:xfrm>
            <a:off x="8289925" y="4957763"/>
            <a:ext cx="0" cy="2794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4689" name="Text Box 209"/>
          <p:cNvSpPr txBox="1">
            <a:spLocks noChangeArrowheads="1"/>
          </p:cNvSpPr>
          <p:nvPr/>
        </p:nvSpPr>
        <p:spPr bwMode="auto">
          <a:xfrm>
            <a:off x="6110288" y="6648450"/>
            <a:ext cx="11557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DEVELOPMENT </a:t>
            </a:r>
          </a:p>
        </p:txBody>
      </p:sp>
      <p:sp>
        <p:nvSpPr>
          <p:cNvPr id="404690" name="Text Box 210"/>
          <p:cNvSpPr txBox="1">
            <a:spLocks noChangeArrowheads="1"/>
          </p:cNvSpPr>
          <p:nvPr/>
        </p:nvSpPr>
        <p:spPr bwMode="auto">
          <a:xfrm>
            <a:off x="2814638" y="1219200"/>
            <a:ext cx="1147762" cy="24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latin typeface="Times New Roman" charset="0"/>
              </a:rPr>
              <a:t>SECTIONAL F.V.</a:t>
            </a:r>
          </a:p>
        </p:txBody>
      </p:sp>
      <p:grpSp>
        <p:nvGrpSpPr>
          <p:cNvPr id="404691" name="Group 211"/>
          <p:cNvGrpSpPr>
            <a:grpSpLocks/>
          </p:cNvGrpSpPr>
          <p:nvPr/>
        </p:nvGrpSpPr>
        <p:grpSpPr bwMode="auto">
          <a:xfrm>
            <a:off x="4795842" y="0"/>
            <a:ext cx="4348165" cy="1295304"/>
            <a:chOff x="3021" y="0"/>
            <a:chExt cx="2739" cy="737"/>
          </a:xfrm>
        </p:grpSpPr>
        <p:sp>
          <p:nvSpPr>
            <p:cNvPr id="404692" name="Rectangle 212"/>
            <p:cNvSpPr>
              <a:spLocks noChangeArrowheads="1"/>
            </p:cNvSpPr>
            <p:nvPr/>
          </p:nvSpPr>
          <p:spPr bwMode="auto">
            <a:xfrm>
              <a:off x="3021" y="0"/>
              <a:ext cx="2736" cy="672"/>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93" name="Text Box 213"/>
            <p:cNvSpPr txBox="1">
              <a:spLocks noChangeArrowheads="1"/>
            </p:cNvSpPr>
            <p:nvPr/>
          </p:nvSpPr>
          <p:spPr bwMode="auto">
            <a:xfrm>
              <a:off x="3025" y="0"/>
              <a:ext cx="2735"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dirty="0">
                  <a:solidFill>
                    <a:schemeClr val="accent2"/>
                  </a:solidFill>
                  <a:effectLst>
                    <a:outerShdw blurRad="38100" dist="38100" dir="2700000" algn="tl">
                      <a:srgbClr val="C0C0C0"/>
                    </a:outerShdw>
                  </a:effectLst>
                  <a:latin typeface="Arial" charset="0"/>
                </a:rPr>
                <a:t>Problem 4:</a:t>
              </a:r>
              <a:r>
                <a:rPr lang="en-US" altLang="en-US" sz="1400" b="0" dirty="0">
                  <a:effectLst>
                    <a:outerShdw blurRad="38100" dist="38100" dir="2700000" algn="tl">
                      <a:srgbClr val="C0C0C0"/>
                    </a:outerShdw>
                  </a:effectLst>
                  <a:latin typeface="Arial" charset="0"/>
                </a:rPr>
                <a:t> A hexagonal prism. 30 mm base side &amp; </a:t>
              </a:r>
            </a:p>
            <a:p>
              <a:pPr eaLnBrk="1" hangingPunct="1"/>
              <a:r>
                <a:rPr lang="en-US" altLang="en-US" sz="1400" b="0" dirty="0">
                  <a:effectLst>
                    <a:outerShdw blurRad="38100" dist="38100" dir="2700000" algn="tl">
                      <a:srgbClr val="C0C0C0"/>
                    </a:outerShdw>
                  </a:effectLst>
                  <a:latin typeface="Arial" charset="0"/>
                </a:rPr>
                <a:t>55 mm axis is lying on </a:t>
              </a:r>
              <a:r>
                <a:rPr lang="en-US" altLang="en-US" sz="1400" b="0" dirty="0" smtClean="0">
                  <a:effectLst>
                    <a:outerShdw blurRad="38100" dist="38100" dir="2700000" algn="tl">
                      <a:srgbClr val="C0C0C0"/>
                    </a:outerShdw>
                  </a:effectLst>
                  <a:latin typeface="Arial" charset="0"/>
                </a:rPr>
                <a:t>HP </a:t>
              </a:r>
              <a:r>
                <a:rPr lang="en-US" altLang="en-US" sz="1400" b="0" dirty="0">
                  <a:effectLst>
                    <a:outerShdw blurRad="38100" dist="38100" dir="2700000" algn="tl">
                      <a:srgbClr val="C0C0C0"/>
                    </a:outerShdw>
                  </a:effectLst>
                  <a:latin typeface="Arial" charset="0"/>
                </a:rPr>
                <a:t>on it’s </a:t>
              </a:r>
              <a:r>
                <a:rPr lang="en-US" altLang="en-US" sz="1400" b="0" dirty="0" err="1">
                  <a:effectLst>
                    <a:outerShdw blurRad="38100" dist="38100" dir="2700000" algn="tl">
                      <a:srgbClr val="C0C0C0"/>
                    </a:outerShdw>
                  </a:effectLst>
                  <a:latin typeface="Arial" charset="0"/>
                </a:rPr>
                <a:t>rect.face</a:t>
              </a:r>
              <a:r>
                <a:rPr lang="en-US" altLang="en-US" sz="1400" b="0" dirty="0">
                  <a:effectLst>
                    <a:outerShdw blurRad="38100" dist="38100" dir="2700000" algn="tl">
                      <a:srgbClr val="C0C0C0"/>
                    </a:outerShdw>
                  </a:effectLst>
                  <a:latin typeface="Arial" charset="0"/>
                </a:rPr>
                <a:t> with axis  </a:t>
              </a:r>
            </a:p>
            <a:p>
              <a:pPr eaLnBrk="1" hangingPunct="1"/>
              <a:r>
                <a:rPr lang="en-US" altLang="en-US" sz="1400" dirty="0" smtClean="0">
                  <a:effectLst>
                    <a:outerShdw blurRad="38100" dist="38100" dir="2700000" algn="tl">
                      <a:srgbClr val="C0C0C0"/>
                    </a:outerShdw>
                  </a:effectLst>
                  <a:latin typeface="Arial" charset="0"/>
                </a:rPr>
                <a:t>parallel</a:t>
              </a:r>
              <a:r>
                <a:rPr lang="en-US" altLang="en-US" sz="1400" b="0" dirty="0" smtClean="0">
                  <a:effectLst>
                    <a:outerShdw blurRad="38100" dist="38100" dir="2700000" algn="tl">
                      <a:srgbClr val="C0C0C0"/>
                    </a:outerShdw>
                  </a:effectLst>
                  <a:latin typeface="Arial" charset="0"/>
                </a:rPr>
                <a:t> </a:t>
              </a:r>
              <a:r>
                <a:rPr lang="en-US" altLang="en-US" sz="1400" b="0" dirty="0">
                  <a:effectLst>
                    <a:outerShdw blurRad="38100" dist="38100" dir="2700000" algn="tl">
                      <a:srgbClr val="C0C0C0"/>
                    </a:outerShdw>
                  </a:effectLst>
                  <a:latin typeface="Arial" charset="0"/>
                </a:rPr>
                <a:t>to </a:t>
              </a:r>
              <a:r>
                <a:rPr lang="en-US" altLang="en-US" sz="1400" b="0" dirty="0" smtClean="0">
                  <a:effectLst>
                    <a:outerShdw blurRad="38100" dist="38100" dir="2700000" algn="tl">
                      <a:srgbClr val="C0C0C0"/>
                    </a:outerShdw>
                  </a:effectLst>
                  <a:latin typeface="Arial" charset="0"/>
                </a:rPr>
                <a:t>VP. </a:t>
              </a:r>
              <a:r>
                <a:rPr lang="en-US" altLang="en-US" sz="1400" b="0" dirty="0">
                  <a:effectLst>
                    <a:outerShdw blurRad="38100" dist="38100" dir="2700000" algn="tl">
                      <a:srgbClr val="C0C0C0"/>
                    </a:outerShdw>
                  </a:effectLst>
                  <a:latin typeface="Arial" charset="0"/>
                </a:rPr>
                <a:t>It is cut by a section plane normal to </a:t>
              </a:r>
              <a:r>
                <a:rPr lang="en-US" altLang="en-US" sz="1400" b="0" dirty="0" err="1">
                  <a:effectLst>
                    <a:outerShdw blurRad="38100" dist="38100" dir="2700000" algn="tl">
                      <a:srgbClr val="C0C0C0"/>
                    </a:outerShdw>
                  </a:effectLst>
                  <a:latin typeface="Arial" charset="0"/>
                </a:rPr>
                <a:t>Hp</a:t>
              </a:r>
              <a:r>
                <a:rPr lang="en-US" altLang="en-US" sz="1400" b="0" dirty="0">
                  <a:effectLst>
                    <a:outerShdw blurRad="38100" dist="38100" dir="2700000" algn="tl">
                      <a:srgbClr val="C0C0C0"/>
                    </a:outerShdw>
                  </a:effectLst>
                  <a:latin typeface="Arial" charset="0"/>
                </a:rPr>
                <a:t> and </a:t>
              </a:r>
              <a:r>
                <a:rPr lang="en-US" altLang="en-US" sz="1400" b="0" dirty="0" smtClean="0">
                  <a:effectLst>
                    <a:outerShdw blurRad="38100" dist="38100" dir="2700000" algn="tl">
                      <a:srgbClr val="C0C0C0"/>
                    </a:outerShdw>
                  </a:effectLst>
                  <a:latin typeface="Arial" charset="0"/>
                </a:rPr>
                <a:t>30</a:t>
              </a:r>
              <a:r>
                <a:rPr lang="en-US" altLang="en-US" sz="1400" b="0" baseline="30000" dirty="0" smtClean="0">
                  <a:effectLst>
                    <a:outerShdw blurRad="38100" dist="38100" dir="2700000" algn="tl">
                      <a:srgbClr val="C0C0C0"/>
                    </a:outerShdw>
                  </a:effectLst>
                  <a:latin typeface="Arial" charset="0"/>
                </a:rPr>
                <a:t>0</a:t>
              </a:r>
              <a:r>
                <a:rPr lang="en-US" altLang="en-US" sz="1400" b="0" dirty="0" smtClean="0">
                  <a:effectLst>
                    <a:outerShdw blurRad="38100" dist="38100" dir="2700000" algn="tl">
                      <a:srgbClr val="C0C0C0"/>
                    </a:outerShdw>
                  </a:effectLst>
                  <a:latin typeface="Arial" charset="0"/>
                </a:rPr>
                <a:t> </a:t>
              </a:r>
              <a:r>
                <a:rPr lang="en-US" altLang="en-US" sz="1400" b="0" dirty="0">
                  <a:effectLst>
                    <a:outerShdw blurRad="38100" dist="38100" dir="2700000" algn="tl">
                      <a:srgbClr val="C0C0C0"/>
                    </a:outerShdw>
                  </a:effectLst>
                  <a:latin typeface="Arial" charset="0"/>
                </a:rPr>
                <a:t>inclined to </a:t>
              </a:r>
              <a:r>
                <a:rPr lang="en-US" altLang="en-US" sz="1400" b="0" dirty="0" err="1">
                  <a:effectLst>
                    <a:outerShdw blurRad="38100" dist="38100" dir="2700000" algn="tl">
                      <a:srgbClr val="C0C0C0"/>
                    </a:outerShdw>
                  </a:effectLst>
                  <a:latin typeface="Arial" charset="0"/>
                </a:rPr>
                <a:t>Vp</a:t>
              </a:r>
              <a:r>
                <a:rPr lang="en-US" altLang="en-US" sz="1400" b="0" dirty="0">
                  <a:effectLst>
                    <a:outerShdw blurRad="38100" dist="38100" dir="2700000" algn="tl">
                      <a:srgbClr val="C0C0C0"/>
                    </a:outerShdw>
                  </a:effectLst>
                  <a:latin typeface="Arial" charset="0"/>
                </a:rPr>
                <a:t> bisecting axis.</a:t>
              </a:r>
            </a:p>
            <a:p>
              <a:pPr eaLnBrk="1" hangingPunct="1"/>
              <a:r>
                <a:rPr lang="en-US" altLang="en-US" sz="1400" b="0" dirty="0">
                  <a:effectLst>
                    <a:outerShdw blurRad="38100" dist="38100" dir="2700000" algn="tl">
                      <a:srgbClr val="C0C0C0"/>
                    </a:outerShdw>
                  </a:effectLst>
                  <a:latin typeface="Arial" charset="0"/>
                </a:rPr>
                <a:t>Draw sec. Views, true shape &amp; development.</a:t>
              </a:r>
            </a:p>
          </p:txBody>
        </p:sp>
      </p:grpSp>
      <p:grpSp>
        <p:nvGrpSpPr>
          <p:cNvPr id="404694" name="Group 214"/>
          <p:cNvGrpSpPr>
            <a:grpSpLocks/>
          </p:cNvGrpSpPr>
          <p:nvPr/>
        </p:nvGrpSpPr>
        <p:grpSpPr bwMode="auto">
          <a:xfrm>
            <a:off x="4800601" y="1204912"/>
            <a:ext cx="4343401" cy="1832173"/>
            <a:chOff x="3024" y="759"/>
            <a:chExt cx="2736" cy="905"/>
          </a:xfrm>
        </p:grpSpPr>
        <p:sp>
          <p:nvSpPr>
            <p:cNvPr id="404695" name="Rectangle 215"/>
            <p:cNvSpPr>
              <a:spLocks noChangeArrowheads="1"/>
            </p:cNvSpPr>
            <p:nvPr/>
          </p:nvSpPr>
          <p:spPr bwMode="auto">
            <a:xfrm>
              <a:off x="3024" y="768"/>
              <a:ext cx="2736" cy="864"/>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4696" name="Text Box 216"/>
            <p:cNvSpPr txBox="1">
              <a:spLocks noChangeArrowheads="1"/>
            </p:cNvSpPr>
            <p:nvPr/>
          </p:nvSpPr>
          <p:spPr bwMode="auto">
            <a:xfrm>
              <a:off x="3035" y="759"/>
              <a:ext cx="2719" cy="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500" dirty="0">
                  <a:solidFill>
                    <a:schemeClr val="accent2"/>
                  </a:solidFill>
                  <a:effectLst>
                    <a:outerShdw blurRad="38100" dist="38100" dir="2700000" algn="tl">
                      <a:srgbClr val="C0C0C0"/>
                    </a:outerShdw>
                  </a:effectLst>
                  <a:latin typeface="Arial" charset="0"/>
                </a:rPr>
                <a:t>Use similar steps for </a:t>
              </a:r>
              <a:r>
                <a:rPr lang="en-US" altLang="en-US" sz="1500" dirty="0" err="1">
                  <a:solidFill>
                    <a:schemeClr val="accent2"/>
                  </a:solidFill>
                  <a:effectLst>
                    <a:outerShdw blurRad="38100" dist="38100" dir="2700000" algn="tl">
                      <a:srgbClr val="C0C0C0"/>
                    </a:outerShdw>
                  </a:effectLst>
                  <a:latin typeface="Arial" charset="0"/>
                </a:rPr>
                <a:t>sec.views</a:t>
              </a:r>
              <a:r>
                <a:rPr lang="en-US" altLang="en-US" sz="1500" dirty="0">
                  <a:solidFill>
                    <a:schemeClr val="accent2"/>
                  </a:solidFill>
                  <a:effectLst>
                    <a:outerShdw blurRad="38100" dist="38100" dir="2700000" algn="tl">
                      <a:srgbClr val="C0C0C0"/>
                    </a:outerShdw>
                  </a:effectLst>
                  <a:latin typeface="Arial" charset="0"/>
                </a:rPr>
                <a:t> &amp; true shape.</a:t>
              </a:r>
            </a:p>
            <a:p>
              <a:pPr eaLnBrk="1" hangingPunct="1"/>
              <a:r>
                <a:rPr lang="en-US" altLang="en-US" sz="1400" dirty="0">
                  <a:solidFill>
                    <a:srgbClr val="CC0000"/>
                  </a:solidFill>
                  <a:effectLst>
                    <a:outerShdw blurRad="38100" dist="38100" dir="2700000" algn="tl">
                      <a:srgbClr val="C0C0C0"/>
                    </a:outerShdw>
                  </a:effectLst>
                  <a:latin typeface="Arial" charset="0"/>
                </a:rPr>
                <a:t>NOTE:</a:t>
              </a:r>
              <a:r>
                <a:rPr lang="en-US" altLang="en-US" sz="1400" b="0" dirty="0">
                  <a:effectLst>
                    <a:outerShdw blurRad="38100" dist="38100" dir="2700000" algn="tl">
                      <a:srgbClr val="C0C0C0"/>
                    </a:outerShdw>
                  </a:effectLst>
                  <a:latin typeface="Arial" charset="0"/>
                </a:rPr>
                <a:t> </a:t>
              </a:r>
              <a:endParaRPr lang="en-US" altLang="en-US" sz="1400" b="0" dirty="0" smtClean="0">
                <a:effectLst>
                  <a:outerShdw blurRad="38100" dist="38100" dir="2700000" algn="tl">
                    <a:srgbClr val="C0C0C0"/>
                  </a:outerShdw>
                </a:effectLst>
                <a:latin typeface="Arial" charset="0"/>
              </a:endParaRPr>
            </a:p>
            <a:p>
              <a:pPr marL="285750" indent="-285750" eaLnBrk="1" hangingPunct="1">
                <a:buFont typeface="Arial" panose="020B0604020202020204" pitchFamily="34" charset="0"/>
                <a:buChar char="•"/>
              </a:pPr>
              <a:r>
                <a:rPr lang="en-US" altLang="en-US" sz="1400" dirty="0">
                  <a:effectLst>
                    <a:outerShdw blurRad="38100" dist="38100" dir="2700000" algn="tl">
                      <a:srgbClr val="C0C0C0"/>
                    </a:outerShdw>
                  </a:effectLst>
                  <a:latin typeface="Arial" charset="0"/>
                </a:rPr>
                <a:t>F</a:t>
              </a:r>
              <a:r>
                <a:rPr lang="en-US" altLang="en-US" sz="1400" b="0" dirty="0" smtClean="0">
                  <a:effectLst>
                    <a:outerShdw blurRad="38100" dist="38100" dir="2700000" algn="tl">
                      <a:srgbClr val="C0C0C0"/>
                    </a:outerShdw>
                  </a:effectLst>
                  <a:latin typeface="Arial" charset="0"/>
                </a:rPr>
                <a:t>or </a:t>
              </a:r>
              <a:r>
                <a:rPr lang="en-US" altLang="en-US" sz="1400" b="0" dirty="0">
                  <a:effectLst>
                    <a:outerShdw blurRad="38100" dist="38100" dir="2700000" algn="tl">
                      <a:srgbClr val="C0C0C0"/>
                    </a:outerShdw>
                  </a:effectLst>
                  <a:latin typeface="Arial" charset="0"/>
                </a:rPr>
                <a:t>development, always cut open object </a:t>
              </a:r>
              <a:r>
                <a:rPr lang="en-US" altLang="en-US" sz="1400" b="0" dirty="0" smtClean="0">
                  <a:effectLst>
                    <a:outerShdw blurRad="38100" dist="38100" dir="2700000" algn="tl">
                      <a:srgbClr val="C0C0C0"/>
                    </a:outerShdw>
                  </a:effectLst>
                  <a:latin typeface="Arial" charset="0"/>
                </a:rPr>
                <a:t>from </a:t>
              </a:r>
              <a:r>
                <a:rPr lang="en-US" altLang="en-US" sz="1400" b="0" dirty="0">
                  <a:effectLst>
                    <a:outerShdw blurRad="38100" dist="38100" dir="2700000" algn="tl">
                      <a:srgbClr val="C0C0C0"/>
                    </a:outerShdw>
                  </a:effectLst>
                  <a:latin typeface="Arial" charset="0"/>
                </a:rPr>
                <a:t>an edge in the boundary of the view </a:t>
              </a:r>
              <a:r>
                <a:rPr lang="en-US" altLang="en-US" sz="1400" b="0" dirty="0" smtClean="0">
                  <a:effectLst>
                    <a:outerShdw blurRad="38100" dist="38100" dir="2700000" algn="tl">
                      <a:srgbClr val="C0C0C0"/>
                    </a:outerShdw>
                  </a:effectLst>
                  <a:latin typeface="Arial" charset="0"/>
                </a:rPr>
                <a:t>in </a:t>
              </a:r>
              <a:r>
                <a:rPr lang="en-US" altLang="en-US" sz="1400" b="0" dirty="0">
                  <a:effectLst>
                    <a:outerShdw blurRad="38100" dist="38100" dir="2700000" algn="tl">
                      <a:srgbClr val="C0C0C0"/>
                    </a:outerShdw>
                  </a:effectLst>
                  <a:latin typeface="Arial" charset="0"/>
                </a:rPr>
                <a:t>which </a:t>
              </a:r>
              <a:r>
                <a:rPr lang="en-US" altLang="en-US" sz="1400" b="0" dirty="0" err="1" smtClean="0">
                  <a:effectLst>
                    <a:outerShdw blurRad="38100" dist="38100" dir="2700000" algn="tl">
                      <a:srgbClr val="C0C0C0"/>
                    </a:outerShdw>
                  </a:effectLst>
                  <a:latin typeface="Arial" charset="0"/>
                </a:rPr>
                <a:t>sec.plane</a:t>
              </a:r>
              <a:r>
                <a:rPr lang="en-US" altLang="en-US" sz="1400" b="0" dirty="0" smtClean="0">
                  <a:effectLst>
                    <a:outerShdw blurRad="38100" dist="38100" dir="2700000" algn="tl">
                      <a:srgbClr val="C0C0C0"/>
                    </a:outerShdw>
                  </a:effectLst>
                  <a:latin typeface="Arial" charset="0"/>
                </a:rPr>
                <a:t> </a:t>
              </a:r>
              <a:r>
                <a:rPr lang="en-US" altLang="en-US" sz="1400" b="0" dirty="0">
                  <a:effectLst>
                    <a:outerShdw blurRad="38100" dist="38100" dir="2700000" algn="tl">
                      <a:srgbClr val="C0C0C0"/>
                    </a:outerShdw>
                  </a:effectLst>
                  <a:latin typeface="Arial" charset="0"/>
                </a:rPr>
                <a:t>appears as a line.</a:t>
              </a: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Here it is </a:t>
              </a:r>
              <a:r>
                <a:rPr lang="en-US" altLang="en-US" sz="1400" b="0" dirty="0" smtClean="0">
                  <a:effectLst>
                    <a:outerShdw blurRad="38100" dist="38100" dir="2700000" algn="tl">
                      <a:srgbClr val="C0C0C0"/>
                    </a:outerShdw>
                  </a:effectLst>
                  <a:latin typeface="Arial" charset="0"/>
                </a:rPr>
                <a:t>TV </a:t>
              </a:r>
              <a:r>
                <a:rPr lang="en-US" altLang="en-US" sz="1400" b="0" dirty="0">
                  <a:effectLst>
                    <a:outerShdw blurRad="38100" dist="38100" dir="2700000" algn="tl">
                      <a:srgbClr val="C0C0C0"/>
                    </a:outerShdw>
                  </a:effectLst>
                  <a:latin typeface="Arial" charset="0"/>
                </a:rPr>
                <a:t>and in boundary, there is c1 edge</a:t>
              </a:r>
              <a:r>
                <a:rPr lang="en-US" altLang="en-US" sz="1400" b="0" dirty="0" smtClean="0">
                  <a:effectLst>
                    <a:outerShdw blurRad="38100" dist="38100" dir="2700000" algn="tl">
                      <a:srgbClr val="C0C0C0"/>
                    </a:outerShdw>
                  </a:effectLst>
                  <a:latin typeface="Arial" charset="0"/>
                </a:rPr>
                <a:t>. Hence it </a:t>
              </a:r>
              <a:r>
                <a:rPr lang="en-US" altLang="en-US" sz="1400" b="0" dirty="0">
                  <a:effectLst>
                    <a:outerShdw blurRad="38100" dist="38100" dir="2700000" algn="tl">
                      <a:srgbClr val="C0C0C0"/>
                    </a:outerShdw>
                  </a:effectLst>
                  <a:latin typeface="Arial" charset="0"/>
                </a:rPr>
                <a:t>is opened from c and named  C,D,E,F,A,B,C.</a:t>
              </a:r>
            </a:p>
          </p:txBody>
        </p:sp>
      </p:grpSp>
      <p:grpSp>
        <p:nvGrpSpPr>
          <p:cNvPr id="404697" name="Group 217"/>
          <p:cNvGrpSpPr>
            <a:grpSpLocks/>
          </p:cNvGrpSpPr>
          <p:nvPr/>
        </p:nvGrpSpPr>
        <p:grpSpPr bwMode="auto">
          <a:xfrm>
            <a:off x="2203451" y="38100"/>
            <a:ext cx="2220912" cy="1092201"/>
            <a:chOff x="1388" y="24"/>
            <a:chExt cx="1399" cy="688"/>
          </a:xfrm>
        </p:grpSpPr>
        <p:sp>
          <p:nvSpPr>
            <p:cNvPr id="404698" name="AutoShape 218"/>
            <p:cNvSpPr>
              <a:spLocks noChangeArrowheads="1"/>
            </p:cNvSpPr>
            <p:nvPr/>
          </p:nvSpPr>
          <p:spPr bwMode="auto">
            <a:xfrm>
              <a:off x="1402" y="48"/>
              <a:ext cx="1298" cy="624"/>
            </a:xfrm>
            <a:prstGeom prst="wedgeRoundRectCallout">
              <a:avLst>
                <a:gd name="adj1" fmla="val -35671"/>
                <a:gd name="adj2" fmla="val 87181"/>
                <a:gd name="adj3" fmla="val 16667"/>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Arial" charset="0"/>
              </a:endParaRPr>
            </a:p>
          </p:txBody>
        </p:sp>
        <p:sp>
          <p:nvSpPr>
            <p:cNvPr id="404699" name="Text Box 219"/>
            <p:cNvSpPr txBox="1">
              <a:spLocks noChangeArrowheads="1"/>
            </p:cNvSpPr>
            <p:nvPr/>
          </p:nvSpPr>
          <p:spPr bwMode="auto">
            <a:xfrm>
              <a:off x="1388" y="24"/>
              <a:ext cx="1399" cy="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300" dirty="0">
                  <a:solidFill>
                    <a:srgbClr val="CC0000"/>
                  </a:solidFill>
                  <a:effectLst>
                    <a:outerShdw blurRad="38100" dist="38100" dir="2700000" algn="tl">
                      <a:srgbClr val="C0C0C0"/>
                    </a:outerShdw>
                  </a:effectLst>
                  <a:latin typeface="Arial" charset="0"/>
                </a:rPr>
                <a:t>Note </a:t>
              </a:r>
              <a:r>
                <a:rPr lang="en-US" altLang="en-US" sz="1300" b="0" dirty="0">
                  <a:effectLst>
                    <a:outerShdw blurRad="38100" dist="38100" dir="2700000" algn="tl">
                      <a:srgbClr val="C0C0C0"/>
                    </a:outerShdw>
                  </a:effectLst>
                  <a:latin typeface="Arial" charset="0"/>
                </a:rPr>
                <a:t>the steps to locate </a:t>
              </a:r>
            </a:p>
            <a:p>
              <a:pPr algn="ctr" eaLnBrk="1" hangingPunct="1"/>
              <a:r>
                <a:rPr lang="en-US" altLang="en-US" sz="1300" b="0" dirty="0">
                  <a:effectLst>
                    <a:outerShdw blurRad="38100" dist="38100" dir="2700000" algn="tl">
                      <a:srgbClr val="C0C0C0"/>
                    </a:outerShdw>
                  </a:effectLst>
                  <a:latin typeface="Arial" charset="0"/>
                </a:rPr>
                <a:t>Points 1, 2 , 5, 6 in </a:t>
              </a:r>
              <a:r>
                <a:rPr lang="en-US" altLang="en-US" sz="1300" b="0" dirty="0" err="1" smtClean="0">
                  <a:effectLst>
                    <a:outerShdw blurRad="38100" dist="38100" dir="2700000" algn="tl">
                      <a:srgbClr val="C0C0C0"/>
                    </a:outerShdw>
                  </a:effectLst>
                  <a:latin typeface="Arial" charset="0"/>
                </a:rPr>
                <a:t>sec.FV</a:t>
              </a:r>
              <a:r>
                <a:rPr lang="en-US" altLang="en-US" sz="1300" b="0" dirty="0" smtClean="0">
                  <a:effectLst>
                    <a:outerShdw blurRad="38100" dist="38100" dir="2700000" algn="tl">
                      <a:srgbClr val="C0C0C0"/>
                    </a:outerShdw>
                  </a:effectLst>
                  <a:latin typeface="Arial" charset="0"/>
                </a:rPr>
                <a:t>: </a:t>
              </a:r>
              <a:endParaRPr lang="en-US" altLang="en-US" sz="1300" b="0" dirty="0">
                <a:effectLst>
                  <a:outerShdw blurRad="38100" dist="38100" dir="2700000" algn="tl">
                    <a:srgbClr val="C0C0C0"/>
                  </a:outerShdw>
                </a:effectLst>
                <a:latin typeface="Arial" charset="0"/>
              </a:endParaRPr>
            </a:p>
            <a:p>
              <a:pPr algn="ctr" eaLnBrk="1" hangingPunct="1"/>
              <a:r>
                <a:rPr lang="en-US" altLang="en-US" sz="1300" b="0" dirty="0">
                  <a:effectLst>
                    <a:outerShdw blurRad="38100" dist="38100" dir="2700000" algn="tl">
                      <a:srgbClr val="C0C0C0"/>
                    </a:outerShdw>
                  </a:effectLst>
                  <a:latin typeface="Arial" charset="0"/>
                </a:rPr>
                <a:t>Those are transferred to </a:t>
              </a:r>
            </a:p>
            <a:p>
              <a:pPr algn="ctr" eaLnBrk="1" hangingPunct="1"/>
              <a:r>
                <a:rPr lang="en-US" altLang="en-US" sz="1300" b="0" dirty="0">
                  <a:effectLst>
                    <a:outerShdw blurRad="38100" dist="38100" dir="2700000" algn="tl">
                      <a:srgbClr val="C0C0C0"/>
                    </a:outerShdw>
                  </a:effectLst>
                  <a:latin typeface="Arial" charset="0"/>
                </a:rPr>
                <a:t>1</a:t>
              </a:r>
              <a:r>
                <a:rPr lang="en-US" altLang="en-US" sz="1300" b="0" baseline="30000" dirty="0">
                  <a:effectLst>
                    <a:outerShdw blurRad="38100" dist="38100" dir="2700000" algn="tl">
                      <a:srgbClr val="C0C0C0"/>
                    </a:outerShdw>
                  </a:effectLst>
                  <a:latin typeface="Arial" charset="0"/>
                </a:rPr>
                <a:t>st</a:t>
              </a:r>
              <a:r>
                <a:rPr lang="en-US" altLang="en-US" sz="1300" b="0" dirty="0">
                  <a:effectLst>
                    <a:outerShdw blurRad="38100" dist="38100" dir="2700000" algn="tl">
                      <a:srgbClr val="C0C0C0"/>
                    </a:outerShdw>
                  </a:effectLst>
                  <a:latin typeface="Arial" charset="0"/>
                </a:rPr>
                <a:t> TV, then to 1</a:t>
              </a:r>
              <a:r>
                <a:rPr lang="en-US" altLang="en-US" sz="1300" b="0" baseline="30000" dirty="0">
                  <a:effectLst>
                    <a:outerShdw blurRad="38100" dist="38100" dir="2700000" algn="tl">
                      <a:srgbClr val="C0C0C0"/>
                    </a:outerShdw>
                  </a:effectLst>
                  <a:latin typeface="Arial" charset="0"/>
                </a:rPr>
                <a:t>st</a:t>
              </a:r>
              <a:r>
                <a:rPr lang="en-US" altLang="en-US" sz="1300" b="0" dirty="0">
                  <a:effectLst>
                    <a:outerShdw blurRad="38100" dist="38100" dir="2700000" algn="tl">
                      <a:srgbClr val="C0C0C0"/>
                    </a:outerShdw>
                  </a:effectLst>
                  <a:latin typeface="Arial" charset="0"/>
                </a:rPr>
                <a:t> </a:t>
              </a:r>
              <a:r>
                <a:rPr lang="en-US" altLang="en-US" sz="1300" b="0" dirty="0" smtClean="0">
                  <a:effectLst>
                    <a:outerShdw blurRad="38100" dist="38100" dir="2700000" algn="tl">
                      <a:srgbClr val="C0C0C0"/>
                    </a:outerShdw>
                  </a:effectLst>
                  <a:latin typeface="Arial" charset="0"/>
                </a:rPr>
                <a:t>FV </a:t>
              </a:r>
              <a:r>
                <a:rPr lang="en-US" altLang="en-US" sz="1300" b="0" dirty="0">
                  <a:effectLst>
                    <a:outerShdw blurRad="38100" dist="38100" dir="2700000" algn="tl">
                      <a:srgbClr val="C0C0C0"/>
                    </a:outerShdw>
                  </a:effectLst>
                  <a:latin typeface="Arial" charset="0"/>
                </a:rPr>
                <a:t>and </a:t>
              </a:r>
            </a:p>
            <a:p>
              <a:pPr algn="ctr" eaLnBrk="1" hangingPunct="1"/>
              <a:r>
                <a:rPr lang="en-US" altLang="en-US" sz="1300" b="0" dirty="0">
                  <a:effectLst>
                    <a:outerShdw blurRad="38100" dist="38100" dir="2700000" algn="tl">
                      <a:srgbClr val="C0C0C0"/>
                    </a:outerShdw>
                  </a:effectLst>
                  <a:latin typeface="Arial" charset="0"/>
                </a:rPr>
                <a:t>Then on 2</a:t>
              </a:r>
              <a:r>
                <a:rPr lang="en-US" altLang="en-US" sz="1300" b="0" baseline="30000" dirty="0">
                  <a:effectLst>
                    <a:outerShdw blurRad="38100" dist="38100" dir="2700000" algn="tl">
                      <a:srgbClr val="C0C0C0"/>
                    </a:outerShdw>
                  </a:effectLst>
                  <a:latin typeface="Arial" charset="0"/>
                </a:rPr>
                <a:t>nd</a:t>
              </a:r>
              <a:r>
                <a:rPr lang="en-US" altLang="en-US" sz="1300" b="0" dirty="0">
                  <a:effectLst>
                    <a:outerShdw blurRad="38100" dist="38100" dir="2700000" algn="tl">
                      <a:srgbClr val="C0C0C0"/>
                    </a:outerShdw>
                  </a:effectLst>
                  <a:latin typeface="Arial" charset="0"/>
                </a:rPr>
                <a:t> </a:t>
              </a:r>
              <a:r>
                <a:rPr lang="en-US" altLang="en-US" sz="1300" b="0" dirty="0" smtClean="0">
                  <a:effectLst>
                    <a:outerShdw blurRad="38100" dist="38100" dir="2700000" algn="tl">
                      <a:srgbClr val="C0C0C0"/>
                    </a:outerShdw>
                  </a:effectLst>
                  <a:latin typeface="Arial" charset="0"/>
                </a:rPr>
                <a:t>FV.</a:t>
              </a:r>
              <a:endParaRPr lang="en-US" altLang="en-US" sz="1300" b="0" dirty="0">
                <a:effectLst>
                  <a:outerShdw blurRad="38100" dist="38100" dir="2700000" algn="tl">
                    <a:srgbClr val="C0C0C0"/>
                  </a:outerShdw>
                </a:effectLst>
                <a:latin typeface="Arial" charset="0"/>
              </a:endParaRPr>
            </a:p>
          </p:txBody>
        </p:sp>
      </p:grpSp>
      <p:sp>
        <p:nvSpPr>
          <p:cNvPr id="2" name="Date Placeholder 1"/>
          <p:cNvSpPr>
            <a:spLocks noGrp="1"/>
          </p:cNvSpPr>
          <p:nvPr>
            <p:ph type="dt" sz="half" idx="10"/>
          </p:nvPr>
        </p:nvSpPr>
        <p:spPr/>
        <p:txBody>
          <a:bodyPr/>
          <a:lstStyle/>
          <a:p>
            <a:fld id="{CA0EC2D2-A0E8-C74D-91A8-60AFE47009B2}" type="datetime1">
              <a:rPr lang="en-IN" smtClean="0">
                <a:solidFill>
                  <a:prstClr val="black">
                    <a:tint val="75000"/>
                  </a:prstClr>
                </a:solidFill>
              </a:rPr>
              <a:t>06-10-2023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22</a:t>
            </a:fld>
            <a:endParaRPr lang="en-IN">
              <a:solidFill>
                <a:prstClr val="black">
                  <a:tint val="75000"/>
                </a:prstClr>
              </a:solidFill>
            </a:endParaRPr>
          </a:p>
        </p:txBody>
      </p:sp>
    </p:spTree>
    <p:custDataLst>
      <p:tags r:id="rId1"/>
    </p:custDataLst>
    <p:extLst>
      <p:ext uri="{BB962C8B-B14F-4D97-AF65-F5344CB8AC3E}">
        <p14:creationId xmlns:p14="http://schemas.microsoft.com/office/powerpoint/2010/main" val="396412505"/>
      </p:ext>
    </p:extLst>
  </p:cSld>
  <p:clrMapOvr>
    <a:masterClrMapping/>
  </p:clrMapOvr>
  <p:transition advTm="429291"/>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2" fill="hold" nodeType="clickEffect">
                                  <p:stCondLst>
                                    <p:cond delay="0"/>
                                  </p:stCondLst>
                                  <p:childTnLst>
                                    <p:set>
                                      <p:cBhvr>
                                        <p:cTn id="6" dur="1" fill="hold">
                                          <p:stCondLst>
                                            <p:cond delay="0"/>
                                          </p:stCondLst>
                                        </p:cTn>
                                        <p:tgtEl>
                                          <p:spTgt spid="404694"/>
                                        </p:tgtEl>
                                        <p:attrNameLst>
                                          <p:attrName>style.visibility</p:attrName>
                                        </p:attrNameLst>
                                      </p:cBhvr>
                                      <p:to>
                                        <p:strVal val="visible"/>
                                      </p:to>
                                    </p:set>
                                    <p:anim calcmode="lin" valueType="num">
                                      <p:cBhvr>
                                        <p:cTn id="7" dur="500" fill="hold"/>
                                        <p:tgtEl>
                                          <p:spTgt spid="404694"/>
                                        </p:tgtEl>
                                        <p:attrNameLst>
                                          <p:attrName>ppt_x</p:attrName>
                                        </p:attrNameLst>
                                      </p:cBhvr>
                                      <p:tavLst>
                                        <p:tav tm="0">
                                          <p:val>
                                            <p:strVal val="#ppt_x+#ppt_w/2"/>
                                          </p:val>
                                        </p:tav>
                                        <p:tav tm="100000">
                                          <p:val>
                                            <p:strVal val="#ppt_x"/>
                                          </p:val>
                                        </p:tav>
                                      </p:tavLst>
                                    </p:anim>
                                    <p:anim calcmode="lin" valueType="num">
                                      <p:cBhvr>
                                        <p:cTn id="8" dur="500" fill="hold"/>
                                        <p:tgtEl>
                                          <p:spTgt spid="404694"/>
                                        </p:tgtEl>
                                        <p:attrNameLst>
                                          <p:attrName>ppt_y</p:attrName>
                                        </p:attrNameLst>
                                      </p:cBhvr>
                                      <p:tavLst>
                                        <p:tav tm="0">
                                          <p:val>
                                            <p:strVal val="#ppt_y"/>
                                          </p:val>
                                        </p:tav>
                                        <p:tav tm="100000">
                                          <p:val>
                                            <p:strVal val="#ppt_y"/>
                                          </p:val>
                                        </p:tav>
                                      </p:tavLst>
                                    </p:anim>
                                    <p:anim calcmode="lin" valueType="num">
                                      <p:cBhvr>
                                        <p:cTn id="9" dur="500" fill="hold"/>
                                        <p:tgtEl>
                                          <p:spTgt spid="404694"/>
                                        </p:tgtEl>
                                        <p:attrNameLst>
                                          <p:attrName>ppt_w</p:attrName>
                                        </p:attrNameLst>
                                      </p:cBhvr>
                                      <p:tavLst>
                                        <p:tav tm="0">
                                          <p:val>
                                            <p:fltVal val="0"/>
                                          </p:val>
                                        </p:tav>
                                        <p:tav tm="100000">
                                          <p:val>
                                            <p:strVal val="#ppt_w"/>
                                          </p:val>
                                        </p:tav>
                                      </p:tavLst>
                                    </p:anim>
                                    <p:anim calcmode="lin" valueType="num">
                                      <p:cBhvr>
                                        <p:cTn id="10" dur="500" fill="hold"/>
                                        <p:tgtEl>
                                          <p:spTgt spid="404694"/>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404483"/>
                                        </p:tgtEl>
                                        <p:attrNameLst>
                                          <p:attrName>style.visibility</p:attrName>
                                        </p:attrNameLst>
                                      </p:cBhvr>
                                      <p:to>
                                        <p:strVal val="visible"/>
                                      </p:to>
                                    </p:set>
                                    <p:anim calcmode="lin" valueType="num">
                                      <p:cBhvr additive="base">
                                        <p:cTn id="15" dur="500" fill="hold"/>
                                        <p:tgtEl>
                                          <p:spTgt spid="404483"/>
                                        </p:tgtEl>
                                        <p:attrNameLst>
                                          <p:attrName>ppt_x</p:attrName>
                                        </p:attrNameLst>
                                      </p:cBhvr>
                                      <p:tavLst>
                                        <p:tav tm="0">
                                          <p:val>
                                            <p:strVal val="0-#ppt_w/2"/>
                                          </p:val>
                                        </p:tav>
                                        <p:tav tm="100000">
                                          <p:val>
                                            <p:strVal val="#ppt_x"/>
                                          </p:val>
                                        </p:tav>
                                      </p:tavLst>
                                    </p:anim>
                                    <p:anim calcmode="lin" valueType="num">
                                      <p:cBhvr additive="base">
                                        <p:cTn id="16" dur="500" fill="hold"/>
                                        <p:tgtEl>
                                          <p:spTgt spid="404483"/>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499"/>
                                          </p:stCondLst>
                                        </p:cTn>
                                        <p:tgtEl>
                                          <p:spTgt spid="40456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404482"/>
                                        </p:tgtEl>
                                        <p:attrNameLst>
                                          <p:attrName>style.visibility</p:attrName>
                                        </p:attrNameLst>
                                      </p:cBhvr>
                                      <p:to>
                                        <p:strVal val="visible"/>
                                      </p:to>
                                    </p:set>
                                    <p:anim calcmode="lin" valueType="num">
                                      <p:cBhvr>
                                        <p:cTn id="25" dur="500" fill="hold"/>
                                        <p:tgtEl>
                                          <p:spTgt spid="404482"/>
                                        </p:tgtEl>
                                        <p:attrNameLst>
                                          <p:attrName>ppt_w</p:attrName>
                                        </p:attrNameLst>
                                      </p:cBhvr>
                                      <p:tavLst>
                                        <p:tav tm="0">
                                          <p:val>
                                            <p:fltVal val="0"/>
                                          </p:val>
                                        </p:tav>
                                        <p:tav tm="100000">
                                          <p:val>
                                            <p:strVal val="#ppt_w"/>
                                          </p:val>
                                        </p:tav>
                                      </p:tavLst>
                                    </p:anim>
                                    <p:anim calcmode="lin" valueType="num">
                                      <p:cBhvr>
                                        <p:cTn id="26" dur="500" fill="hold"/>
                                        <p:tgtEl>
                                          <p:spTgt spid="404482"/>
                                        </p:tgtEl>
                                        <p:attrNameLst>
                                          <p:attrName>ppt_h</p:attrName>
                                        </p:attrNameLst>
                                      </p:cBhvr>
                                      <p:tavLst>
                                        <p:tav tm="0">
                                          <p:val>
                                            <p:strVal val="#ppt_h"/>
                                          </p:val>
                                        </p:tav>
                                        <p:tav tm="100000">
                                          <p:val>
                                            <p:strVal val="#ppt_h"/>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nodeType="clickEffect">
                                  <p:stCondLst>
                                    <p:cond delay="0"/>
                                  </p:stCondLst>
                                  <p:childTnLst>
                                    <p:set>
                                      <p:cBhvr>
                                        <p:cTn id="30" dur="1" fill="hold">
                                          <p:stCondLst>
                                            <p:cond delay="0"/>
                                          </p:stCondLst>
                                        </p:cTn>
                                        <p:tgtEl>
                                          <p:spTgt spid="404614"/>
                                        </p:tgtEl>
                                        <p:attrNameLst>
                                          <p:attrName>style.visibility</p:attrName>
                                        </p:attrNameLst>
                                      </p:cBhvr>
                                      <p:to>
                                        <p:strVal val="visible"/>
                                      </p:to>
                                    </p:set>
                                    <p:anim calcmode="lin" valueType="num">
                                      <p:cBhvr>
                                        <p:cTn id="31" dur="500" fill="hold"/>
                                        <p:tgtEl>
                                          <p:spTgt spid="404614"/>
                                        </p:tgtEl>
                                        <p:attrNameLst>
                                          <p:attrName>ppt_w</p:attrName>
                                        </p:attrNameLst>
                                      </p:cBhvr>
                                      <p:tavLst>
                                        <p:tav tm="0">
                                          <p:val>
                                            <p:fltVal val="0"/>
                                          </p:val>
                                        </p:tav>
                                        <p:tav tm="100000">
                                          <p:val>
                                            <p:strVal val="#ppt_w"/>
                                          </p:val>
                                        </p:tav>
                                      </p:tavLst>
                                    </p:anim>
                                    <p:anim calcmode="lin" valueType="num">
                                      <p:cBhvr>
                                        <p:cTn id="32" dur="500" fill="hold"/>
                                        <p:tgtEl>
                                          <p:spTgt spid="404614"/>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7" presetClass="entr" presetSubtype="4" fill="hold" nodeType="clickEffect">
                                  <p:stCondLst>
                                    <p:cond delay="0"/>
                                  </p:stCondLst>
                                  <p:childTnLst>
                                    <p:set>
                                      <p:cBhvr>
                                        <p:cTn id="36" dur="1" fill="hold">
                                          <p:stCondLst>
                                            <p:cond delay="0"/>
                                          </p:stCondLst>
                                        </p:cTn>
                                        <p:tgtEl>
                                          <p:spTgt spid="404484"/>
                                        </p:tgtEl>
                                        <p:attrNameLst>
                                          <p:attrName>style.visibility</p:attrName>
                                        </p:attrNameLst>
                                      </p:cBhvr>
                                      <p:to>
                                        <p:strVal val="visible"/>
                                      </p:to>
                                    </p:set>
                                    <p:anim calcmode="lin" valueType="num">
                                      <p:cBhvr>
                                        <p:cTn id="37" dur="500" fill="hold"/>
                                        <p:tgtEl>
                                          <p:spTgt spid="404484"/>
                                        </p:tgtEl>
                                        <p:attrNameLst>
                                          <p:attrName>ppt_x</p:attrName>
                                        </p:attrNameLst>
                                      </p:cBhvr>
                                      <p:tavLst>
                                        <p:tav tm="0">
                                          <p:val>
                                            <p:strVal val="#ppt_x"/>
                                          </p:val>
                                        </p:tav>
                                        <p:tav tm="100000">
                                          <p:val>
                                            <p:strVal val="#ppt_x"/>
                                          </p:val>
                                        </p:tav>
                                      </p:tavLst>
                                    </p:anim>
                                    <p:anim calcmode="lin" valueType="num">
                                      <p:cBhvr>
                                        <p:cTn id="38" dur="500" fill="hold"/>
                                        <p:tgtEl>
                                          <p:spTgt spid="404484"/>
                                        </p:tgtEl>
                                        <p:attrNameLst>
                                          <p:attrName>ppt_y</p:attrName>
                                        </p:attrNameLst>
                                      </p:cBhvr>
                                      <p:tavLst>
                                        <p:tav tm="0">
                                          <p:val>
                                            <p:strVal val="#ppt_y+#ppt_h/2"/>
                                          </p:val>
                                        </p:tav>
                                        <p:tav tm="100000">
                                          <p:val>
                                            <p:strVal val="#ppt_y"/>
                                          </p:val>
                                        </p:tav>
                                      </p:tavLst>
                                    </p:anim>
                                    <p:anim calcmode="lin" valueType="num">
                                      <p:cBhvr>
                                        <p:cTn id="39" dur="500" fill="hold"/>
                                        <p:tgtEl>
                                          <p:spTgt spid="404484"/>
                                        </p:tgtEl>
                                        <p:attrNameLst>
                                          <p:attrName>ppt_w</p:attrName>
                                        </p:attrNameLst>
                                      </p:cBhvr>
                                      <p:tavLst>
                                        <p:tav tm="0">
                                          <p:val>
                                            <p:strVal val="#ppt_w"/>
                                          </p:val>
                                        </p:tav>
                                        <p:tav tm="100000">
                                          <p:val>
                                            <p:strVal val="#ppt_w"/>
                                          </p:val>
                                        </p:tav>
                                      </p:tavLst>
                                    </p:anim>
                                    <p:anim calcmode="lin" valueType="num">
                                      <p:cBhvr>
                                        <p:cTn id="40" dur="500" fill="hold"/>
                                        <p:tgtEl>
                                          <p:spTgt spid="404484"/>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8" fill="hold" nodeType="clickEffect">
                                  <p:stCondLst>
                                    <p:cond delay="0"/>
                                  </p:stCondLst>
                                  <p:childTnLst>
                                    <p:set>
                                      <p:cBhvr>
                                        <p:cTn id="44" dur="1" fill="hold">
                                          <p:stCondLst>
                                            <p:cond delay="0"/>
                                          </p:stCondLst>
                                        </p:cTn>
                                        <p:tgtEl>
                                          <p:spTgt spid="404607"/>
                                        </p:tgtEl>
                                        <p:attrNameLst>
                                          <p:attrName>style.visibility</p:attrName>
                                        </p:attrNameLst>
                                      </p:cBhvr>
                                      <p:to>
                                        <p:strVal val="visible"/>
                                      </p:to>
                                    </p:set>
                                    <p:anim calcmode="lin" valueType="num">
                                      <p:cBhvr>
                                        <p:cTn id="45" dur="500" fill="hold"/>
                                        <p:tgtEl>
                                          <p:spTgt spid="404607"/>
                                        </p:tgtEl>
                                        <p:attrNameLst>
                                          <p:attrName>ppt_x</p:attrName>
                                        </p:attrNameLst>
                                      </p:cBhvr>
                                      <p:tavLst>
                                        <p:tav tm="0">
                                          <p:val>
                                            <p:strVal val="#ppt_x-#ppt_w/2"/>
                                          </p:val>
                                        </p:tav>
                                        <p:tav tm="100000">
                                          <p:val>
                                            <p:strVal val="#ppt_x"/>
                                          </p:val>
                                        </p:tav>
                                      </p:tavLst>
                                    </p:anim>
                                    <p:anim calcmode="lin" valueType="num">
                                      <p:cBhvr>
                                        <p:cTn id="46" dur="500" fill="hold"/>
                                        <p:tgtEl>
                                          <p:spTgt spid="404607"/>
                                        </p:tgtEl>
                                        <p:attrNameLst>
                                          <p:attrName>ppt_y</p:attrName>
                                        </p:attrNameLst>
                                      </p:cBhvr>
                                      <p:tavLst>
                                        <p:tav tm="0">
                                          <p:val>
                                            <p:strVal val="#ppt_y"/>
                                          </p:val>
                                        </p:tav>
                                        <p:tav tm="100000">
                                          <p:val>
                                            <p:strVal val="#ppt_y"/>
                                          </p:val>
                                        </p:tav>
                                      </p:tavLst>
                                    </p:anim>
                                    <p:anim calcmode="lin" valueType="num">
                                      <p:cBhvr>
                                        <p:cTn id="47" dur="500" fill="hold"/>
                                        <p:tgtEl>
                                          <p:spTgt spid="404607"/>
                                        </p:tgtEl>
                                        <p:attrNameLst>
                                          <p:attrName>ppt_w</p:attrName>
                                        </p:attrNameLst>
                                      </p:cBhvr>
                                      <p:tavLst>
                                        <p:tav tm="0">
                                          <p:val>
                                            <p:fltVal val="0"/>
                                          </p:val>
                                        </p:tav>
                                        <p:tav tm="100000">
                                          <p:val>
                                            <p:strVal val="#ppt_w"/>
                                          </p:val>
                                        </p:tav>
                                      </p:tavLst>
                                    </p:anim>
                                    <p:anim calcmode="lin" valueType="num">
                                      <p:cBhvr>
                                        <p:cTn id="48" dur="500" fill="hold"/>
                                        <p:tgtEl>
                                          <p:spTgt spid="404607"/>
                                        </p:tgtEl>
                                        <p:attrNameLst>
                                          <p:attrName>ppt_h</p:attrName>
                                        </p:attrNameLst>
                                      </p:cBhvr>
                                      <p:tavLst>
                                        <p:tav tm="0">
                                          <p:val>
                                            <p:strVal val="#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8" fill="hold" grpId="0" nodeType="clickEffect">
                                  <p:stCondLst>
                                    <p:cond delay="0"/>
                                  </p:stCondLst>
                                  <p:childTnLst>
                                    <p:set>
                                      <p:cBhvr>
                                        <p:cTn id="52" dur="1" fill="hold">
                                          <p:stCondLst>
                                            <p:cond delay="0"/>
                                          </p:stCondLst>
                                        </p:cTn>
                                        <p:tgtEl>
                                          <p:spTgt spid="404487"/>
                                        </p:tgtEl>
                                        <p:attrNameLst>
                                          <p:attrName>style.visibility</p:attrName>
                                        </p:attrNameLst>
                                      </p:cBhvr>
                                      <p:to>
                                        <p:strVal val="visible"/>
                                      </p:to>
                                    </p:set>
                                    <p:anim calcmode="lin" valueType="num">
                                      <p:cBhvr>
                                        <p:cTn id="53" dur="500" fill="hold"/>
                                        <p:tgtEl>
                                          <p:spTgt spid="404487"/>
                                        </p:tgtEl>
                                        <p:attrNameLst>
                                          <p:attrName>ppt_x</p:attrName>
                                        </p:attrNameLst>
                                      </p:cBhvr>
                                      <p:tavLst>
                                        <p:tav tm="0">
                                          <p:val>
                                            <p:strVal val="#ppt_x-#ppt_w/2"/>
                                          </p:val>
                                        </p:tav>
                                        <p:tav tm="100000">
                                          <p:val>
                                            <p:strVal val="#ppt_x"/>
                                          </p:val>
                                        </p:tav>
                                      </p:tavLst>
                                    </p:anim>
                                    <p:anim calcmode="lin" valueType="num">
                                      <p:cBhvr>
                                        <p:cTn id="54" dur="500" fill="hold"/>
                                        <p:tgtEl>
                                          <p:spTgt spid="404487"/>
                                        </p:tgtEl>
                                        <p:attrNameLst>
                                          <p:attrName>ppt_y</p:attrName>
                                        </p:attrNameLst>
                                      </p:cBhvr>
                                      <p:tavLst>
                                        <p:tav tm="0">
                                          <p:val>
                                            <p:strVal val="#ppt_y"/>
                                          </p:val>
                                        </p:tav>
                                        <p:tav tm="100000">
                                          <p:val>
                                            <p:strVal val="#ppt_y"/>
                                          </p:val>
                                        </p:tav>
                                      </p:tavLst>
                                    </p:anim>
                                    <p:anim calcmode="lin" valueType="num">
                                      <p:cBhvr>
                                        <p:cTn id="55" dur="500" fill="hold"/>
                                        <p:tgtEl>
                                          <p:spTgt spid="404487"/>
                                        </p:tgtEl>
                                        <p:attrNameLst>
                                          <p:attrName>ppt_w</p:attrName>
                                        </p:attrNameLst>
                                      </p:cBhvr>
                                      <p:tavLst>
                                        <p:tav tm="0">
                                          <p:val>
                                            <p:fltVal val="0"/>
                                          </p:val>
                                        </p:tav>
                                        <p:tav tm="100000">
                                          <p:val>
                                            <p:strVal val="#ppt_w"/>
                                          </p:val>
                                        </p:tav>
                                      </p:tavLst>
                                    </p:anim>
                                    <p:anim calcmode="lin" valueType="num">
                                      <p:cBhvr>
                                        <p:cTn id="56" dur="500" fill="hold"/>
                                        <p:tgtEl>
                                          <p:spTgt spid="404487"/>
                                        </p:tgtEl>
                                        <p:attrNameLst>
                                          <p:attrName>ppt_h</p:attrName>
                                        </p:attrNameLst>
                                      </p:cBhvr>
                                      <p:tavLst>
                                        <p:tav tm="0">
                                          <p:val>
                                            <p:strVal val="#ppt_h"/>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17" presetClass="entr" presetSubtype="8" fill="hold" grpId="0" nodeType="clickEffect">
                                  <p:stCondLst>
                                    <p:cond delay="0"/>
                                  </p:stCondLst>
                                  <p:childTnLst>
                                    <p:set>
                                      <p:cBhvr>
                                        <p:cTn id="60" dur="1" fill="hold">
                                          <p:stCondLst>
                                            <p:cond delay="0"/>
                                          </p:stCondLst>
                                        </p:cTn>
                                        <p:tgtEl>
                                          <p:spTgt spid="404651"/>
                                        </p:tgtEl>
                                        <p:attrNameLst>
                                          <p:attrName>style.visibility</p:attrName>
                                        </p:attrNameLst>
                                      </p:cBhvr>
                                      <p:to>
                                        <p:strVal val="visible"/>
                                      </p:to>
                                    </p:set>
                                    <p:anim calcmode="lin" valueType="num">
                                      <p:cBhvr>
                                        <p:cTn id="61" dur="500" fill="hold"/>
                                        <p:tgtEl>
                                          <p:spTgt spid="404651"/>
                                        </p:tgtEl>
                                        <p:attrNameLst>
                                          <p:attrName>ppt_x</p:attrName>
                                        </p:attrNameLst>
                                      </p:cBhvr>
                                      <p:tavLst>
                                        <p:tav tm="0">
                                          <p:val>
                                            <p:strVal val="#ppt_x-#ppt_w/2"/>
                                          </p:val>
                                        </p:tav>
                                        <p:tav tm="100000">
                                          <p:val>
                                            <p:strVal val="#ppt_x"/>
                                          </p:val>
                                        </p:tav>
                                      </p:tavLst>
                                    </p:anim>
                                    <p:anim calcmode="lin" valueType="num">
                                      <p:cBhvr>
                                        <p:cTn id="62" dur="500" fill="hold"/>
                                        <p:tgtEl>
                                          <p:spTgt spid="404651"/>
                                        </p:tgtEl>
                                        <p:attrNameLst>
                                          <p:attrName>ppt_y</p:attrName>
                                        </p:attrNameLst>
                                      </p:cBhvr>
                                      <p:tavLst>
                                        <p:tav tm="0">
                                          <p:val>
                                            <p:strVal val="#ppt_y"/>
                                          </p:val>
                                        </p:tav>
                                        <p:tav tm="100000">
                                          <p:val>
                                            <p:strVal val="#ppt_y"/>
                                          </p:val>
                                        </p:tav>
                                      </p:tavLst>
                                    </p:anim>
                                    <p:anim calcmode="lin" valueType="num">
                                      <p:cBhvr>
                                        <p:cTn id="63" dur="500" fill="hold"/>
                                        <p:tgtEl>
                                          <p:spTgt spid="404651"/>
                                        </p:tgtEl>
                                        <p:attrNameLst>
                                          <p:attrName>ppt_w</p:attrName>
                                        </p:attrNameLst>
                                      </p:cBhvr>
                                      <p:tavLst>
                                        <p:tav tm="0">
                                          <p:val>
                                            <p:fltVal val="0"/>
                                          </p:val>
                                        </p:tav>
                                        <p:tav tm="100000">
                                          <p:val>
                                            <p:strVal val="#ppt_w"/>
                                          </p:val>
                                        </p:tav>
                                      </p:tavLst>
                                    </p:anim>
                                    <p:anim calcmode="lin" valueType="num">
                                      <p:cBhvr>
                                        <p:cTn id="64" dur="500" fill="hold"/>
                                        <p:tgtEl>
                                          <p:spTgt spid="404651"/>
                                        </p:tgtEl>
                                        <p:attrNameLst>
                                          <p:attrName>ppt_h</p:attrName>
                                        </p:attrNameLst>
                                      </p:cBhvr>
                                      <p:tavLst>
                                        <p:tav tm="0">
                                          <p:val>
                                            <p:strVal val="#ppt_h"/>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7" presetClass="entr" presetSubtype="1" fill="hold" nodeType="clickEffect">
                                  <p:stCondLst>
                                    <p:cond delay="0"/>
                                  </p:stCondLst>
                                  <p:childTnLst>
                                    <p:set>
                                      <p:cBhvr>
                                        <p:cTn id="68" dur="1" fill="hold">
                                          <p:stCondLst>
                                            <p:cond delay="0"/>
                                          </p:stCondLst>
                                        </p:cTn>
                                        <p:tgtEl>
                                          <p:spTgt spid="404621"/>
                                        </p:tgtEl>
                                        <p:attrNameLst>
                                          <p:attrName>style.visibility</p:attrName>
                                        </p:attrNameLst>
                                      </p:cBhvr>
                                      <p:to>
                                        <p:strVal val="visible"/>
                                      </p:to>
                                    </p:set>
                                    <p:anim calcmode="lin" valueType="num">
                                      <p:cBhvr>
                                        <p:cTn id="69" dur="500" fill="hold"/>
                                        <p:tgtEl>
                                          <p:spTgt spid="404621"/>
                                        </p:tgtEl>
                                        <p:attrNameLst>
                                          <p:attrName>ppt_x</p:attrName>
                                        </p:attrNameLst>
                                      </p:cBhvr>
                                      <p:tavLst>
                                        <p:tav tm="0">
                                          <p:val>
                                            <p:strVal val="#ppt_x"/>
                                          </p:val>
                                        </p:tav>
                                        <p:tav tm="100000">
                                          <p:val>
                                            <p:strVal val="#ppt_x"/>
                                          </p:val>
                                        </p:tav>
                                      </p:tavLst>
                                    </p:anim>
                                    <p:anim calcmode="lin" valueType="num">
                                      <p:cBhvr>
                                        <p:cTn id="70" dur="500" fill="hold"/>
                                        <p:tgtEl>
                                          <p:spTgt spid="404621"/>
                                        </p:tgtEl>
                                        <p:attrNameLst>
                                          <p:attrName>ppt_y</p:attrName>
                                        </p:attrNameLst>
                                      </p:cBhvr>
                                      <p:tavLst>
                                        <p:tav tm="0">
                                          <p:val>
                                            <p:strVal val="#ppt_y-#ppt_h/2"/>
                                          </p:val>
                                        </p:tav>
                                        <p:tav tm="100000">
                                          <p:val>
                                            <p:strVal val="#ppt_y"/>
                                          </p:val>
                                        </p:tav>
                                      </p:tavLst>
                                    </p:anim>
                                    <p:anim calcmode="lin" valueType="num">
                                      <p:cBhvr>
                                        <p:cTn id="71" dur="500" fill="hold"/>
                                        <p:tgtEl>
                                          <p:spTgt spid="404621"/>
                                        </p:tgtEl>
                                        <p:attrNameLst>
                                          <p:attrName>ppt_w</p:attrName>
                                        </p:attrNameLst>
                                      </p:cBhvr>
                                      <p:tavLst>
                                        <p:tav tm="0">
                                          <p:val>
                                            <p:strVal val="#ppt_w"/>
                                          </p:val>
                                        </p:tav>
                                        <p:tav tm="100000">
                                          <p:val>
                                            <p:strVal val="#ppt_w"/>
                                          </p:val>
                                        </p:tav>
                                      </p:tavLst>
                                    </p:anim>
                                    <p:anim calcmode="lin" valueType="num">
                                      <p:cBhvr>
                                        <p:cTn id="72" dur="500" fill="hold"/>
                                        <p:tgtEl>
                                          <p:spTgt spid="404621"/>
                                        </p:tgtEl>
                                        <p:attrNameLst>
                                          <p:attrName>ppt_h</p:attrName>
                                        </p:attrNameLst>
                                      </p:cBhvr>
                                      <p:tavLst>
                                        <p:tav tm="0">
                                          <p:val>
                                            <p:fltVal val="0"/>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17" presetClass="entr" presetSubtype="1" fill="hold" nodeType="clickEffect">
                                  <p:stCondLst>
                                    <p:cond delay="0"/>
                                  </p:stCondLst>
                                  <p:childTnLst>
                                    <p:set>
                                      <p:cBhvr>
                                        <p:cTn id="76" dur="1" fill="hold">
                                          <p:stCondLst>
                                            <p:cond delay="0"/>
                                          </p:stCondLst>
                                        </p:cTn>
                                        <p:tgtEl>
                                          <p:spTgt spid="404489"/>
                                        </p:tgtEl>
                                        <p:attrNameLst>
                                          <p:attrName>style.visibility</p:attrName>
                                        </p:attrNameLst>
                                      </p:cBhvr>
                                      <p:to>
                                        <p:strVal val="visible"/>
                                      </p:to>
                                    </p:set>
                                    <p:anim calcmode="lin" valueType="num">
                                      <p:cBhvr>
                                        <p:cTn id="77" dur="500" fill="hold"/>
                                        <p:tgtEl>
                                          <p:spTgt spid="404489"/>
                                        </p:tgtEl>
                                        <p:attrNameLst>
                                          <p:attrName>ppt_x</p:attrName>
                                        </p:attrNameLst>
                                      </p:cBhvr>
                                      <p:tavLst>
                                        <p:tav tm="0">
                                          <p:val>
                                            <p:strVal val="#ppt_x"/>
                                          </p:val>
                                        </p:tav>
                                        <p:tav tm="100000">
                                          <p:val>
                                            <p:strVal val="#ppt_x"/>
                                          </p:val>
                                        </p:tav>
                                      </p:tavLst>
                                    </p:anim>
                                    <p:anim calcmode="lin" valueType="num">
                                      <p:cBhvr>
                                        <p:cTn id="78" dur="500" fill="hold"/>
                                        <p:tgtEl>
                                          <p:spTgt spid="404489"/>
                                        </p:tgtEl>
                                        <p:attrNameLst>
                                          <p:attrName>ppt_y</p:attrName>
                                        </p:attrNameLst>
                                      </p:cBhvr>
                                      <p:tavLst>
                                        <p:tav tm="0">
                                          <p:val>
                                            <p:strVal val="#ppt_y-#ppt_h/2"/>
                                          </p:val>
                                        </p:tav>
                                        <p:tav tm="100000">
                                          <p:val>
                                            <p:strVal val="#ppt_y"/>
                                          </p:val>
                                        </p:tav>
                                      </p:tavLst>
                                    </p:anim>
                                    <p:anim calcmode="lin" valueType="num">
                                      <p:cBhvr>
                                        <p:cTn id="79" dur="500" fill="hold"/>
                                        <p:tgtEl>
                                          <p:spTgt spid="404489"/>
                                        </p:tgtEl>
                                        <p:attrNameLst>
                                          <p:attrName>ppt_w</p:attrName>
                                        </p:attrNameLst>
                                      </p:cBhvr>
                                      <p:tavLst>
                                        <p:tav tm="0">
                                          <p:val>
                                            <p:strVal val="#ppt_w"/>
                                          </p:val>
                                        </p:tav>
                                        <p:tav tm="100000">
                                          <p:val>
                                            <p:strVal val="#ppt_w"/>
                                          </p:val>
                                        </p:tav>
                                      </p:tavLst>
                                    </p:anim>
                                    <p:anim calcmode="lin" valueType="num">
                                      <p:cBhvr>
                                        <p:cTn id="80" dur="500" fill="hold"/>
                                        <p:tgtEl>
                                          <p:spTgt spid="404489"/>
                                        </p:tgtEl>
                                        <p:attrNameLst>
                                          <p:attrName>ppt_h</p:attrName>
                                        </p:attrNameLst>
                                      </p:cBhvr>
                                      <p:tavLst>
                                        <p:tav tm="0">
                                          <p:val>
                                            <p:fltVal val="0"/>
                                          </p:val>
                                        </p:tav>
                                        <p:tav tm="100000">
                                          <p:val>
                                            <p:strVal val="#ppt_h"/>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17" presetClass="entr" presetSubtype="8" fill="hold" grpId="0" nodeType="clickEffect">
                                  <p:stCondLst>
                                    <p:cond delay="0"/>
                                  </p:stCondLst>
                                  <p:childTnLst>
                                    <p:set>
                                      <p:cBhvr>
                                        <p:cTn id="84" dur="1" fill="hold">
                                          <p:stCondLst>
                                            <p:cond delay="0"/>
                                          </p:stCondLst>
                                        </p:cTn>
                                        <p:tgtEl>
                                          <p:spTgt spid="404492"/>
                                        </p:tgtEl>
                                        <p:attrNameLst>
                                          <p:attrName>style.visibility</p:attrName>
                                        </p:attrNameLst>
                                      </p:cBhvr>
                                      <p:to>
                                        <p:strVal val="visible"/>
                                      </p:to>
                                    </p:set>
                                    <p:anim calcmode="lin" valueType="num">
                                      <p:cBhvr>
                                        <p:cTn id="85" dur="500" fill="hold"/>
                                        <p:tgtEl>
                                          <p:spTgt spid="404492"/>
                                        </p:tgtEl>
                                        <p:attrNameLst>
                                          <p:attrName>ppt_x</p:attrName>
                                        </p:attrNameLst>
                                      </p:cBhvr>
                                      <p:tavLst>
                                        <p:tav tm="0">
                                          <p:val>
                                            <p:strVal val="#ppt_x-#ppt_w/2"/>
                                          </p:val>
                                        </p:tav>
                                        <p:tav tm="100000">
                                          <p:val>
                                            <p:strVal val="#ppt_x"/>
                                          </p:val>
                                        </p:tav>
                                      </p:tavLst>
                                    </p:anim>
                                    <p:anim calcmode="lin" valueType="num">
                                      <p:cBhvr>
                                        <p:cTn id="86" dur="500" fill="hold"/>
                                        <p:tgtEl>
                                          <p:spTgt spid="404492"/>
                                        </p:tgtEl>
                                        <p:attrNameLst>
                                          <p:attrName>ppt_y</p:attrName>
                                        </p:attrNameLst>
                                      </p:cBhvr>
                                      <p:tavLst>
                                        <p:tav tm="0">
                                          <p:val>
                                            <p:strVal val="#ppt_y"/>
                                          </p:val>
                                        </p:tav>
                                        <p:tav tm="100000">
                                          <p:val>
                                            <p:strVal val="#ppt_y"/>
                                          </p:val>
                                        </p:tav>
                                      </p:tavLst>
                                    </p:anim>
                                    <p:anim calcmode="lin" valueType="num">
                                      <p:cBhvr>
                                        <p:cTn id="87" dur="500" fill="hold"/>
                                        <p:tgtEl>
                                          <p:spTgt spid="404492"/>
                                        </p:tgtEl>
                                        <p:attrNameLst>
                                          <p:attrName>ppt_w</p:attrName>
                                        </p:attrNameLst>
                                      </p:cBhvr>
                                      <p:tavLst>
                                        <p:tav tm="0">
                                          <p:val>
                                            <p:fltVal val="0"/>
                                          </p:val>
                                        </p:tav>
                                        <p:tav tm="100000">
                                          <p:val>
                                            <p:strVal val="#ppt_w"/>
                                          </p:val>
                                        </p:tav>
                                      </p:tavLst>
                                    </p:anim>
                                    <p:anim calcmode="lin" valueType="num">
                                      <p:cBhvr>
                                        <p:cTn id="88" dur="500" fill="hold"/>
                                        <p:tgtEl>
                                          <p:spTgt spid="404492"/>
                                        </p:tgtEl>
                                        <p:attrNameLst>
                                          <p:attrName>ppt_h</p:attrName>
                                        </p:attrNameLst>
                                      </p:cBhvr>
                                      <p:tavLst>
                                        <p:tav tm="0">
                                          <p:val>
                                            <p:strVal val="#ppt_h"/>
                                          </p:val>
                                        </p:tav>
                                        <p:tav tm="100000">
                                          <p:val>
                                            <p:strVal val="#ppt_h"/>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17" presetClass="entr" presetSubtype="8" fill="hold" grpId="0" nodeType="clickEffect">
                                  <p:stCondLst>
                                    <p:cond delay="0"/>
                                  </p:stCondLst>
                                  <p:childTnLst>
                                    <p:set>
                                      <p:cBhvr>
                                        <p:cTn id="92" dur="1" fill="hold">
                                          <p:stCondLst>
                                            <p:cond delay="0"/>
                                          </p:stCondLst>
                                        </p:cTn>
                                        <p:tgtEl>
                                          <p:spTgt spid="404493"/>
                                        </p:tgtEl>
                                        <p:attrNameLst>
                                          <p:attrName>style.visibility</p:attrName>
                                        </p:attrNameLst>
                                      </p:cBhvr>
                                      <p:to>
                                        <p:strVal val="visible"/>
                                      </p:to>
                                    </p:set>
                                    <p:anim calcmode="lin" valueType="num">
                                      <p:cBhvr>
                                        <p:cTn id="93" dur="500" fill="hold"/>
                                        <p:tgtEl>
                                          <p:spTgt spid="404493"/>
                                        </p:tgtEl>
                                        <p:attrNameLst>
                                          <p:attrName>ppt_x</p:attrName>
                                        </p:attrNameLst>
                                      </p:cBhvr>
                                      <p:tavLst>
                                        <p:tav tm="0">
                                          <p:val>
                                            <p:strVal val="#ppt_x-#ppt_w/2"/>
                                          </p:val>
                                        </p:tav>
                                        <p:tav tm="100000">
                                          <p:val>
                                            <p:strVal val="#ppt_x"/>
                                          </p:val>
                                        </p:tav>
                                      </p:tavLst>
                                    </p:anim>
                                    <p:anim calcmode="lin" valueType="num">
                                      <p:cBhvr>
                                        <p:cTn id="94" dur="500" fill="hold"/>
                                        <p:tgtEl>
                                          <p:spTgt spid="404493"/>
                                        </p:tgtEl>
                                        <p:attrNameLst>
                                          <p:attrName>ppt_y</p:attrName>
                                        </p:attrNameLst>
                                      </p:cBhvr>
                                      <p:tavLst>
                                        <p:tav tm="0">
                                          <p:val>
                                            <p:strVal val="#ppt_y"/>
                                          </p:val>
                                        </p:tav>
                                        <p:tav tm="100000">
                                          <p:val>
                                            <p:strVal val="#ppt_y"/>
                                          </p:val>
                                        </p:tav>
                                      </p:tavLst>
                                    </p:anim>
                                    <p:anim calcmode="lin" valueType="num">
                                      <p:cBhvr>
                                        <p:cTn id="95" dur="500" fill="hold"/>
                                        <p:tgtEl>
                                          <p:spTgt spid="404493"/>
                                        </p:tgtEl>
                                        <p:attrNameLst>
                                          <p:attrName>ppt_w</p:attrName>
                                        </p:attrNameLst>
                                      </p:cBhvr>
                                      <p:tavLst>
                                        <p:tav tm="0">
                                          <p:val>
                                            <p:fltVal val="0"/>
                                          </p:val>
                                        </p:tav>
                                        <p:tav tm="100000">
                                          <p:val>
                                            <p:strVal val="#ppt_w"/>
                                          </p:val>
                                        </p:tav>
                                      </p:tavLst>
                                    </p:anim>
                                    <p:anim calcmode="lin" valueType="num">
                                      <p:cBhvr>
                                        <p:cTn id="96" dur="500" fill="hold"/>
                                        <p:tgtEl>
                                          <p:spTgt spid="404493"/>
                                        </p:tgtEl>
                                        <p:attrNameLst>
                                          <p:attrName>ppt_h</p:attrName>
                                        </p:attrNameLst>
                                      </p:cBhvr>
                                      <p:tavLst>
                                        <p:tav tm="0">
                                          <p:val>
                                            <p:strVal val="#ppt_h"/>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17" presetClass="entr" presetSubtype="8" fill="hold" grpId="0" nodeType="clickEffect">
                                  <p:stCondLst>
                                    <p:cond delay="0"/>
                                  </p:stCondLst>
                                  <p:childTnLst>
                                    <p:set>
                                      <p:cBhvr>
                                        <p:cTn id="100" dur="1" fill="hold">
                                          <p:stCondLst>
                                            <p:cond delay="0"/>
                                          </p:stCondLst>
                                        </p:cTn>
                                        <p:tgtEl>
                                          <p:spTgt spid="404494"/>
                                        </p:tgtEl>
                                        <p:attrNameLst>
                                          <p:attrName>style.visibility</p:attrName>
                                        </p:attrNameLst>
                                      </p:cBhvr>
                                      <p:to>
                                        <p:strVal val="visible"/>
                                      </p:to>
                                    </p:set>
                                    <p:anim calcmode="lin" valueType="num">
                                      <p:cBhvr>
                                        <p:cTn id="101" dur="500" fill="hold"/>
                                        <p:tgtEl>
                                          <p:spTgt spid="404494"/>
                                        </p:tgtEl>
                                        <p:attrNameLst>
                                          <p:attrName>ppt_x</p:attrName>
                                        </p:attrNameLst>
                                      </p:cBhvr>
                                      <p:tavLst>
                                        <p:tav tm="0">
                                          <p:val>
                                            <p:strVal val="#ppt_x-#ppt_w/2"/>
                                          </p:val>
                                        </p:tav>
                                        <p:tav tm="100000">
                                          <p:val>
                                            <p:strVal val="#ppt_x"/>
                                          </p:val>
                                        </p:tav>
                                      </p:tavLst>
                                    </p:anim>
                                    <p:anim calcmode="lin" valueType="num">
                                      <p:cBhvr>
                                        <p:cTn id="102" dur="500" fill="hold"/>
                                        <p:tgtEl>
                                          <p:spTgt spid="404494"/>
                                        </p:tgtEl>
                                        <p:attrNameLst>
                                          <p:attrName>ppt_y</p:attrName>
                                        </p:attrNameLst>
                                      </p:cBhvr>
                                      <p:tavLst>
                                        <p:tav tm="0">
                                          <p:val>
                                            <p:strVal val="#ppt_y"/>
                                          </p:val>
                                        </p:tav>
                                        <p:tav tm="100000">
                                          <p:val>
                                            <p:strVal val="#ppt_y"/>
                                          </p:val>
                                        </p:tav>
                                      </p:tavLst>
                                    </p:anim>
                                    <p:anim calcmode="lin" valueType="num">
                                      <p:cBhvr>
                                        <p:cTn id="103" dur="500" fill="hold"/>
                                        <p:tgtEl>
                                          <p:spTgt spid="404494"/>
                                        </p:tgtEl>
                                        <p:attrNameLst>
                                          <p:attrName>ppt_w</p:attrName>
                                        </p:attrNameLst>
                                      </p:cBhvr>
                                      <p:tavLst>
                                        <p:tav tm="0">
                                          <p:val>
                                            <p:fltVal val="0"/>
                                          </p:val>
                                        </p:tav>
                                        <p:tav tm="100000">
                                          <p:val>
                                            <p:strVal val="#ppt_w"/>
                                          </p:val>
                                        </p:tav>
                                      </p:tavLst>
                                    </p:anim>
                                    <p:anim calcmode="lin" valueType="num">
                                      <p:cBhvr>
                                        <p:cTn id="104" dur="500" fill="hold"/>
                                        <p:tgtEl>
                                          <p:spTgt spid="404494"/>
                                        </p:tgtEl>
                                        <p:attrNameLst>
                                          <p:attrName>ppt_h</p:attrName>
                                        </p:attrNameLst>
                                      </p:cBhvr>
                                      <p:tavLst>
                                        <p:tav tm="0">
                                          <p:val>
                                            <p:strVal val="#ppt_h"/>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17" presetClass="entr" presetSubtype="1" fill="hold" nodeType="clickEffect">
                                  <p:stCondLst>
                                    <p:cond delay="0"/>
                                  </p:stCondLst>
                                  <p:childTnLst>
                                    <p:set>
                                      <p:cBhvr>
                                        <p:cTn id="108" dur="1" fill="hold">
                                          <p:stCondLst>
                                            <p:cond delay="0"/>
                                          </p:stCondLst>
                                        </p:cTn>
                                        <p:tgtEl>
                                          <p:spTgt spid="404631"/>
                                        </p:tgtEl>
                                        <p:attrNameLst>
                                          <p:attrName>style.visibility</p:attrName>
                                        </p:attrNameLst>
                                      </p:cBhvr>
                                      <p:to>
                                        <p:strVal val="visible"/>
                                      </p:to>
                                    </p:set>
                                    <p:anim calcmode="lin" valueType="num">
                                      <p:cBhvr>
                                        <p:cTn id="109" dur="500" fill="hold"/>
                                        <p:tgtEl>
                                          <p:spTgt spid="404631"/>
                                        </p:tgtEl>
                                        <p:attrNameLst>
                                          <p:attrName>ppt_x</p:attrName>
                                        </p:attrNameLst>
                                      </p:cBhvr>
                                      <p:tavLst>
                                        <p:tav tm="0">
                                          <p:val>
                                            <p:strVal val="#ppt_x"/>
                                          </p:val>
                                        </p:tav>
                                        <p:tav tm="100000">
                                          <p:val>
                                            <p:strVal val="#ppt_x"/>
                                          </p:val>
                                        </p:tav>
                                      </p:tavLst>
                                    </p:anim>
                                    <p:anim calcmode="lin" valueType="num">
                                      <p:cBhvr>
                                        <p:cTn id="110" dur="500" fill="hold"/>
                                        <p:tgtEl>
                                          <p:spTgt spid="404631"/>
                                        </p:tgtEl>
                                        <p:attrNameLst>
                                          <p:attrName>ppt_y</p:attrName>
                                        </p:attrNameLst>
                                      </p:cBhvr>
                                      <p:tavLst>
                                        <p:tav tm="0">
                                          <p:val>
                                            <p:strVal val="#ppt_y-#ppt_h/2"/>
                                          </p:val>
                                        </p:tav>
                                        <p:tav tm="100000">
                                          <p:val>
                                            <p:strVal val="#ppt_y"/>
                                          </p:val>
                                        </p:tav>
                                      </p:tavLst>
                                    </p:anim>
                                    <p:anim calcmode="lin" valueType="num">
                                      <p:cBhvr>
                                        <p:cTn id="111" dur="500" fill="hold"/>
                                        <p:tgtEl>
                                          <p:spTgt spid="404631"/>
                                        </p:tgtEl>
                                        <p:attrNameLst>
                                          <p:attrName>ppt_w</p:attrName>
                                        </p:attrNameLst>
                                      </p:cBhvr>
                                      <p:tavLst>
                                        <p:tav tm="0">
                                          <p:val>
                                            <p:strVal val="#ppt_w"/>
                                          </p:val>
                                        </p:tav>
                                        <p:tav tm="100000">
                                          <p:val>
                                            <p:strVal val="#ppt_w"/>
                                          </p:val>
                                        </p:tav>
                                      </p:tavLst>
                                    </p:anim>
                                    <p:anim calcmode="lin" valueType="num">
                                      <p:cBhvr>
                                        <p:cTn id="112" dur="500" fill="hold"/>
                                        <p:tgtEl>
                                          <p:spTgt spid="404631"/>
                                        </p:tgtEl>
                                        <p:attrNameLst>
                                          <p:attrName>ppt_h</p:attrName>
                                        </p:attrNameLst>
                                      </p:cBhvr>
                                      <p:tavLst>
                                        <p:tav tm="0">
                                          <p:val>
                                            <p:fltVal val="0"/>
                                          </p:val>
                                        </p:tav>
                                        <p:tav tm="100000">
                                          <p:val>
                                            <p:strVal val="#ppt_h"/>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7" presetClass="entr" presetSubtype="8" fill="hold" nodeType="clickEffect">
                                  <p:stCondLst>
                                    <p:cond delay="0"/>
                                  </p:stCondLst>
                                  <p:childTnLst>
                                    <p:set>
                                      <p:cBhvr>
                                        <p:cTn id="116" dur="1" fill="hold">
                                          <p:stCondLst>
                                            <p:cond delay="0"/>
                                          </p:stCondLst>
                                        </p:cTn>
                                        <p:tgtEl>
                                          <p:spTgt spid="404495"/>
                                        </p:tgtEl>
                                        <p:attrNameLst>
                                          <p:attrName>style.visibility</p:attrName>
                                        </p:attrNameLst>
                                      </p:cBhvr>
                                      <p:to>
                                        <p:strVal val="visible"/>
                                      </p:to>
                                    </p:set>
                                    <p:anim calcmode="lin" valueType="num">
                                      <p:cBhvr>
                                        <p:cTn id="117" dur="500" fill="hold"/>
                                        <p:tgtEl>
                                          <p:spTgt spid="404495"/>
                                        </p:tgtEl>
                                        <p:attrNameLst>
                                          <p:attrName>ppt_x</p:attrName>
                                        </p:attrNameLst>
                                      </p:cBhvr>
                                      <p:tavLst>
                                        <p:tav tm="0">
                                          <p:val>
                                            <p:strVal val="#ppt_x-#ppt_w/2"/>
                                          </p:val>
                                        </p:tav>
                                        <p:tav tm="100000">
                                          <p:val>
                                            <p:strVal val="#ppt_x"/>
                                          </p:val>
                                        </p:tav>
                                      </p:tavLst>
                                    </p:anim>
                                    <p:anim calcmode="lin" valueType="num">
                                      <p:cBhvr>
                                        <p:cTn id="118" dur="500" fill="hold"/>
                                        <p:tgtEl>
                                          <p:spTgt spid="404495"/>
                                        </p:tgtEl>
                                        <p:attrNameLst>
                                          <p:attrName>ppt_y</p:attrName>
                                        </p:attrNameLst>
                                      </p:cBhvr>
                                      <p:tavLst>
                                        <p:tav tm="0">
                                          <p:val>
                                            <p:strVal val="#ppt_y"/>
                                          </p:val>
                                        </p:tav>
                                        <p:tav tm="100000">
                                          <p:val>
                                            <p:strVal val="#ppt_y"/>
                                          </p:val>
                                        </p:tav>
                                      </p:tavLst>
                                    </p:anim>
                                    <p:anim calcmode="lin" valueType="num">
                                      <p:cBhvr>
                                        <p:cTn id="119" dur="500" fill="hold"/>
                                        <p:tgtEl>
                                          <p:spTgt spid="404495"/>
                                        </p:tgtEl>
                                        <p:attrNameLst>
                                          <p:attrName>ppt_w</p:attrName>
                                        </p:attrNameLst>
                                      </p:cBhvr>
                                      <p:tavLst>
                                        <p:tav tm="0">
                                          <p:val>
                                            <p:fltVal val="0"/>
                                          </p:val>
                                        </p:tav>
                                        <p:tav tm="100000">
                                          <p:val>
                                            <p:strVal val="#ppt_w"/>
                                          </p:val>
                                        </p:tav>
                                      </p:tavLst>
                                    </p:anim>
                                    <p:anim calcmode="lin" valueType="num">
                                      <p:cBhvr>
                                        <p:cTn id="120" dur="500" fill="hold"/>
                                        <p:tgtEl>
                                          <p:spTgt spid="404495"/>
                                        </p:tgtEl>
                                        <p:attrNameLst>
                                          <p:attrName>ppt_h</p:attrName>
                                        </p:attrNameLst>
                                      </p:cBhvr>
                                      <p:tavLst>
                                        <p:tav tm="0">
                                          <p:val>
                                            <p:strVal val="#ppt_h"/>
                                          </p:val>
                                        </p:tav>
                                        <p:tav tm="100000">
                                          <p:val>
                                            <p:strVal val="#ppt_h"/>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8" presetClass="entr" presetSubtype="6" fill="hold" grpId="0" nodeType="clickEffect">
                                  <p:stCondLst>
                                    <p:cond delay="0"/>
                                  </p:stCondLst>
                                  <p:childTnLst>
                                    <p:set>
                                      <p:cBhvr>
                                        <p:cTn id="124" dur="1" fill="hold">
                                          <p:stCondLst>
                                            <p:cond delay="0"/>
                                          </p:stCondLst>
                                        </p:cTn>
                                        <p:tgtEl>
                                          <p:spTgt spid="404501"/>
                                        </p:tgtEl>
                                        <p:attrNameLst>
                                          <p:attrName>style.visibility</p:attrName>
                                        </p:attrNameLst>
                                      </p:cBhvr>
                                      <p:to>
                                        <p:strVal val="visible"/>
                                      </p:to>
                                    </p:set>
                                    <p:animEffect transition="in" filter="strips(downRight)">
                                      <p:cBhvr>
                                        <p:cTn id="125" dur="500"/>
                                        <p:tgtEl>
                                          <p:spTgt spid="404501"/>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8" presetClass="entr" presetSubtype="12" fill="hold" nodeType="clickEffect">
                                  <p:stCondLst>
                                    <p:cond delay="0"/>
                                  </p:stCondLst>
                                  <p:childTnLst>
                                    <p:set>
                                      <p:cBhvr>
                                        <p:cTn id="129" dur="1" fill="hold">
                                          <p:stCondLst>
                                            <p:cond delay="0"/>
                                          </p:stCondLst>
                                        </p:cTn>
                                        <p:tgtEl>
                                          <p:spTgt spid="404628"/>
                                        </p:tgtEl>
                                        <p:attrNameLst>
                                          <p:attrName>style.visibility</p:attrName>
                                        </p:attrNameLst>
                                      </p:cBhvr>
                                      <p:to>
                                        <p:strVal val="visible"/>
                                      </p:to>
                                    </p:set>
                                    <p:animEffect transition="in" filter="strips(downLeft)">
                                      <p:cBhvr>
                                        <p:cTn id="130" dur="500"/>
                                        <p:tgtEl>
                                          <p:spTgt spid="404628"/>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7" presetClass="entr" presetSubtype="8" fill="hold" grpId="0" nodeType="clickEffect">
                                  <p:stCondLst>
                                    <p:cond delay="0"/>
                                  </p:stCondLst>
                                  <p:childTnLst>
                                    <p:set>
                                      <p:cBhvr>
                                        <p:cTn id="134" dur="1" fill="hold">
                                          <p:stCondLst>
                                            <p:cond delay="0"/>
                                          </p:stCondLst>
                                        </p:cTn>
                                        <p:tgtEl>
                                          <p:spTgt spid="404546"/>
                                        </p:tgtEl>
                                        <p:attrNameLst>
                                          <p:attrName>style.visibility</p:attrName>
                                        </p:attrNameLst>
                                      </p:cBhvr>
                                      <p:to>
                                        <p:strVal val="visible"/>
                                      </p:to>
                                    </p:set>
                                    <p:anim calcmode="lin" valueType="num">
                                      <p:cBhvr>
                                        <p:cTn id="135" dur="500" fill="hold"/>
                                        <p:tgtEl>
                                          <p:spTgt spid="404546"/>
                                        </p:tgtEl>
                                        <p:attrNameLst>
                                          <p:attrName>ppt_x</p:attrName>
                                        </p:attrNameLst>
                                      </p:cBhvr>
                                      <p:tavLst>
                                        <p:tav tm="0">
                                          <p:val>
                                            <p:strVal val="#ppt_x-#ppt_w/2"/>
                                          </p:val>
                                        </p:tav>
                                        <p:tav tm="100000">
                                          <p:val>
                                            <p:strVal val="#ppt_x"/>
                                          </p:val>
                                        </p:tav>
                                      </p:tavLst>
                                    </p:anim>
                                    <p:anim calcmode="lin" valueType="num">
                                      <p:cBhvr>
                                        <p:cTn id="136" dur="500" fill="hold"/>
                                        <p:tgtEl>
                                          <p:spTgt spid="404546"/>
                                        </p:tgtEl>
                                        <p:attrNameLst>
                                          <p:attrName>ppt_y</p:attrName>
                                        </p:attrNameLst>
                                      </p:cBhvr>
                                      <p:tavLst>
                                        <p:tav tm="0">
                                          <p:val>
                                            <p:strVal val="#ppt_y"/>
                                          </p:val>
                                        </p:tav>
                                        <p:tav tm="100000">
                                          <p:val>
                                            <p:strVal val="#ppt_y"/>
                                          </p:val>
                                        </p:tav>
                                      </p:tavLst>
                                    </p:anim>
                                    <p:anim calcmode="lin" valueType="num">
                                      <p:cBhvr>
                                        <p:cTn id="137" dur="500" fill="hold"/>
                                        <p:tgtEl>
                                          <p:spTgt spid="404546"/>
                                        </p:tgtEl>
                                        <p:attrNameLst>
                                          <p:attrName>ppt_w</p:attrName>
                                        </p:attrNameLst>
                                      </p:cBhvr>
                                      <p:tavLst>
                                        <p:tav tm="0">
                                          <p:val>
                                            <p:fltVal val="0"/>
                                          </p:val>
                                        </p:tav>
                                        <p:tav tm="100000">
                                          <p:val>
                                            <p:strVal val="#ppt_w"/>
                                          </p:val>
                                        </p:tav>
                                      </p:tavLst>
                                    </p:anim>
                                    <p:anim calcmode="lin" valueType="num">
                                      <p:cBhvr>
                                        <p:cTn id="138" dur="500" fill="hold"/>
                                        <p:tgtEl>
                                          <p:spTgt spid="404546"/>
                                        </p:tgtEl>
                                        <p:attrNameLst>
                                          <p:attrName>ppt_h</p:attrName>
                                        </p:attrNameLst>
                                      </p:cBhvr>
                                      <p:tavLst>
                                        <p:tav tm="0">
                                          <p:val>
                                            <p:strVal val="#ppt_h"/>
                                          </p:val>
                                        </p:tav>
                                        <p:tav tm="100000">
                                          <p:val>
                                            <p:strVal val="#ppt_h"/>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8" presetClass="entr" presetSubtype="6" fill="hold" grpId="0" nodeType="clickEffect">
                                  <p:stCondLst>
                                    <p:cond delay="0"/>
                                  </p:stCondLst>
                                  <p:childTnLst>
                                    <p:set>
                                      <p:cBhvr>
                                        <p:cTn id="142" dur="1" fill="hold">
                                          <p:stCondLst>
                                            <p:cond delay="0"/>
                                          </p:stCondLst>
                                        </p:cTn>
                                        <p:tgtEl>
                                          <p:spTgt spid="404570"/>
                                        </p:tgtEl>
                                        <p:attrNameLst>
                                          <p:attrName>style.visibility</p:attrName>
                                        </p:attrNameLst>
                                      </p:cBhvr>
                                      <p:to>
                                        <p:strVal val="visible"/>
                                      </p:to>
                                    </p:set>
                                    <p:animEffect transition="in" filter="strips(downRight)">
                                      <p:cBhvr>
                                        <p:cTn id="143" dur="500"/>
                                        <p:tgtEl>
                                          <p:spTgt spid="404570"/>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7" presetClass="entr" presetSubtype="4" fill="hold" grpId="0" nodeType="clickEffect">
                                  <p:stCondLst>
                                    <p:cond delay="0"/>
                                  </p:stCondLst>
                                  <p:childTnLst>
                                    <p:set>
                                      <p:cBhvr>
                                        <p:cTn id="147" dur="1" fill="hold">
                                          <p:stCondLst>
                                            <p:cond delay="0"/>
                                          </p:stCondLst>
                                        </p:cTn>
                                        <p:tgtEl>
                                          <p:spTgt spid="404502"/>
                                        </p:tgtEl>
                                        <p:attrNameLst>
                                          <p:attrName>style.visibility</p:attrName>
                                        </p:attrNameLst>
                                      </p:cBhvr>
                                      <p:to>
                                        <p:strVal val="visible"/>
                                      </p:to>
                                    </p:set>
                                    <p:anim calcmode="lin" valueType="num">
                                      <p:cBhvr>
                                        <p:cTn id="148" dur="500" fill="hold"/>
                                        <p:tgtEl>
                                          <p:spTgt spid="404502"/>
                                        </p:tgtEl>
                                        <p:attrNameLst>
                                          <p:attrName>ppt_x</p:attrName>
                                        </p:attrNameLst>
                                      </p:cBhvr>
                                      <p:tavLst>
                                        <p:tav tm="0">
                                          <p:val>
                                            <p:strVal val="#ppt_x"/>
                                          </p:val>
                                        </p:tav>
                                        <p:tav tm="100000">
                                          <p:val>
                                            <p:strVal val="#ppt_x"/>
                                          </p:val>
                                        </p:tav>
                                      </p:tavLst>
                                    </p:anim>
                                    <p:anim calcmode="lin" valueType="num">
                                      <p:cBhvr>
                                        <p:cTn id="149" dur="500" fill="hold"/>
                                        <p:tgtEl>
                                          <p:spTgt spid="404502"/>
                                        </p:tgtEl>
                                        <p:attrNameLst>
                                          <p:attrName>ppt_y</p:attrName>
                                        </p:attrNameLst>
                                      </p:cBhvr>
                                      <p:tavLst>
                                        <p:tav tm="0">
                                          <p:val>
                                            <p:strVal val="#ppt_y+#ppt_h/2"/>
                                          </p:val>
                                        </p:tav>
                                        <p:tav tm="100000">
                                          <p:val>
                                            <p:strVal val="#ppt_y"/>
                                          </p:val>
                                        </p:tav>
                                      </p:tavLst>
                                    </p:anim>
                                    <p:anim calcmode="lin" valueType="num">
                                      <p:cBhvr>
                                        <p:cTn id="150" dur="500" fill="hold"/>
                                        <p:tgtEl>
                                          <p:spTgt spid="404502"/>
                                        </p:tgtEl>
                                        <p:attrNameLst>
                                          <p:attrName>ppt_w</p:attrName>
                                        </p:attrNameLst>
                                      </p:cBhvr>
                                      <p:tavLst>
                                        <p:tav tm="0">
                                          <p:val>
                                            <p:strVal val="#ppt_w"/>
                                          </p:val>
                                        </p:tav>
                                        <p:tav tm="100000">
                                          <p:val>
                                            <p:strVal val="#ppt_w"/>
                                          </p:val>
                                        </p:tav>
                                      </p:tavLst>
                                    </p:anim>
                                    <p:anim calcmode="lin" valueType="num">
                                      <p:cBhvr>
                                        <p:cTn id="151" dur="500" fill="hold"/>
                                        <p:tgtEl>
                                          <p:spTgt spid="404502"/>
                                        </p:tgtEl>
                                        <p:attrNameLst>
                                          <p:attrName>ppt_h</p:attrName>
                                        </p:attrNameLst>
                                      </p:cBhvr>
                                      <p:tavLst>
                                        <p:tav tm="0">
                                          <p:val>
                                            <p:fltVal val="0"/>
                                          </p:val>
                                        </p:tav>
                                        <p:tav tm="100000">
                                          <p:val>
                                            <p:strVal val="#ppt_h"/>
                                          </p:val>
                                        </p:tav>
                                      </p:tavLst>
                                    </p:anim>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7" presetClass="entr" presetSubtype="4" fill="hold" grpId="0" nodeType="clickEffect">
                                  <p:stCondLst>
                                    <p:cond delay="0"/>
                                  </p:stCondLst>
                                  <p:childTnLst>
                                    <p:set>
                                      <p:cBhvr>
                                        <p:cTn id="155" dur="1" fill="hold">
                                          <p:stCondLst>
                                            <p:cond delay="0"/>
                                          </p:stCondLst>
                                        </p:cTn>
                                        <p:tgtEl>
                                          <p:spTgt spid="404503"/>
                                        </p:tgtEl>
                                        <p:attrNameLst>
                                          <p:attrName>style.visibility</p:attrName>
                                        </p:attrNameLst>
                                      </p:cBhvr>
                                      <p:to>
                                        <p:strVal val="visible"/>
                                      </p:to>
                                    </p:set>
                                    <p:anim calcmode="lin" valueType="num">
                                      <p:cBhvr>
                                        <p:cTn id="156" dur="500" fill="hold"/>
                                        <p:tgtEl>
                                          <p:spTgt spid="404503"/>
                                        </p:tgtEl>
                                        <p:attrNameLst>
                                          <p:attrName>ppt_x</p:attrName>
                                        </p:attrNameLst>
                                      </p:cBhvr>
                                      <p:tavLst>
                                        <p:tav tm="0">
                                          <p:val>
                                            <p:strVal val="#ppt_x"/>
                                          </p:val>
                                        </p:tav>
                                        <p:tav tm="100000">
                                          <p:val>
                                            <p:strVal val="#ppt_x"/>
                                          </p:val>
                                        </p:tav>
                                      </p:tavLst>
                                    </p:anim>
                                    <p:anim calcmode="lin" valueType="num">
                                      <p:cBhvr>
                                        <p:cTn id="157" dur="500" fill="hold"/>
                                        <p:tgtEl>
                                          <p:spTgt spid="404503"/>
                                        </p:tgtEl>
                                        <p:attrNameLst>
                                          <p:attrName>ppt_y</p:attrName>
                                        </p:attrNameLst>
                                      </p:cBhvr>
                                      <p:tavLst>
                                        <p:tav tm="0">
                                          <p:val>
                                            <p:strVal val="#ppt_y+#ppt_h/2"/>
                                          </p:val>
                                        </p:tav>
                                        <p:tav tm="100000">
                                          <p:val>
                                            <p:strVal val="#ppt_y"/>
                                          </p:val>
                                        </p:tav>
                                      </p:tavLst>
                                    </p:anim>
                                    <p:anim calcmode="lin" valueType="num">
                                      <p:cBhvr>
                                        <p:cTn id="158" dur="500" fill="hold"/>
                                        <p:tgtEl>
                                          <p:spTgt spid="404503"/>
                                        </p:tgtEl>
                                        <p:attrNameLst>
                                          <p:attrName>ppt_w</p:attrName>
                                        </p:attrNameLst>
                                      </p:cBhvr>
                                      <p:tavLst>
                                        <p:tav tm="0">
                                          <p:val>
                                            <p:strVal val="#ppt_w"/>
                                          </p:val>
                                        </p:tav>
                                        <p:tav tm="100000">
                                          <p:val>
                                            <p:strVal val="#ppt_w"/>
                                          </p:val>
                                        </p:tav>
                                      </p:tavLst>
                                    </p:anim>
                                    <p:anim calcmode="lin" valueType="num">
                                      <p:cBhvr>
                                        <p:cTn id="159" dur="500" fill="hold"/>
                                        <p:tgtEl>
                                          <p:spTgt spid="404503"/>
                                        </p:tgtEl>
                                        <p:attrNameLst>
                                          <p:attrName>ppt_h</p:attrName>
                                        </p:attrNameLst>
                                      </p:cBhvr>
                                      <p:tavLst>
                                        <p:tav tm="0">
                                          <p:val>
                                            <p:fltVal val="0"/>
                                          </p:val>
                                        </p:tav>
                                        <p:tav tm="100000">
                                          <p:val>
                                            <p:strVal val="#ppt_h"/>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1" presetClass="entr" presetSubtype="0" fill="hold" nodeType="clickEffect">
                                  <p:stCondLst>
                                    <p:cond delay="0"/>
                                  </p:stCondLst>
                                  <p:childTnLst>
                                    <p:set>
                                      <p:cBhvr>
                                        <p:cTn id="163" dur="1" fill="hold">
                                          <p:stCondLst>
                                            <p:cond delay="499"/>
                                          </p:stCondLst>
                                        </p:cTn>
                                        <p:tgtEl>
                                          <p:spTgt spid="404523"/>
                                        </p:tgtEl>
                                        <p:attrNameLst>
                                          <p:attrName>style.visibility</p:attrName>
                                        </p:attrNameLst>
                                      </p:cBhvr>
                                      <p:to>
                                        <p:strVal val="visible"/>
                                      </p:to>
                                    </p:se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 presetClass="entr" presetSubtype="1" fill="hold" nodeType="clickEffect">
                                  <p:stCondLst>
                                    <p:cond delay="0"/>
                                  </p:stCondLst>
                                  <p:childTnLst>
                                    <p:set>
                                      <p:cBhvr>
                                        <p:cTn id="167" dur="1" fill="hold">
                                          <p:stCondLst>
                                            <p:cond delay="0"/>
                                          </p:stCondLst>
                                        </p:cTn>
                                        <p:tgtEl>
                                          <p:spTgt spid="404697"/>
                                        </p:tgtEl>
                                        <p:attrNameLst>
                                          <p:attrName>style.visibility</p:attrName>
                                        </p:attrNameLst>
                                      </p:cBhvr>
                                      <p:to>
                                        <p:strVal val="visible"/>
                                      </p:to>
                                    </p:set>
                                    <p:anim calcmode="lin" valueType="num">
                                      <p:cBhvr additive="base">
                                        <p:cTn id="168" dur="500" fill="hold"/>
                                        <p:tgtEl>
                                          <p:spTgt spid="404697"/>
                                        </p:tgtEl>
                                        <p:attrNameLst>
                                          <p:attrName>ppt_x</p:attrName>
                                        </p:attrNameLst>
                                      </p:cBhvr>
                                      <p:tavLst>
                                        <p:tav tm="0">
                                          <p:val>
                                            <p:strVal val="#ppt_x"/>
                                          </p:val>
                                        </p:tav>
                                        <p:tav tm="100000">
                                          <p:val>
                                            <p:strVal val="#ppt_x"/>
                                          </p:val>
                                        </p:tav>
                                      </p:tavLst>
                                    </p:anim>
                                    <p:anim calcmode="lin" valueType="num">
                                      <p:cBhvr additive="base">
                                        <p:cTn id="169" dur="500" fill="hold"/>
                                        <p:tgtEl>
                                          <p:spTgt spid="404697"/>
                                        </p:tgtEl>
                                        <p:attrNameLst>
                                          <p:attrName>ppt_y</p:attrName>
                                        </p:attrNameLst>
                                      </p:cBhvr>
                                      <p:tavLst>
                                        <p:tav tm="0">
                                          <p:val>
                                            <p:strVal val="0-#ppt_h/2"/>
                                          </p:val>
                                        </p:tav>
                                        <p:tav tm="100000">
                                          <p:val>
                                            <p:strVal val="#ppt_y"/>
                                          </p:val>
                                        </p:tav>
                                      </p:tavLst>
                                    </p:anim>
                                  </p:childTnLst>
                                </p:cTn>
                              </p:par>
                            </p:childTnLst>
                          </p:cTn>
                        </p:par>
                      </p:childTnLst>
                    </p:cTn>
                  </p:par>
                  <p:par>
                    <p:cTn id="170" fill="hold" nodeType="clickPar">
                      <p:stCondLst>
                        <p:cond delay="indefinite"/>
                      </p:stCondLst>
                      <p:childTnLst>
                        <p:par>
                          <p:cTn id="171" fill="hold" nodeType="withGroup">
                            <p:stCondLst>
                              <p:cond delay="0"/>
                            </p:stCondLst>
                            <p:childTnLst>
                              <p:par>
                                <p:cTn id="172" presetID="17" presetClass="entr" presetSubtype="2" fill="hold" nodeType="clickEffect">
                                  <p:stCondLst>
                                    <p:cond delay="0"/>
                                  </p:stCondLst>
                                  <p:childTnLst>
                                    <p:set>
                                      <p:cBhvr>
                                        <p:cTn id="173" dur="1" fill="hold">
                                          <p:stCondLst>
                                            <p:cond delay="0"/>
                                          </p:stCondLst>
                                        </p:cTn>
                                        <p:tgtEl>
                                          <p:spTgt spid="404504"/>
                                        </p:tgtEl>
                                        <p:attrNameLst>
                                          <p:attrName>style.visibility</p:attrName>
                                        </p:attrNameLst>
                                      </p:cBhvr>
                                      <p:to>
                                        <p:strVal val="visible"/>
                                      </p:to>
                                    </p:set>
                                    <p:anim calcmode="lin" valueType="num">
                                      <p:cBhvr>
                                        <p:cTn id="174" dur="500" fill="hold"/>
                                        <p:tgtEl>
                                          <p:spTgt spid="404504"/>
                                        </p:tgtEl>
                                        <p:attrNameLst>
                                          <p:attrName>ppt_x</p:attrName>
                                        </p:attrNameLst>
                                      </p:cBhvr>
                                      <p:tavLst>
                                        <p:tav tm="0">
                                          <p:val>
                                            <p:strVal val="#ppt_x+#ppt_w/2"/>
                                          </p:val>
                                        </p:tav>
                                        <p:tav tm="100000">
                                          <p:val>
                                            <p:strVal val="#ppt_x"/>
                                          </p:val>
                                        </p:tav>
                                      </p:tavLst>
                                    </p:anim>
                                    <p:anim calcmode="lin" valueType="num">
                                      <p:cBhvr>
                                        <p:cTn id="175" dur="500" fill="hold"/>
                                        <p:tgtEl>
                                          <p:spTgt spid="404504"/>
                                        </p:tgtEl>
                                        <p:attrNameLst>
                                          <p:attrName>ppt_y</p:attrName>
                                        </p:attrNameLst>
                                      </p:cBhvr>
                                      <p:tavLst>
                                        <p:tav tm="0">
                                          <p:val>
                                            <p:strVal val="#ppt_y"/>
                                          </p:val>
                                        </p:tav>
                                        <p:tav tm="100000">
                                          <p:val>
                                            <p:strVal val="#ppt_y"/>
                                          </p:val>
                                        </p:tav>
                                      </p:tavLst>
                                    </p:anim>
                                    <p:anim calcmode="lin" valueType="num">
                                      <p:cBhvr>
                                        <p:cTn id="176" dur="500" fill="hold"/>
                                        <p:tgtEl>
                                          <p:spTgt spid="404504"/>
                                        </p:tgtEl>
                                        <p:attrNameLst>
                                          <p:attrName>ppt_w</p:attrName>
                                        </p:attrNameLst>
                                      </p:cBhvr>
                                      <p:tavLst>
                                        <p:tav tm="0">
                                          <p:val>
                                            <p:fltVal val="0"/>
                                          </p:val>
                                        </p:tav>
                                        <p:tav tm="100000">
                                          <p:val>
                                            <p:strVal val="#ppt_w"/>
                                          </p:val>
                                        </p:tav>
                                      </p:tavLst>
                                    </p:anim>
                                    <p:anim calcmode="lin" valueType="num">
                                      <p:cBhvr>
                                        <p:cTn id="177" dur="500" fill="hold"/>
                                        <p:tgtEl>
                                          <p:spTgt spid="404504"/>
                                        </p:tgtEl>
                                        <p:attrNameLst>
                                          <p:attrName>ppt_h</p:attrName>
                                        </p:attrNameLst>
                                      </p:cBhvr>
                                      <p:tavLst>
                                        <p:tav tm="0">
                                          <p:val>
                                            <p:strVal val="#ppt_h"/>
                                          </p:val>
                                        </p:tav>
                                        <p:tav tm="100000">
                                          <p:val>
                                            <p:strVal val="#ppt_h"/>
                                          </p:val>
                                        </p:tav>
                                      </p:tavLst>
                                    </p:anim>
                                  </p:childTnLst>
                                </p:cTn>
                              </p:par>
                            </p:childTnLst>
                          </p:cTn>
                        </p:par>
                      </p:childTnLst>
                    </p:cTn>
                  </p:par>
                  <p:par>
                    <p:cTn id="178" fill="hold" nodeType="clickPar">
                      <p:stCondLst>
                        <p:cond delay="indefinite"/>
                      </p:stCondLst>
                      <p:childTnLst>
                        <p:par>
                          <p:cTn id="179" fill="hold" nodeType="withGroup">
                            <p:stCondLst>
                              <p:cond delay="0"/>
                            </p:stCondLst>
                            <p:childTnLst>
                              <p:par>
                                <p:cTn id="180" presetID="17" presetClass="entr" presetSubtype="2" fill="hold" grpId="0" nodeType="clickEffect">
                                  <p:stCondLst>
                                    <p:cond delay="0"/>
                                  </p:stCondLst>
                                  <p:childTnLst>
                                    <p:set>
                                      <p:cBhvr>
                                        <p:cTn id="181" dur="1" fill="hold">
                                          <p:stCondLst>
                                            <p:cond delay="0"/>
                                          </p:stCondLst>
                                        </p:cTn>
                                        <p:tgtEl>
                                          <p:spTgt spid="404507"/>
                                        </p:tgtEl>
                                        <p:attrNameLst>
                                          <p:attrName>style.visibility</p:attrName>
                                        </p:attrNameLst>
                                      </p:cBhvr>
                                      <p:to>
                                        <p:strVal val="visible"/>
                                      </p:to>
                                    </p:set>
                                    <p:anim calcmode="lin" valueType="num">
                                      <p:cBhvr>
                                        <p:cTn id="182" dur="500" fill="hold"/>
                                        <p:tgtEl>
                                          <p:spTgt spid="404507"/>
                                        </p:tgtEl>
                                        <p:attrNameLst>
                                          <p:attrName>ppt_x</p:attrName>
                                        </p:attrNameLst>
                                      </p:cBhvr>
                                      <p:tavLst>
                                        <p:tav tm="0">
                                          <p:val>
                                            <p:strVal val="#ppt_x+#ppt_w/2"/>
                                          </p:val>
                                        </p:tav>
                                        <p:tav tm="100000">
                                          <p:val>
                                            <p:strVal val="#ppt_x"/>
                                          </p:val>
                                        </p:tav>
                                      </p:tavLst>
                                    </p:anim>
                                    <p:anim calcmode="lin" valueType="num">
                                      <p:cBhvr>
                                        <p:cTn id="183" dur="500" fill="hold"/>
                                        <p:tgtEl>
                                          <p:spTgt spid="404507"/>
                                        </p:tgtEl>
                                        <p:attrNameLst>
                                          <p:attrName>ppt_y</p:attrName>
                                        </p:attrNameLst>
                                      </p:cBhvr>
                                      <p:tavLst>
                                        <p:tav tm="0">
                                          <p:val>
                                            <p:strVal val="#ppt_y"/>
                                          </p:val>
                                        </p:tav>
                                        <p:tav tm="100000">
                                          <p:val>
                                            <p:strVal val="#ppt_y"/>
                                          </p:val>
                                        </p:tav>
                                      </p:tavLst>
                                    </p:anim>
                                    <p:anim calcmode="lin" valueType="num">
                                      <p:cBhvr>
                                        <p:cTn id="184" dur="500" fill="hold"/>
                                        <p:tgtEl>
                                          <p:spTgt spid="404507"/>
                                        </p:tgtEl>
                                        <p:attrNameLst>
                                          <p:attrName>ppt_w</p:attrName>
                                        </p:attrNameLst>
                                      </p:cBhvr>
                                      <p:tavLst>
                                        <p:tav tm="0">
                                          <p:val>
                                            <p:fltVal val="0"/>
                                          </p:val>
                                        </p:tav>
                                        <p:tav tm="100000">
                                          <p:val>
                                            <p:strVal val="#ppt_w"/>
                                          </p:val>
                                        </p:tav>
                                      </p:tavLst>
                                    </p:anim>
                                    <p:anim calcmode="lin" valueType="num">
                                      <p:cBhvr>
                                        <p:cTn id="185" dur="500" fill="hold"/>
                                        <p:tgtEl>
                                          <p:spTgt spid="404507"/>
                                        </p:tgtEl>
                                        <p:attrNameLst>
                                          <p:attrName>ppt_h</p:attrName>
                                        </p:attrNameLst>
                                      </p:cBhvr>
                                      <p:tavLst>
                                        <p:tav tm="0">
                                          <p:val>
                                            <p:strVal val="#ppt_h"/>
                                          </p:val>
                                        </p:tav>
                                        <p:tav tm="100000">
                                          <p:val>
                                            <p:strVal val="#ppt_h"/>
                                          </p:val>
                                        </p:tav>
                                      </p:tavLst>
                                    </p:anim>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7" presetClass="entr" presetSubtype="2" fill="hold" grpId="0" nodeType="clickEffect">
                                  <p:stCondLst>
                                    <p:cond delay="0"/>
                                  </p:stCondLst>
                                  <p:childTnLst>
                                    <p:set>
                                      <p:cBhvr>
                                        <p:cTn id="189" dur="1" fill="hold">
                                          <p:stCondLst>
                                            <p:cond delay="0"/>
                                          </p:stCondLst>
                                        </p:cTn>
                                        <p:tgtEl>
                                          <p:spTgt spid="404508"/>
                                        </p:tgtEl>
                                        <p:attrNameLst>
                                          <p:attrName>style.visibility</p:attrName>
                                        </p:attrNameLst>
                                      </p:cBhvr>
                                      <p:to>
                                        <p:strVal val="visible"/>
                                      </p:to>
                                    </p:set>
                                    <p:anim calcmode="lin" valueType="num">
                                      <p:cBhvr>
                                        <p:cTn id="190" dur="500" fill="hold"/>
                                        <p:tgtEl>
                                          <p:spTgt spid="404508"/>
                                        </p:tgtEl>
                                        <p:attrNameLst>
                                          <p:attrName>ppt_x</p:attrName>
                                        </p:attrNameLst>
                                      </p:cBhvr>
                                      <p:tavLst>
                                        <p:tav tm="0">
                                          <p:val>
                                            <p:strVal val="#ppt_x+#ppt_w/2"/>
                                          </p:val>
                                        </p:tav>
                                        <p:tav tm="100000">
                                          <p:val>
                                            <p:strVal val="#ppt_x"/>
                                          </p:val>
                                        </p:tav>
                                      </p:tavLst>
                                    </p:anim>
                                    <p:anim calcmode="lin" valueType="num">
                                      <p:cBhvr>
                                        <p:cTn id="191" dur="500" fill="hold"/>
                                        <p:tgtEl>
                                          <p:spTgt spid="404508"/>
                                        </p:tgtEl>
                                        <p:attrNameLst>
                                          <p:attrName>ppt_y</p:attrName>
                                        </p:attrNameLst>
                                      </p:cBhvr>
                                      <p:tavLst>
                                        <p:tav tm="0">
                                          <p:val>
                                            <p:strVal val="#ppt_y"/>
                                          </p:val>
                                        </p:tav>
                                        <p:tav tm="100000">
                                          <p:val>
                                            <p:strVal val="#ppt_y"/>
                                          </p:val>
                                        </p:tav>
                                      </p:tavLst>
                                    </p:anim>
                                    <p:anim calcmode="lin" valueType="num">
                                      <p:cBhvr>
                                        <p:cTn id="192" dur="500" fill="hold"/>
                                        <p:tgtEl>
                                          <p:spTgt spid="404508"/>
                                        </p:tgtEl>
                                        <p:attrNameLst>
                                          <p:attrName>ppt_w</p:attrName>
                                        </p:attrNameLst>
                                      </p:cBhvr>
                                      <p:tavLst>
                                        <p:tav tm="0">
                                          <p:val>
                                            <p:fltVal val="0"/>
                                          </p:val>
                                        </p:tav>
                                        <p:tav tm="100000">
                                          <p:val>
                                            <p:strVal val="#ppt_w"/>
                                          </p:val>
                                        </p:tav>
                                      </p:tavLst>
                                    </p:anim>
                                    <p:anim calcmode="lin" valueType="num">
                                      <p:cBhvr>
                                        <p:cTn id="193" dur="500" fill="hold"/>
                                        <p:tgtEl>
                                          <p:spTgt spid="404508"/>
                                        </p:tgtEl>
                                        <p:attrNameLst>
                                          <p:attrName>ppt_h</p:attrName>
                                        </p:attrNameLst>
                                      </p:cBhvr>
                                      <p:tavLst>
                                        <p:tav tm="0">
                                          <p:val>
                                            <p:strVal val="#ppt_h"/>
                                          </p:val>
                                        </p:tav>
                                        <p:tav tm="100000">
                                          <p:val>
                                            <p:strVal val="#ppt_h"/>
                                          </p:val>
                                        </p:tav>
                                      </p:tavLst>
                                    </p:anim>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 presetClass="entr" presetSubtype="8" fill="hold" nodeType="clickEffect">
                                  <p:stCondLst>
                                    <p:cond delay="0"/>
                                  </p:stCondLst>
                                  <p:childTnLst>
                                    <p:set>
                                      <p:cBhvr>
                                        <p:cTn id="197" dur="1" fill="hold">
                                          <p:stCondLst>
                                            <p:cond delay="0"/>
                                          </p:stCondLst>
                                        </p:cTn>
                                        <p:tgtEl>
                                          <p:spTgt spid="404540"/>
                                        </p:tgtEl>
                                        <p:attrNameLst>
                                          <p:attrName>style.visibility</p:attrName>
                                        </p:attrNameLst>
                                      </p:cBhvr>
                                      <p:to>
                                        <p:strVal val="visible"/>
                                      </p:to>
                                    </p:set>
                                    <p:anim calcmode="lin" valueType="num">
                                      <p:cBhvr additive="base">
                                        <p:cTn id="198" dur="500" fill="hold"/>
                                        <p:tgtEl>
                                          <p:spTgt spid="404540"/>
                                        </p:tgtEl>
                                        <p:attrNameLst>
                                          <p:attrName>ppt_x</p:attrName>
                                        </p:attrNameLst>
                                      </p:cBhvr>
                                      <p:tavLst>
                                        <p:tav tm="0">
                                          <p:val>
                                            <p:strVal val="0-#ppt_w/2"/>
                                          </p:val>
                                        </p:tav>
                                        <p:tav tm="100000">
                                          <p:val>
                                            <p:strVal val="#ppt_x"/>
                                          </p:val>
                                        </p:tav>
                                      </p:tavLst>
                                    </p:anim>
                                    <p:anim calcmode="lin" valueType="num">
                                      <p:cBhvr additive="base">
                                        <p:cTn id="199" dur="500" fill="hold"/>
                                        <p:tgtEl>
                                          <p:spTgt spid="404540"/>
                                        </p:tgtEl>
                                        <p:attrNameLst>
                                          <p:attrName>ppt_y</p:attrName>
                                        </p:attrNameLst>
                                      </p:cBhvr>
                                      <p:tavLst>
                                        <p:tav tm="0">
                                          <p:val>
                                            <p:strVal val="#ppt_y"/>
                                          </p:val>
                                        </p:tav>
                                        <p:tav tm="100000">
                                          <p:val>
                                            <p:strVal val="#ppt_y"/>
                                          </p:val>
                                        </p:tav>
                                      </p:tavLst>
                                    </p:anim>
                                  </p:childTnLst>
                                </p:cTn>
                              </p:par>
                            </p:childTnLst>
                          </p:cTn>
                        </p:par>
                      </p:childTnLst>
                    </p:cTn>
                  </p:par>
                  <p:par>
                    <p:cTn id="200" fill="hold" nodeType="clickPar">
                      <p:stCondLst>
                        <p:cond delay="indefinite"/>
                      </p:stCondLst>
                      <p:childTnLst>
                        <p:par>
                          <p:cTn id="201" fill="hold" nodeType="withGroup">
                            <p:stCondLst>
                              <p:cond delay="0"/>
                            </p:stCondLst>
                            <p:childTnLst>
                              <p:par>
                                <p:cTn id="202" presetID="17" presetClass="entr" presetSubtype="4" fill="hold" nodeType="clickEffect">
                                  <p:stCondLst>
                                    <p:cond delay="0"/>
                                  </p:stCondLst>
                                  <p:childTnLst>
                                    <p:set>
                                      <p:cBhvr>
                                        <p:cTn id="203" dur="1" fill="hold">
                                          <p:stCondLst>
                                            <p:cond delay="0"/>
                                          </p:stCondLst>
                                        </p:cTn>
                                        <p:tgtEl>
                                          <p:spTgt spid="404642"/>
                                        </p:tgtEl>
                                        <p:attrNameLst>
                                          <p:attrName>style.visibility</p:attrName>
                                        </p:attrNameLst>
                                      </p:cBhvr>
                                      <p:to>
                                        <p:strVal val="visible"/>
                                      </p:to>
                                    </p:set>
                                    <p:anim calcmode="lin" valueType="num">
                                      <p:cBhvr>
                                        <p:cTn id="204" dur="500" fill="hold"/>
                                        <p:tgtEl>
                                          <p:spTgt spid="404642"/>
                                        </p:tgtEl>
                                        <p:attrNameLst>
                                          <p:attrName>ppt_x</p:attrName>
                                        </p:attrNameLst>
                                      </p:cBhvr>
                                      <p:tavLst>
                                        <p:tav tm="0">
                                          <p:val>
                                            <p:strVal val="#ppt_x"/>
                                          </p:val>
                                        </p:tav>
                                        <p:tav tm="100000">
                                          <p:val>
                                            <p:strVal val="#ppt_x"/>
                                          </p:val>
                                        </p:tav>
                                      </p:tavLst>
                                    </p:anim>
                                    <p:anim calcmode="lin" valueType="num">
                                      <p:cBhvr>
                                        <p:cTn id="205" dur="500" fill="hold"/>
                                        <p:tgtEl>
                                          <p:spTgt spid="404642"/>
                                        </p:tgtEl>
                                        <p:attrNameLst>
                                          <p:attrName>ppt_y</p:attrName>
                                        </p:attrNameLst>
                                      </p:cBhvr>
                                      <p:tavLst>
                                        <p:tav tm="0">
                                          <p:val>
                                            <p:strVal val="#ppt_y+#ppt_h/2"/>
                                          </p:val>
                                        </p:tav>
                                        <p:tav tm="100000">
                                          <p:val>
                                            <p:strVal val="#ppt_y"/>
                                          </p:val>
                                        </p:tav>
                                      </p:tavLst>
                                    </p:anim>
                                    <p:anim calcmode="lin" valueType="num">
                                      <p:cBhvr>
                                        <p:cTn id="206" dur="500" fill="hold"/>
                                        <p:tgtEl>
                                          <p:spTgt spid="404642"/>
                                        </p:tgtEl>
                                        <p:attrNameLst>
                                          <p:attrName>ppt_w</p:attrName>
                                        </p:attrNameLst>
                                      </p:cBhvr>
                                      <p:tavLst>
                                        <p:tav tm="0">
                                          <p:val>
                                            <p:strVal val="#ppt_w"/>
                                          </p:val>
                                        </p:tav>
                                        <p:tav tm="100000">
                                          <p:val>
                                            <p:strVal val="#ppt_w"/>
                                          </p:val>
                                        </p:tav>
                                      </p:tavLst>
                                    </p:anim>
                                    <p:anim calcmode="lin" valueType="num">
                                      <p:cBhvr>
                                        <p:cTn id="207" dur="500" fill="hold"/>
                                        <p:tgtEl>
                                          <p:spTgt spid="404642"/>
                                        </p:tgtEl>
                                        <p:attrNameLst>
                                          <p:attrName>ppt_h</p:attrName>
                                        </p:attrNameLst>
                                      </p:cBhvr>
                                      <p:tavLst>
                                        <p:tav tm="0">
                                          <p:val>
                                            <p:fltVal val="0"/>
                                          </p:val>
                                        </p:tav>
                                        <p:tav tm="100000">
                                          <p:val>
                                            <p:strVal val="#ppt_h"/>
                                          </p:val>
                                        </p:tav>
                                      </p:tavLst>
                                    </p:anim>
                                  </p:childTnLst>
                                </p:cTn>
                              </p:par>
                            </p:childTnLst>
                          </p:cTn>
                        </p:par>
                      </p:childTnLst>
                    </p:cTn>
                  </p:par>
                  <p:par>
                    <p:cTn id="208" fill="hold" nodeType="clickPar">
                      <p:stCondLst>
                        <p:cond delay="indefinite"/>
                      </p:stCondLst>
                      <p:childTnLst>
                        <p:par>
                          <p:cTn id="209" fill="hold" nodeType="withGroup">
                            <p:stCondLst>
                              <p:cond delay="0"/>
                            </p:stCondLst>
                            <p:childTnLst>
                              <p:par>
                                <p:cTn id="210" presetID="2" presetClass="entr" presetSubtype="8" fill="hold" nodeType="clickEffect">
                                  <p:stCondLst>
                                    <p:cond delay="0"/>
                                  </p:stCondLst>
                                  <p:childTnLst>
                                    <p:set>
                                      <p:cBhvr>
                                        <p:cTn id="211" dur="1" fill="hold">
                                          <p:stCondLst>
                                            <p:cond delay="0"/>
                                          </p:stCondLst>
                                        </p:cTn>
                                        <p:tgtEl>
                                          <p:spTgt spid="404543"/>
                                        </p:tgtEl>
                                        <p:attrNameLst>
                                          <p:attrName>style.visibility</p:attrName>
                                        </p:attrNameLst>
                                      </p:cBhvr>
                                      <p:to>
                                        <p:strVal val="visible"/>
                                      </p:to>
                                    </p:set>
                                    <p:anim calcmode="lin" valueType="num">
                                      <p:cBhvr additive="base">
                                        <p:cTn id="212" dur="500" fill="hold"/>
                                        <p:tgtEl>
                                          <p:spTgt spid="404543"/>
                                        </p:tgtEl>
                                        <p:attrNameLst>
                                          <p:attrName>ppt_x</p:attrName>
                                        </p:attrNameLst>
                                      </p:cBhvr>
                                      <p:tavLst>
                                        <p:tav tm="0">
                                          <p:val>
                                            <p:strVal val="0-#ppt_w/2"/>
                                          </p:val>
                                        </p:tav>
                                        <p:tav tm="100000">
                                          <p:val>
                                            <p:strVal val="#ppt_x"/>
                                          </p:val>
                                        </p:tav>
                                      </p:tavLst>
                                    </p:anim>
                                    <p:anim calcmode="lin" valueType="num">
                                      <p:cBhvr additive="base">
                                        <p:cTn id="213" dur="500" fill="hold"/>
                                        <p:tgtEl>
                                          <p:spTgt spid="404543"/>
                                        </p:tgtEl>
                                        <p:attrNameLst>
                                          <p:attrName>ppt_y</p:attrName>
                                        </p:attrNameLst>
                                      </p:cBhvr>
                                      <p:tavLst>
                                        <p:tav tm="0">
                                          <p:val>
                                            <p:strVal val="#ppt_y"/>
                                          </p:val>
                                        </p:tav>
                                        <p:tav tm="100000">
                                          <p:val>
                                            <p:strVal val="#ppt_y"/>
                                          </p:val>
                                        </p:tav>
                                      </p:tavLst>
                                    </p:anim>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7" presetClass="entr" presetSubtype="10" fill="hold" nodeType="clickEffect">
                                  <p:stCondLst>
                                    <p:cond delay="0"/>
                                  </p:stCondLst>
                                  <p:childTnLst>
                                    <p:set>
                                      <p:cBhvr>
                                        <p:cTn id="217" dur="1" fill="hold">
                                          <p:stCondLst>
                                            <p:cond delay="0"/>
                                          </p:stCondLst>
                                        </p:cTn>
                                        <p:tgtEl>
                                          <p:spTgt spid="404513"/>
                                        </p:tgtEl>
                                        <p:attrNameLst>
                                          <p:attrName>style.visibility</p:attrName>
                                        </p:attrNameLst>
                                      </p:cBhvr>
                                      <p:to>
                                        <p:strVal val="visible"/>
                                      </p:to>
                                    </p:set>
                                    <p:anim calcmode="lin" valueType="num">
                                      <p:cBhvr>
                                        <p:cTn id="218" dur="500" fill="hold"/>
                                        <p:tgtEl>
                                          <p:spTgt spid="404513"/>
                                        </p:tgtEl>
                                        <p:attrNameLst>
                                          <p:attrName>ppt_w</p:attrName>
                                        </p:attrNameLst>
                                      </p:cBhvr>
                                      <p:tavLst>
                                        <p:tav tm="0">
                                          <p:val>
                                            <p:fltVal val="0"/>
                                          </p:val>
                                        </p:tav>
                                        <p:tav tm="100000">
                                          <p:val>
                                            <p:strVal val="#ppt_w"/>
                                          </p:val>
                                        </p:tav>
                                      </p:tavLst>
                                    </p:anim>
                                    <p:anim calcmode="lin" valueType="num">
                                      <p:cBhvr>
                                        <p:cTn id="219" dur="500" fill="hold"/>
                                        <p:tgtEl>
                                          <p:spTgt spid="404513"/>
                                        </p:tgtEl>
                                        <p:attrNameLst>
                                          <p:attrName>ppt_h</p:attrName>
                                        </p:attrNameLst>
                                      </p:cBhvr>
                                      <p:tavLst>
                                        <p:tav tm="0">
                                          <p:val>
                                            <p:strVal val="#ppt_h"/>
                                          </p:val>
                                        </p:tav>
                                        <p:tav tm="100000">
                                          <p:val>
                                            <p:strVal val="#ppt_h"/>
                                          </p:val>
                                        </p:tav>
                                      </p:tavLst>
                                    </p:anim>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 presetClass="entr" presetSubtype="0" fill="hold" nodeType="clickEffect">
                                  <p:stCondLst>
                                    <p:cond delay="0"/>
                                  </p:stCondLst>
                                  <p:childTnLst>
                                    <p:set>
                                      <p:cBhvr>
                                        <p:cTn id="223" dur="1" fill="hold">
                                          <p:stCondLst>
                                            <p:cond delay="499"/>
                                          </p:stCondLst>
                                        </p:cTn>
                                        <p:tgtEl>
                                          <p:spTgt spid="404518"/>
                                        </p:tgtEl>
                                        <p:attrNameLst>
                                          <p:attrName>style.visibility</p:attrName>
                                        </p:attrNameLst>
                                      </p:cBhvr>
                                      <p:to>
                                        <p:strVal val="visible"/>
                                      </p:to>
                                    </p:set>
                                  </p:childTnLst>
                                </p:cTn>
                              </p:par>
                            </p:childTnLst>
                          </p:cTn>
                        </p:par>
                      </p:childTnLst>
                    </p:cTn>
                  </p:par>
                  <p:par>
                    <p:cTn id="224" fill="hold" nodeType="clickPar">
                      <p:stCondLst>
                        <p:cond delay="indefinite"/>
                      </p:stCondLst>
                      <p:childTnLst>
                        <p:par>
                          <p:cTn id="225" fill="hold" nodeType="withGroup">
                            <p:stCondLst>
                              <p:cond delay="0"/>
                            </p:stCondLst>
                            <p:childTnLst>
                              <p:par>
                                <p:cTn id="226" presetID="1" presetClass="entr" presetSubtype="0" fill="hold" nodeType="clickEffect">
                                  <p:stCondLst>
                                    <p:cond delay="0"/>
                                  </p:stCondLst>
                                  <p:childTnLst>
                                    <p:set>
                                      <p:cBhvr>
                                        <p:cTn id="227" dur="1" fill="hold">
                                          <p:stCondLst>
                                            <p:cond delay="499"/>
                                          </p:stCondLst>
                                        </p:cTn>
                                        <p:tgtEl>
                                          <p:spTgt spid="404571"/>
                                        </p:tgtEl>
                                        <p:attrNameLst>
                                          <p:attrName>style.visibility</p:attrName>
                                        </p:attrNameLst>
                                      </p:cBhvr>
                                      <p:to>
                                        <p:strVal val="visible"/>
                                      </p:to>
                                    </p:set>
                                  </p:childTnLst>
                                </p:cTn>
                              </p:par>
                            </p:childTnLst>
                          </p:cTn>
                        </p:par>
                      </p:childTnLst>
                    </p:cTn>
                  </p:par>
                  <p:par>
                    <p:cTn id="228" fill="hold" nodeType="clickPar">
                      <p:stCondLst>
                        <p:cond delay="indefinite"/>
                      </p:stCondLst>
                      <p:childTnLst>
                        <p:par>
                          <p:cTn id="229" fill="hold" nodeType="withGroup">
                            <p:stCondLst>
                              <p:cond delay="0"/>
                            </p:stCondLst>
                            <p:childTnLst>
                              <p:par>
                                <p:cTn id="230" presetID="1" presetClass="entr" presetSubtype="0" fill="hold" grpId="0" nodeType="clickEffect">
                                  <p:stCondLst>
                                    <p:cond delay="0"/>
                                  </p:stCondLst>
                                  <p:childTnLst>
                                    <p:set>
                                      <p:cBhvr>
                                        <p:cTn id="231" dur="1" fill="hold">
                                          <p:stCondLst>
                                            <p:cond delay="499"/>
                                          </p:stCondLst>
                                        </p:cTn>
                                        <p:tgtEl>
                                          <p:spTgt spid="404509"/>
                                        </p:tgtEl>
                                        <p:attrNameLst>
                                          <p:attrName>style.visibility</p:attrName>
                                        </p:attrNameLst>
                                      </p:cBhvr>
                                      <p:to>
                                        <p:strVal val="visible"/>
                                      </p:to>
                                    </p:set>
                                  </p:childTnLst>
                                </p:cTn>
                              </p:par>
                            </p:childTnLst>
                          </p:cTn>
                        </p:par>
                      </p:childTnLst>
                    </p:cTn>
                  </p:par>
                  <p:par>
                    <p:cTn id="232" fill="hold" nodeType="clickPar">
                      <p:stCondLst>
                        <p:cond delay="indefinite"/>
                      </p:stCondLst>
                      <p:childTnLst>
                        <p:par>
                          <p:cTn id="233" fill="hold" nodeType="withGroup">
                            <p:stCondLst>
                              <p:cond delay="0"/>
                            </p:stCondLst>
                            <p:childTnLst>
                              <p:par>
                                <p:cTn id="234" presetID="1" presetClass="entr" presetSubtype="0" fill="hold" grpId="0" nodeType="clickEffect">
                                  <p:stCondLst>
                                    <p:cond delay="0"/>
                                  </p:stCondLst>
                                  <p:childTnLst>
                                    <p:set>
                                      <p:cBhvr>
                                        <p:cTn id="235" dur="1" fill="hold">
                                          <p:stCondLst>
                                            <p:cond delay="499"/>
                                          </p:stCondLst>
                                        </p:cTn>
                                        <p:tgtEl>
                                          <p:spTgt spid="404510"/>
                                        </p:tgtEl>
                                        <p:attrNameLst>
                                          <p:attrName>style.visibility</p:attrName>
                                        </p:attrNameLst>
                                      </p:cBhvr>
                                      <p:to>
                                        <p:strVal val="visible"/>
                                      </p:to>
                                    </p:set>
                                  </p:childTnLst>
                                </p:cTn>
                              </p:par>
                            </p:childTnLst>
                          </p:cTn>
                        </p:par>
                      </p:childTnLst>
                    </p:cTn>
                  </p:par>
                  <p:par>
                    <p:cTn id="236" fill="hold" nodeType="clickPar">
                      <p:stCondLst>
                        <p:cond delay="indefinite"/>
                      </p:stCondLst>
                      <p:childTnLst>
                        <p:par>
                          <p:cTn id="237" fill="hold" nodeType="withGroup">
                            <p:stCondLst>
                              <p:cond delay="0"/>
                            </p:stCondLst>
                            <p:childTnLst>
                              <p:par>
                                <p:cTn id="238" presetID="1" presetClass="entr" presetSubtype="0" fill="hold" grpId="0" nodeType="clickEffect">
                                  <p:stCondLst>
                                    <p:cond delay="0"/>
                                  </p:stCondLst>
                                  <p:childTnLst>
                                    <p:set>
                                      <p:cBhvr>
                                        <p:cTn id="239" dur="1" fill="hold">
                                          <p:stCondLst>
                                            <p:cond delay="499"/>
                                          </p:stCondLst>
                                        </p:cTn>
                                        <p:tgtEl>
                                          <p:spTgt spid="404511"/>
                                        </p:tgtEl>
                                        <p:attrNameLst>
                                          <p:attrName>style.visibility</p:attrName>
                                        </p:attrNameLst>
                                      </p:cBhvr>
                                      <p:to>
                                        <p:strVal val="visible"/>
                                      </p:to>
                                    </p:set>
                                  </p:childTnLst>
                                </p:cTn>
                              </p:par>
                            </p:childTnLst>
                          </p:cTn>
                        </p:par>
                      </p:childTnLst>
                    </p:cTn>
                  </p:par>
                  <p:par>
                    <p:cTn id="240" fill="hold" nodeType="clickPar">
                      <p:stCondLst>
                        <p:cond delay="indefinite"/>
                      </p:stCondLst>
                      <p:childTnLst>
                        <p:par>
                          <p:cTn id="241" fill="hold" nodeType="withGroup">
                            <p:stCondLst>
                              <p:cond delay="0"/>
                            </p:stCondLst>
                            <p:childTnLst>
                              <p:par>
                                <p:cTn id="242" presetID="1" presetClass="entr" presetSubtype="0" fill="hold" grpId="0" nodeType="clickEffect">
                                  <p:stCondLst>
                                    <p:cond delay="0"/>
                                  </p:stCondLst>
                                  <p:childTnLst>
                                    <p:set>
                                      <p:cBhvr>
                                        <p:cTn id="243" dur="1" fill="hold">
                                          <p:stCondLst>
                                            <p:cond delay="499"/>
                                          </p:stCondLst>
                                        </p:cTn>
                                        <p:tgtEl>
                                          <p:spTgt spid="404512"/>
                                        </p:tgtEl>
                                        <p:attrNameLst>
                                          <p:attrName>style.visibility</p:attrName>
                                        </p:attrNameLst>
                                      </p:cBhvr>
                                      <p:to>
                                        <p:strVal val="visible"/>
                                      </p:to>
                                    </p:set>
                                  </p:childTnLst>
                                </p:cTn>
                              </p:par>
                            </p:childTnLst>
                          </p:cTn>
                        </p:par>
                      </p:childTnLst>
                    </p:cTn>
                  </p:par>
                  <p:par>
                    <p:cTn id="244" fill="hold" nodeType="clickPar">
                      <p:stCondLst>
                        <p:cond delay="indefinite"/>
                      </p:stCondLst>
                      <p:childTnLst>
                        <p:par>
                          <p:cTn id="245" fill="hold" nodeType="withGroup">
                            <p:stCondLst>
                              <p:cond delay="0"/>
                            </p:stCondLst>
                            <p:childTnLst>
                              <p:par>
                                <p:cTn id="246" presetID="17" presetClass="entr" presetSubtype="8" fill="hold" grpId="0" nodeType="clickEffect">
                                  <p:stCondLst>
                                    <p:cond delay="0"/>
                                  </p:stCondLst>
                                  <p:childTnLst>
                                    <p:set>
                                      <p:cBhvr>
                                        <p:cTn id="247" dur="1" fill="hold">
                                          <p:stCondLst>
                                            <p:cond delay="0"/>
                                          </p:stCondLst>
                                        </p:cTn>
                                        <p:tgtEl>
                                          <p:spTgt spid="404488"/>
                                        </p:tgtEl>
                                        <p:attrNameLst>
                                          <p:attrName>style.visibility</p:attrName>
                                        </p:attrNameLst>
                                      </p:cBhvr>
                                      <p:to>
                                        <p:strVal val="visible"/>
                                      </p:to>
                                    </p:set>
                                    <p:anim calcmode="lin" valueType="num">
                                      <p:cBhvr>
                                        <p:cTn id="248" dur="500" fill="hold"/>
                                        <p:tgtEl>
                                          <p:spTgt spid="404488"/>
                                        </p:tgtEl>
                                        <p:attrNameLst>
                                          <p:attrName>ppt_x</p:attrName>
                                        </p:attrNameLst>
                                      </p:cBhvr>
                                      <p:tavLst>
                                        <p:tav tm="0">
                                          <p:val>
                                            <p:strVal val="#ppt_x-#ppt_w/2"/>
                                          </p:val>
                                        </p:tav>
                                        <p:tav tm="100000">
                                          <p:val>
                                            <p:strVal val="#ppt_x"/>
                                          </p:val>
                                        </p:tav>
                                      </p:tavLst>
                                    </p:anim>
                                    <p:anim calcmode="lin" valueType="num">
                                      <p:cBhvr>
                                        <p:cTn id="249" dur="500" fill="hold"/>
                                        <p:tgtEl>
                                          <p:spTgt spid="404488"/>
                                        </p:tgtEl>
                                        <p:attrNameLst>
                                          <p:attrName>ppt_y</p:attrName>
                                        </p:attrNameLst>
                                      </p:cBhvr>
                                      <p:tavLst>
                                        <p:tav tm="0">
                                          <p:val>
                                            <p:strVal val="#ppt_y"/>
                                          </p:val>
                                        </p:tav>
                                        <p:tav tm="100000">
                                          <p:val>
                                            <p:strVal val="#ppt_y"/>
                                          </p:val>
                                        </p:tav>
                                      </p:tavLst>
                                    </p:anim>
                                    <p:anim calcmode="lin" valueType="num">
                                      <p:cBhvr>
                                        <p:cTn id="250" dur="500" fill="hold"/>
                                        <p:tgtEl>
                                          <p:spTgt spid="404488"/>
                                        </p:tgtEl>
                                        <p:attrNameLst>
                                          <p:attrName>ppt_w</p:attrName>
                                        </p:attrNameLst>
                                      </p:cBhvr>
                                      <p:tavLst>
                                        <p:tav tm="0">
                                          <p:val>
                                            <p:fltVal val="0"/>
                                          </p:val>
                                        </p:tav>
                                        <p:tav tm="100000">
                                          <p:val>
                                            <p:strVal val="#ppt_w"/>
                                          </p:val>
                                        </p:tav>
                                      </p:tavLst>
                                    </p:anim>
                                    <p:anim calcmode="lin" valueType="num">
                                      <p:cBhvr>
                                        <p:cTn id="251" dur="500" fill="hold"/>
                                        <p:tgtEl>
                                          <p:spTgt spid="404488"/>
                                        </p:tgtEl>
                                        <p:attrNameLst>
                                          <p:attrName>ppt_h</p:attrName>
                                        </p:attrNameLst>
                                      </p:cBhvr>
                                      <p:tavLst>
                                        <p:tav tm="0">
                                          <p:val>
                                            <p:strVal val="#ppt_h"/>
                                          </p:val>
                                        </p:tav>
                                        <p:tav tm="100000">
                                          <p:val>
                                            <p:strVal val="#ppt_h"/>
                                          </p:val>
                                        </p:tav>
                                      </p:tavLst>
                                    </p:anim>
                                  </p:childTnLst>
                                </p:cTn>
                              </p:par>
                            </p:childTnLst>
                          </p:cTn>
                        </p:par>
                      </p:childTnLst>
                    </p:cTn>
                  </p:par>
                  <p:par>
                    <p:cTn id="252" fill="hold" nodeType="clickPar">
                      <p:stCondLst>
                        <p:cond delay="indefinite"/>
                      </p:stCondLst>
                      <p:childTnLst>
                        <p:par>
                          <p:cTn id="253" fill="hold" nodeType="withGroup">
                            <p:stCondLst>
                              <p:cond delay="0"/>
                            </p:stCondLst>
                            <p:childTnLst>
                              <p:par>
                                <p:cTn id="254" presetID="18" presetClass="entr" presetSubtype="12" fill="hold" nodeType="clickEffect">
                                  <p:stCondLst>
                                    <p:cond delay="0"/>
                                  </p:stCondLst>
                                  <p:childTnLst>
                                    <p:set>
                                      <p:cBhvr>
                                        <p:cTn id="255" dur="1" fill="hold">
                                          <p:stCondLst>
                                            <p:cond delay="0"/>
                                          </p:stCondLst>
                                        </p:cTn>
                                        <p:tgtEl>
                                          <p:spTgt spid="404528"/>
                                        </p:tgtEl>
                                        <p:attrNameLst>
                                          <p:attrName>style.visibility</p:attrName>
                                        </p:attrNameLst>
                                      </p:cBhvr>
                                      <p:to>
                                        <p:strVal val="visible"/>
                                      </p:to>
                                    </p:set>
                                    <p:animEffect transition="in" filter="strips(downLeft)">
                                      <p:cBhvr>
                                        <p:cTn id="256" dur="500"/>
                                        <p:tgtEl>
                                          <p:spTgt spid="404528"/>
                                        </p:tgtEl>
                                      </p:cBhvr>
                                    </p:animEffect>
                                  </p:childTnLst>
                                </p:cTn>
                              </p:par>
                            </p:childTnLst>
                          </p:cTn>
                        </p:par>
                      </p:childTnLst>
                    </p:cTn>
                  </p:par>
                  <p:par>
                    <p:cTn id="257" fill="hold" nodeType="clickPar">
                      <p:stCondLst>
                        <p:cond delay="indefinite"/>
                      </p:stCondLst>
                      <p:childTnLst>
                        <p:par>
                          <p:cTn id="258" fill="hold" nodeType="withGroup">
                            <p:stCondLst>
                              <p:cond delay="0"/>
                            </p:stCondLst>
                            <p:childTnLst>
                              <p:par>
                                <p:cTn id="259" presetID="18" presetClass="entr" presetSubtype="6" fill="hold" grpId="0" nodeType="clickEffect">
                                  <p:stCondLst>
                                    <p:cond delay="0"/>
                                  </p:stCondLst>
                                  <p:childTnLst>
                                    <p:set>
                                      <p:cBhvr>
                                        <p:cTn id="260" dur="1" fill="hold">
                                          <p:stCondLst>
                                            <p:cond delay="0"/>
                                          </p:stCondLst>
                                        </p:cTn>
                                        <p:tgtEl>
                                          <p:spTgt spid="404547"/>
                                        </p:tgtEl>
                                        <p:attrNameLst>
                                          <p:attrName>style.visibility</p:attrName>
                                        </p:attrNameLst>
                                      </p:cBhvr>
                                      <p:to>
                                        <p:strVal val="visible"/>
                                      </p:to>
                                    </p:set>
                                    <p:animEffect transition="in" filter="strips(downRight)">
                                      <p:cBhvr>
                                        <p:cTn id="261" dur="500"/>
                                        <p:tgtEl>
                                          <p:spTgt spid="404547"/>
                                        </p:tgtEl>
                                      </p:cBhvr>
                                    </p:animEffect>
                                  </p:childTnLst>
                                </p:cTn>
                              </p:par>
                            </p:childTnLst>
                          </p:cTn>
                        </p:par>
                      </p:childTnLst>
                    </p:cTn>
                  </p:par>
                  <p:par>
                    <p:cTn id="262" fill="hold" nodeType="clickPar">
                      <p:stCondLst>
                        <p:cond delay="indefinite"/>
                      </p:stCondLst>
                      <p:childTnLst>
                        <p:par>
                          <p:cTn id="263" fill="hold" nodeType="withGroup">
                            <p:stCondLst>
                              <p:cond delay="0"/>
                            </p:stCondLst>
                            <p:childTnLst>
                              <p:par>
                                <p:cTn id="264" presetID="18" presetClass="entr" presetSubtype="6" fill="hold" nodeType="clickEffect">
                                  <p:stCondLst>
                                    <p:cond delay="0"/>
                                  </p:stCondLst>
                                  <p:childTnLst>
                                    <p:set>
                                      <p:cBhvr>
                                        <p:cTn id="265" dur="1" fill="hold">
                                          <p:stCondLst>
                                            <p:cond delay="0"/>
                                          </p:stCondLst>
                                        </p:cTn>
                                        <p:tgtEl>
                                          <p:spTgt spid="404638"/>
                                        </p:tgtEl>
                                        <p:attrNameLst>
                                          <p:attrName>style.visibility</p:attrName>
                                        </p:attrNameLst>
                                      </p:cBhvr>
                                      <p:to>
                                        <p:strVal val="visible"/>
                                      </p:to>
                                    </p:set>
                                    <p:animEffect transition="in" filter="strips(downRight)">
                                      <p:cBhvr>
                                        <p:cTn id="266" dur="500"/>
                                        <p:tgtEl>
                                          <p:spTgt spid="404638"/>
                                        </p:tgtEl>
                                      </p:cBhvr>
                                    </p:animEffect>
                                  </p:childTnLst>
                                </p:cTn>
                              </p:par>
                            </p:childTnLst>
                          </p:cTn>
                        </p:par>
                      </p:childTnLst>
                    </p:cTn>
                  </p:par>
                  <p:par>
                    <p:cTn id="267" fill="hold" nodeType="clickPar">
                      <p:stCondLst>
                        <p:cond delay="indefinite"/>
                      </p:stCondLst>
                      <p:childTnLst>
                        <p:par>
                          <p:cTn id="268" fill="hold" nodeType="withGroup">
                            <p:stCondLst>
                              <p:cond delay="0"/>
                            </p:stCondLst>
                            <p:childTnLst>
                              <p:par>
                                <p:cTn id="269" presetID="18" presetClass="entr" presetSubtype="12" fill="hold" grpId="0" nodeType="clickEffect">
                                  <p:stCondLst>
                                    <p:cond delay="0"/>
                                  </p:stCondLst>
                                  <p:childTnLst>
                                    <p:set>
                                      <p:cBhvr>
                                        <p:cTn id="270" dur="1" fill="hold">
                                          <p:stCondLst>
                                            <p:cond delay="0"/>
                                          </p:stCondLst>
                                        </p:cTn>
                                        <p:tgtEl>
                                          <p:spTgt spid="404548"/>
                                        </p:tgtEl>
                                        <p:attrNameLst>
                                          <p:attrName>style.visibility</p:attrName>
                                        </p:attrNameLst>
                                      </p:cBhvr>
                                      <p:to>
                                        <p:strVal val="visible"/>
                                      </p:to>
                                    </p:set>
                                    <p:animEffect transition="in" filter="strips(downLeft)">
                                      <p:cBhvr>
                                        <p:cTn id="271" dur="500"/>
                                        <p:tgtEl>
                                          <p:spTgt spid="404548"/>
                                        </p:tgtEl>
                                      </p:cBhvr>
                                    </p:animEffect>
                                  </p:childTnLst>
                                </p:cTn>
                              </p:par>
                            </p:childTnLst>
                          </p:cTn>
                        </p:par>
                      </p:childTnLst>
                    </p:cTn>
                  </p:par>
                  <p:par>
                    <p:cTn id="272" fill="hold" nodeType="clickPar">
                      <p:stCondLst>
                        <p:cond delay="indefinite"/>
                      </p:stCondLst>
                      <p:childTnLst>
                        <p:par>
                          <p:cTn id="273" fill="hold" nodeType="withGroup">
                            <p:stCondLst>
                              <p:cond delay="0"/>
                            </p:stCondLst>
                            <p:childTnLst>
                              <p:par>
                                <p:cTn id="274" presetID="18" presetClass="entr" presetSubtype="12" fill="hold" grpId="0" nodeType="clickEffect">
                                  <p:stCondLst>
                                    <p:cond delay="0"/>
                                  </p:stCondLst>
                                  <p:childTnLst>
                                    <p:set>
                                      <p:cBhvr>
                                        <p:cTn id="275" dur="1" fill="hold">
                                          <p:stCondLst>
                                            <p:cond delay="0"/>
                                          </p:stCondLst>
                                        </p:cTn>
                                        <p:tgtEl>
                                          <p:spTgt spid="404549"/>
                                        </p:tgtEl>
                                        <p:attrNameLst>
                                          <p:attrName>style.visibility</p:attrName>
                                        </p:attrNameLst>
                                      </p:cBhvr>
                                      <p:to>
                                        <p:strVal val="visible"/>
                                      </p:to>
                                    </p:set>
                                    <p:animEffect transition="in" filter="strips(downLeft)">
                                      <p:cBhvr>
                                        <p:cTn id="276" dur="500"/>
                                        <p:tgtEl>
                                          <p:spTgt spid="404549"/>
                                        </p:tgtEl>
                                      </p:cBhvr>
                                    </p:animEffect>
                                  </p:childTnLst>
                                </p:cTn>
                              </p:par>
                            </p:childTnLst>
                          </p:cTn>
                        </p:par>
                      </p:childTnLst>
                    </p:cTn>
                  </p:par>
                  <p:par>
                    <p:cTn id="277" fill="hold" nodeType="clickPar">
                      <p:stCondLst>
                        <p:cond delay="indefinite"/>
                      </p:stCondLst>
                      <p:childTnLst>
                        <p:par>
                          <p:cTn id="278" fill="hold" nodeType="withGroup">
                            <p:stCondLst>
                              <p:cond delay="0"/>
                            </p:stCondLst>
                            <p:childTnLst>
                              <p:par>
                                <p:cTn id="279" presetID="18" presetClass="entr" presetSubtype="12" fill="hold" grpId="0" nodeType="clickEffect">
                                  <p:stCondLst>
                                    <p:cond delay="0"/>
                                  </p:stCondLst>
                                  <p:childTnLst>
                                    <p:set>
                                      <p:cBhvr>
                                        <p:cTn id="280" dur="1" fill="hold">
                                          <p:stCondLst>
                                            <p:cond delay="0"/>
                                          </p:stCondLst>
                                        </p:cTn>
                                        <p:tgtEl>
                                          <p:spTgt spid="404550"/>
                                        </p:tgtEl>
                                        <p:attrNameLst>
                                          <p:attrName>style.visibility</p:attrName>
                                        </p:attrNameLst>
                                      </p:cBhvr>
                                      <p:to>
                                        <p:strVal val="visible"/>
                                      </p:to>
                                    </p:set>
                                    <p:animEffect transition="in" filter="strips(downLeft)">
                                      <p:cBhvr>
                                        <p:cTn id="281" dur="500"/>
                                        <p:tgtEl>
                                          <p:spTgt spid="404550"/>
                                        </p:tgtEl>
                                      </p:cBhvr>
                                    </p:animEffect>
                                  </p:childTnLst>
                                </p:cTn>
                              </p:par>
                            </p:childTnLst>
                          </p:cTn>
                        </p:par>
                      </p:childTnLst>
                    </p:cTn>
                  </p:par>
                  <p:par>
                    <p:cTn id="282" fill="hold" nodeType="clickPar">
                      <p:stCondLst>
                        <p:cond delay="indefinite"/>
                      </p:stCondLst>
                      <p:childTnLst>
                        <p:par>
                          <p:cTn id="283" fill="hold" nodeType="withGroup">
                            <p:stCondLst>
                              <p:cond delay="0"/>
                            </p:stCondLst>
                            <p:childTnLst>
                              <p:par>
                                <p:cTn id="284" presetID="18" presetClass="entr" presetSubtype="12" fill="hold" grpId="0" nodeType="clickEffect">
                                  <p:stCondLst>
                                    <p:cond delay="0"/>
                                  </p:stCondLst>
                                  <p:childTnLst>
                                    <p:set>
                                      <p:cBhvr>
                                        <p:cTn id="285" dur="1" fill="hold">
                                          <p:stCondLst>
                                            <p:cond delay="0"/>
                                          </p:stCondLst>
                                        </p:cTn>
                                        <p:tgtEl>
                                          <p:spTgt spid="404551"/>
                                        </p:tgtEl>
                                        <p:attrNameLst>
                                          <p:attrName>style.visibility</p:attrName>
                                        </p:attrNameLst>
                                      </p:cBhvr>
                                      <p:to>
                                        <p:strVal val="visible"/>
                                      </p:to>
                                    </p:set>
                                    <p:animEffect transition="in" filter="strips(downLeft)">
                                      <p:cBhvr>
                                        <p:cTn id="286" dur="500"/>
                                        <p:tgtEl>
                                          <p:spTgt spid="404551"/>
                                        </p:tgtEl>
                                      </p:cBhvr>
                                    </p:animEffect>
                                  </p:childTnLst>
                                </p:cTn>
                              </p:par>
                            </p:childTnLst>
                          </p:cTn>
                        </p:par>
                      </p:childTnLst>
                    </p:cTn>
                  </p:par>
                  <p:par>
                    <p:cTn id="287" fill="hold" nodeType="clickPar">
                      <p:stCondLst>
                        <p:cond delay="indefinite"/>
                      </p:stCondLst>
                      <p:childTnLst>
                        <p:par>
                          <p:cTn id="288" fill="hold" nodeType="withGroup">
                            <p:stCondLst>
                              <p:cond delay="0"/>
                            </p:stCondLst>
                            <p:childTnLst>
                              <p:par>
                                <p:cTn id="289" presetID="2" presetClass="entr" presetSubtype="3" fill="hold" grpId="0" nodeType="clickEffect">
                                  <p:stCondLst>
                                    <p:cond delay="0"/>
                                  </p:stCondLst>
                                  <p:childTnLst>
                                    <p:set>
                                      <p:cBhvr>
                                        <p:cTn id="290" dur="1" fill="hold">
                                          <p:stCondLst>
                                            <p:cond delay="0"/>
                                          </p:stCondLst>
                                        </p:cTn>
                                        <p:tgtEl>
                                          <p:spTgt spid="404552"/>
                                        </p:tgtEl>
                                        <p:attrNameLst>
                                          <p:attrName>style.visibility</p:attrName>
                                        </p:attrNameLst>
                                      </p:cBhvr>
                                      <p:to>
                                        <p:strVal val="visible"/>
                                      </p:to>
                                    </p:set>
                                    <p:anim calcmode="lin" valueType="num">
                                      <p:cBhvr additive="base">
                                        <p:cTn id="291" dur="500" fill="hold"/>
                                        <p:tgtEl>
                                          <p:spTgt spid="404552"/>
                                        </p:tgtEl>
                                        <p:attrNameLst>
                                          <p:attrName>ppt_x</p:attrName>
                                        </p:attrNameLst>
                                      </p:cBhvr>
                                      <p:tavLst>
                                        <p:tav tm="0">
                                          <p:val>
                                            <p:strVal val="1+#ppt_w/2"/>
                                          </p:val>
                                        </p:tav>
                                        <p:tav tm="100000">
                                          <p:val>
                                            <p:strVal val="#ppt_x"/>
                                          </p:val>
                                        </p:tav>
                                      </p:tavLst>
                                    </p:anim>
                                    <p:anim calcmode="lin" valueType="num">
                                      <p:cBhvr additive="base">
                                        <p:cTn id="292" dur="500" fill="hold"/>
                                        <p:tgtEl>
                                          <p:spTgt spid="404552"/>
                                        </p:tgtEl>
                                        <p:attrNameLst>
                                          <p:attrName>ppt_y</p:attrName>
                                        </p:attrNameLst>
                                      </p:cBhvr>
                                      <p:tavLst>
                                        <p:tav tm="0">
                                          <p:val>
                                            <p:strVal val="0-#ppt_h/2"/>
                                          </p:val>
                                        </p:tav>
                                        <p:tav tm="100000">
                                          <p:val>
                                            <p:strVal val="#ppt_y"/>
                                          </p:val>
                                        </p:tav>
                                      </p:tavLst>
                                    </p:anim>
                                  </p:childTnLst>
                                </p:cTn>
                              </p:par>
                            </p:childTnLst>
                          </p:cTn>
                        </p:par>
                      </p:childTnLst>
                    </p:cTn>
                  </p:par>
                  <p:par>
                    <p:cTn id="293" fill="hold" nodeType="clickPar">
                      <p:stCondLst>
                        <p:cond delay="indefinite"/>
                      </p:stCondLst>
                      <p:childTnLst>
                        <p:par>
                          <p:cTn id="294" fill="hold" nodeType="withGroup">
                            <p:stCondLst>
                              <p:cond delay="0"/>
                            </p:stCondLst>
                            <p:childTnLst>
                              <p:par>
                                <p:cTn id="295" presetID="2" presetClass="entr" presetSubtype="3" fill="hold" grpId="0" nodeType="clickEffect">
                                  <p:stCondLst>
                                    <p:cond delay="0"/>
                                  </p:stCondLst>
                                  <p:childTnLst>
                                    <p:set>
                                      <p:cBhvr>
                                        <p:cTn id="296" dur="1" fill="hold">
                                          <p:stCondLst>
                                            <p:cond delay="0"/>
                                          </p:stCondLst>
                                        </p:cTn>
                                        <p:tgtEl>
                                          <p:spTgt spid="404553"/>
                                        </p:tgtEl>
                                        <p:attrNameLst>
                                          <p:attrName>style.visibility</p:attrName>
                                        </p:attrNameLst>
                                      </p:cBhvr>
                                      <p:to>
                                        <p:strVal val="visible"/>
                                      </p:to>
                                    </p:set>
                                    <p:anim calcmode="lin" valueType="num">
                                      <p:cBhvr additive="base">
                                        <p:cTn id="297" dur="500" fill="hold"/>
                                        <p:tgtEl>
                                          <p:spTgt spid="404553"/>
                                        </p:tgtEl>
                                        <p:attrNameLst>
                                          <p:attrName>ppt_x</p:attrName>
                                        </p:attrNameLst>
                                      </p:cBhvr>
                                      <p:tavLst>
                                        <p:tav tm="0">
                                          <p:val>
                                            <p:strVal val="1+#ppt_w/2"/>
                                          </p:val>
                                        </p:tav>
                                        <p:tav tm="100000">
                                          <p:val>
                                            <p:strVal val="#ppt_x"/>
                                          </p:val>
                                        </p:tav>
                                      </p:tavLst>
                                    </p:anim>
                                    <p:anim calcmode="lin" valueType="num">
                                      <p:cBhvr additive="base">
                                        <p:cTn id="298" dur="500" fill="hold"/>
                                        <p:tgtEl>
                                          <p:spTgt spid="404553"/>
                                        </p:tgtEl>
                                        <p:attrNameLst>
                                          <p:attrName>ppt_y</p:attrName>
                                        </p:attrNameLst>
                                      </p:cBhvr>
                                      <p:tavLst>
                                        <p:tav tm="0">
                                          <p:val>
                                            <p:strVal val="0-#ppt_h/2"/>
                                          </p:val>
                                        </p:tav>
                                        <p:tav tm="100000">
                                          <p:val>
                                            <p:strVal val="#ppt_y"/>
                                          </p:val>
                                        </p:tav>
                                      </p:tavLst>
                                    </p:anim>
                                  </p:childTnLst>
                                </p:cTn>
                              </p:par>
                            </p:childTnLst>
                          </p:cTn>
                        </p:par>
                      </p:childTnLst>
                    </p:cTn>
                  </p:par>
                  <p:par>
                    <p:cTn id="299" fill="hold" nodeType="clickPar">
                      <p:stCondLst>
                        <p:cond delay="indefinite"/>
                      </p:stCondLst>
                      <p:childTnLst>
                        <p:par>
                          <p:cTn id="300" fill="hold" nodeType="withGroup">
                            <p:stCondLst>
                              <p:cond delay="0"/>
                            </p:stCondLst>
                            <p:childTnLst>
                              <p:par>
                                <p:cTn id="301" presetID="2" presetClass="entr" presetSubtype="3" fill="hold" grpId="0" nodeType="clickEffect">
                                  <p:stCondLst>
                                    <p:cond delay="0"/>
                                  </p:stCondLst>
                                  <p:childTnLst>
                                    <p:set>
                                      <p:cBhvr>
                                        <p:cTn id="302" dur="1" fill="hold">
                                          <p:stCondLst>
                                            <p:cond delay="0"/>
                                          </p:stCondLst>
                                        </p:cTn>
                                        <p:tgtEl>
                                          <p:spTgt spid="404554"/>
                                        </p:tgtEl>
                                        <p:attrNameLst>
                                          <p:attrName>style.visibility</p:attrName>
                                        </p:attrNameLst>
                                      </p:cBhvr>
                                      <p:to>
                                        <p:strVal val="visible"/>
                                      </p:to>
                                    </p:set>
                                    <p:anim calcmode="lin" valueType="num">
                                      <p:cBhvr additive="base">
                                        <p:cTn id="303" dur="500" fill="hold"/>
                                        <p:tgtEl>
                                          <p:spTgt spid="404554"/>
                                        </p:tgtEl>
                                        <p:attrNameLst>
                                          <p:attrName>ppt_x</p:attrName>
                                        </p:attrNameLst>
                                      </p:cBhvr>
                                      <p:tavLst>
                                        <p:tav tm="0">
                                          <p:val>
                                            <p:strVal val="1+#ppt_w/2"/>
                                          </p:val>
                                        </p:tav>
                                        <p:tav tm="100000">
                                          <p:val>
                                            <p:strVal val="#ppt_x"/>
                                          </p:val>
                                        </p:tav>
                                      </p:tavLst>
                                    </p:anim>
                                    <p:anim calcmode="lin" valueType="num">
                                      <p:cBhvr additive="base">
                                        <p:cTn id="304" dur="500" fill="hold"/>
                                        <p:tgtEl>
                                          <p:spTgt spid="404554"/>
                                        </p:tgtEl>
                                        <p:attrNameLst>
                                          <p:attrName>ppt_y</p:attrName>
                                        </p:attrNameLst>
                                      </p:cBhvr>
                                      <p:tavLst>
                                        <p:tav tm="0">
                                          <p:val>
                                            <p:strVal val="0-#ppt_h/2"/>
                                          </p:val>
                                        </p:tav>
                                        <p:tav tm="100000">
                                          <p:val>
                                            <p:strVal val="#ppt_y"/>
                                          </p:val>
                                        </p:tav>
                                      </p:tavLst>
                                    </p:anim>
                                  </p:childTnLst>
                                </p:cTn>
                              </p:par>
                            </p:childTnLst>
                          </p:cTn>
                        </p:par>
                      </p:childTnLst>
                    </p:cTn>
                  </p:par>
                  <p:par>
                    <p:cTn id="305" fill="hold" nodeType="clickPar">
                      <p:stCondLst>
                        <p:cond delay="indefinite"/>
                      </p:stCondLst>
                      <p:childTnLst>
                        <p:par>
                          <p:cTn id="306" fill="hold" nodeType="withGroup">
                            <p:stCondLst>
                              <p:cond delay="0"/>
                            </p:stCondLst>
                            <p:childTnLst>
                              <p:par>
                                <p:cTn id="307" presetID="2" presetClass="entr" presetSubtype="3" fill="hold" grpId="0" nodeType="clickEffect">
                                  <p:stCondLst>
                                    <p:cond delay="0"/>
                                  </p:stCondLst>
                                  <p:childTnLst>
                                    <p:set>
                                      <p:cBhvr>
                                        <p:cTn id="308" dur="1" fill="hold">
                                          <p:stCondLst>
                                            <p:cond delay="0"/>
                                          </p:stCondLst>
                                        </p:cTn>
                                        <p:tgtEl>
                                          <p:spTgt spid="404555"/>
                                        </p:tgtEl>
                                        <p:attrNameLst>
                                          <p:attrName>style.visibility</p:attrName>
                                        </p:attrNameLst>
                                      </p:cBhvr>
                                      <p:to>
                                        <p:strVal val="visible"/>
                                      </p:to>
                                    </p:set>
                                    <p:anim calcmode="lin" valueType="num">
                                      <p:cBhvr additive="base">
                                        <p:cTn id="309" dur="500" fill="hold"/>
                                        <p:tgtEl>
                                          <p:spTgt spid="404555"/>
                                        </p:tgtEl>
                                        <p:attrNameLst>
                                          <p:attrName>ppt_x</p:attrName>
                                        </p:attrNameLst>
                                      </p:cBhvr>
                                      <p:tavLst>
                                        <p:tav tm="0">
                                          <p:val>
                                            <p:strVal val="1+#ppt_w/2"/>
                                          </p:val>
                                        </p:tav>
                                        <p:tav tm="100000">
                                          <p:val>
                                            <p:strVal val="#ppt_x"/>
                                          </p:val>
                                        </p:tav>
                                      </p:tavLst>
                                    </p:anim>
                                    <p:anim calcmode="lin" valueType="num">
                                      <p:cBhvr additive="base">
                                        <p:cTn id="310" dur="500" fill="hold"/>
                                        <p:tgtEl>
                                          <p:spTgt spid="404555"/>
                                        </p:tgtEl>
                                        <p:attrNameLst>
                                          <p:attrName>ppt_y</p:attrName>
                                        </p:attrNameLst>
                                      </p:cBhvr>
                                      <p:tavLst>
                                        <p:tav tm="0">
                                          <p:val>
                                            <p:strVal val="0-#ppt_h/2"/>
                                          </p:val>
                                        </p:tav>
                                        <p:tav tm="100000">
                                          <p:val>
                                            <p:strVal val="#ppt_y"/>
                                          </p:val>
                                        </p:tav>
                                      </p:tavLst>
                                    </p:anim>
                                  </p:childTnLst>
                                </p:cTn>
                              </p:par>
                            </p:childTnLst>
                          </p:cTn>
                        </p:par>
                      </p:childTnLst>
                    </p:cTn>
                  </p:par>
                  <p:par>
                    <p:cTn id="311" fill="hold" nodeType="clickPar">
                      <p:stCondLst>
                        <p:cond delay="indefinite"/>
                      </p:stCondLst>
                      <p:childTnLst>
                        <p:par>
                          <p:cTn id="312" fill="hold" nodeType="withGroup">
                            <p:stCondLst>
                              <p:cond delay="0"/>
                            </p:stCondLst>
                            <p:childTnLst>
                              <p:par>
                                <p:cTn id="313" presetID="2" presetClass="entr" presetSubtype="3" fill="hold" grpId="0" nodeType="clickEffect">
                                  <p:stCondLst>
                                    <p:cond delay="0"/>
                                  </p:stCondLst>
                                  <p:childTnLst>
                                    <p:set>
                                      <p:cBhvr>
                                        <p:cTn id="314" dur="1" fill="hold">
                                          <p:stCondLst>
                                            <p:cond delay="0"/>
                                          </p:stCondLst>
                                        </p:cTn>
                                        <p:tgtEl>
                                          <p:spTgt spid="404556"/>
                                        </p:tgtEl>
                                        <p:attrNameLst>
                                          <p:attrName>style.visibility</p:attrName>
                                        </p:attrNameLst>
                                      </p:cBhvr>
                                      <p:to>
                                        <p:strVal val="visible"/>
                                      </p:to>
                                    </p:set>
                                    <p:anim calcmode="lin" valueType="num">
                                      <p:cBhvr additive="base">
                                        <p:cTn id="315" dur="500" fill="hold"/>
                                        <p:tgtEl>
                                          <p:spTgt spid="404556"/>
                                        </p:tgtEl>
                                        <p:attrNameLst>
                                          <p:attrName>ppt_x</p:attrName>
                                        </p:attrNameLst>
                                      </p:cBhvr>
                                      <p:tavLst>
                                        <p:tav tm="0">
                                          <p:val>
                                            <p:strVal val="1+#ppt_w/2"/>
                                          </p:val>
                                        </p:tav>
                                        <p:tav tm="100000">
                                          <p:val>
                                            <p:strVal val="#ppt_x"/>
                                          </p:val>
                                        </p:tav>
                                      </p:tavLst>
                                    </p:anim>
                                    <p:anim calcmode="lin" valueType="num">
                                      <p:cBhvr additive="base">
                                        <p:cTn id="316" dur="500" fill="hold"/>
                                        <p:tgtEl>
                                          <p:spTgt spid="404556"/>
                                        </p:tgtEl>
                                        <p:attrNameLst>
                                          <p:attrName>ppt_y</p:attrName>
                                        </p:attrNameLst>
                                      </p:cBhvr>
                                      <p:tavLst>
                                        <p:tav tm="0">
                                          <p:val>
                                            <p:strVal val="0-#ppt_h/2"/>
                                          </p:val>
                                        </p:tav>
                                        <p:tav tm="100000">
                                          <p:val>
                                            <p:strVal val="#ppt_y"/>
                                          </p:val>
                                        </p:tav>
                                      </p:tavLst>
                                    </p:anim>
                                  </p:childTnLst>
                                </p:cTn>
                              </p:par>
                            </p:childTnLst>
                          </p:cTn>
                        </p:par>
                      </p:childTnLst>
                    </p:cTn>
                  </p:par>
                  <p:par>
                    <p:cTn id="317" fill="hold" nodeType="clickPar">
                      <p:stCondLst>
                        <p:cond delay="indefinite"/>
                      </p:stCondLst>
                      <p:childTnLst>
                        <p:par>
                          <p:cTn id="318" fill="hold" nodeType="withGroup">
                            <p:stCondLst>
                              <p:cond delay="0"/>
                            </p:stCondLst>
                            <p:childTnLst>
                              <p:par>
                                <p:cTn id="319" presetID="2" presetClass="entr" presetSubtype="3" fill="hold" grpId="0" nodeType="clickEffect">
                                  <p:stCondLst>
                                    <p:cond delay="0"/>
                                  </p:stCondLst>
                                  <p:childTnLst>
                                    <p:set>
                                      <p:cBhvr>
                                        <p:cTn id="320" dur="1" fill="hold">
                                          <p:stCondLst>
                                            <p:cond delay="0"/>
                                          </p:stCondLst>
                                        </p:cTn>
                                        <p:tgtEl>
                                          <p:spTgt spid="404557"/>
                                        </p:tgtEl>
                                        <p:attrNameLst>
                                          <p:attrName>style.visibility</p:attrName>
                                        </p:attrNameLst>
                                      </p:cBhvr>
                                      <p:to>
                                        <p:strVal val="visible"/>
                                      </p:to>
                                    </p:set>
                                    <p:anim calcmode="lin" valueType="num">
                                      <p:cBhvr additive="base">
                                        <p:cTn id="321" dur="500" fill="hold"/>
                                        <p:tgtEl>
                                          <p:spTgt spid="404557"/>
                                        </p:tgtEl>
                                        <p:attrNameLst>
                                          <p:attrName>ppt_x</p:attrName>
                                        </p:attrNameLst>
                                      </p:cBhvr>
                                      <p:tavLst>
                                        <p:tav tm="0">
                                          <p:val>
                                            <p:strVal val="1+#ppt_w/2"/>
                                          </p:val>
                                        </p:tav>
                                        <p:tav tm="100000">
                                          <p:val>
                                            <p:strVal val="#ppt_x"/>
                                          </p:val>
                                        </p:tav>
                                      </p:tavLst>
                                    </p:anim>
                                    <p:anim calcmode="lin" valueType="num">
                                      <p:cBhvr additive="base">
                                        <p:cTn id="322" dur="500" fill="hold"/>
                                        <p:tgtEl>
                                          <p:spTgt spid="404557"/>
                                        </p:tgtEl>
                                        <p:attrNameLst>
                                          <p:attrName>ppt_y</p:attrName>
                                        </p:attrNameLst>
                                      </p:cBhvr>
                                      <p:tavLst>
                                        <p:tav tm="0">
                                          <p:val>
                                            <p:strVal val="0-#ppt_h/2"/>
                                          </p:val>
                                        </p:tav>
                                        <p:tav tm="100000">
                                          <p:val>
                                            <p:strVal val="#ppt_y"/>
                                          </p:val>
                                        </p:tav>
                                      </p:tavLst>
                                    </p:anim>
                                  </p:childTnLst>
                                </p:cTn>
                              </p:par>
                            </p:childTnLst>
                          </p:cTn>
                        </p:par>
                      </p:childTnLst>
                    </p:cTn>
                  </p:par>
                  <p:par>
                    <p:cTn id="323" fill="hold" nodeType="clickPar">
                      <p:stCondLst>
                        <p:cond delay="indefinite"/>
                      </p:stCondLst>
                      <p:childTnLst>
                        <p:par>
                          <p:cTn id="324" fill="hold" nodeType="withGroup">
                            <p:stCondLst>
                              <p:cond delay="0"/>
                            </p:stCondLst>
                            <p:childTnLst>
                              <p:par>
                                <p:cTn id="325" presetID="2" presetClass="entr" presetSubtype="3" fill="hold" grpId="0" nodeType="clickEffect">
                                  <p:stCondLst>
                                    <p:cond delay="0"/>
                                  </p:stCondLst>
                                  <p:childTnLst>
                                    <p:set>
                                      <p:cBhvr>
                                        <p:cTn id="326" dur="1" fill="hold">
                                          <p:stCondLst>
                                            <p:cond delay="0"/>
                                          </p:stCondLst>
                                        </p:cTn>
                                        <p:tgtEl>
                                          <p:spTgt spid="404558"/>
                                        </p:tgtEl>
                                        <p:attrNameLst>
                                          <p:attrName>style.visibility</p:attrName>
                                        </p:attrNameLst>
                                      </p:cBhvr>
                                      <p:to>
                                        <p:strVal val="visible"/>
                                      </p:to>
                                    </p:set>
                                    <p:anim calcmode="lin" valueType="num">
                                      <p:cBhvr additive="base">
                                        <p:cTn id="327" dur="500" fill="hold"/>
                                        <p:tgtEl>
                                          <p:spTgt spid="404558"/>
                                        </p:tgtEl>
                                        <p:attrNameLst>
                                          <p:attrName>ppt_x</p:attrName>
                                        </p:attrNameLst>
                                      </p:cBhvr>
                                      <p:tavLst>
                                        <p:tav tm="0">
                                          <p:val>
                                            <p:strVal val="1+#ppt_w/2"/>
                                          </p:val>
                                        </p:tav>
                                        <p:tav tm="100000">
                                          <p:val>
                                            <p:strVal val="#ppt_x"/>
                                          </p:val>
                                        </p:tav>
                                      </p:tavLst>
                                    </p:anim>
                                    <p:anim calcmode="lin" valueType="num">
                                      <p:cBhvr additive="base">
                                        <p:cTn id="328" dur="500" fill="hold"/>
                                        <p:tgtEl>
                                          <p:spTgt spid="404558"/>
                                        </p:tgtEl>
                                        <p:attrNameLst>
                                          <p:attrName>ppt_y</p:attrName>
                                        </p:attrNameLst>
                                      </p:cBhvr>
                                      <p:tavLst>
                                        <p:tav tm="0">
                                          <p:val>
                                            <p:strVal val="0-#ppt_h/2"/>
                                          </p:val>
                                        </p:tav>
                                        <p:tav tm="100000">
                                          <p:val>
                                            <p:strVal val="#ppt_y"/>
                                          </p:val>
                                        </p:tav>
                                      </p:tavLst>
                                    </p:anim>
                                  </p:childTnLst>
                                </p:cTn>
                              </p:par>
                            </p:childTnLst>
                          </p:cTn>
                        </p:par>
                      </p:childTnLst>
                    </p:cTn>
                  </p:par>
                  <p:par>
                    <p:cTn id="329" fill="hold" nodeType="clickPar">
                      <p:stCondLst>
                        <p:cond delay="indefinite"/>
                      </p:stCondLst>
                      <p:childTnLst>
                        <p:par>
                          <p:cTn id="330" fill="hold" nodeType="withGroup">
                            <p:stCondLst>
                              <p:cond delay="0"/>
                            </p:stCondLst>
                            <p:childTnLst>
                              <p:par>
                                <p:cTn id="331" presetID="2" presetClass="entr" presetSubtype="3" fill="hold" grpId="0" nodeType="clickEffect">
                                  <p:stCondLst>
                                    <p:cond delay="0"/>
                                  </p:stCondLst>
                                  <p:childTnLst>
                                    <p:set>
                                      <p:cBhvr>
                                        <p:cTn id="332" dur="1" fill="hold">
                                          <p:stCondLst>
                                            <p:cond delay="0"/>
                                          </p:stCondLst>
                                        </p:cTn>
                                        <p:tgtEl>
                                          <p:spTgt spid="404559"/>
                                        </p:tgtEl>
                                        <p:attrNameLst>
                                          <p:attrName>style.visibility</p:attrName>
                                        </p:attrNameLst>
                                      </p:cBhvr>
                                      <p:to>
                                        <p:strVal val="visible"/>
                                      </p:to>
                                    </p:set>
                                    <p:anim calcmode="lin" valueType="num">
                                      <p:cBhvr additive="base">
                                        <p:cTn id="333" dur="500" fill="hold"/>
                                        <p:tgtEl>
                                          <p:spTgt spid="404559"/>
                                        </p:tgtEl>
                                        <p:attrNameLst>
                                          <p:attrName>ppt_x</p:attrName>
                                        </p:attrNameLst>
                                      </p:cBhvr>
                                      <p:tavLst>
                                        <p:tav tm="0">
                                          <p:val>
                                            <p:strVal val="1+#ppt_w/2"/>
                                          </p:val>
                                        </p:tav>
                                        <p:tav tm="100000">
                                          <p:val>
                                            <p:strVal val="#ppt_x"/>
                                          </p:val>
                                        </p:tav>
                                      </p:tavLst>
                                    </p:anim>
                                    <p:anim calcmode="lin" valueType="num">
                                      <p:cBhvr additive="base">
                                        <p:cTn id="334" dur="500" fill="hold"/>
                                        <p:tgtEl>
                                          <p:spTgt spid="404559"/>
                                        </p:tgtEl>
                                        <p:attrNameLst>
                                          <p:attrName>ppt_y</p:attrName>
                                        </p:attrNameLst>
                                      </p:cBhvr>
                                      <p:tavLst>
                                        <p:tav tm="0">
                                          <p:val>
                                            <p:strVal val="0-#ppt_h/2"/>
                                          </p:val>
                                        </p:tav>
                                        <p:tav tm="100000">
                                          <p:val>
                                            <p:strVal val="#ppt_y"/>
                                          </p:val>
                                        </p:tav>
                                      </p:tavLst>
                                    </p:anim>
                                  </p:childTnLst>
                                </p:cTn>
                              </p:par>
                            </p:childTnLst>
                          </p:cTn>
                        </p:par>
                      </p:childTnLst>
                    </p:cTn>
                  </p:par>
                  <p:par>
                    <p:cTn id="335" fill="hold" nodeType="clickPar">
                      <p:stCondLst>
                        <p:cond delay="indefinite"/>
                      </p:stCondLst>
                      <p:childTnLst>
                        <p:par>
                          <p:cTn id="336" fill="hold" nodeType="withGroup">
                            <p:stCondLst>
                              <p:cond delay="0"/>
                            </p:stCondLst>
                            <p:childTnLst>
                              <p:par>
                                <p:cTn id="337" presetID="1" presetClass="entr" presetSubtype="0" fill="hold" nodeType="clickEffect">
                                  <p:stCondLst>
                                    <p:cond delay="0"/>
                                  </p:stCondLst>
                                  <p:childTnLst>
                                    <p:set>
                                      <p:cBhvr>
                                        <p:cTn id="338" dur="1" fill="hold">
                                          <p:stCondLst>
                                            <p:cond delay="499"/>
                                          </p:stCondLst>
                                        </p:cTn>
                                        <p:tgtEl>
                                          <p:spTgt spid="404580"/>
                                        </p:tgtEl>
                                        <p:attrNameLst>
                                          <p:attrName>style.visibility</p:attrName>
                                        </p:attrNameLst>
                                      </p:cBhvr>
                                      <p:to>
                                        <p:strVal val="visible"/>
                                      </p:to>
                                    </p:set>
                                  </p:childTnLst>
                                </p:cTn>
                              </p:par>
                            </p:childTnLst>
                          </p:cTn>
                        </p:par>
                      </p:childTnLst>
                    </p:cTn>
                  </p:par>
                  <p:par>
                    <p:cTn id="339" fill="hold" nodeType="clickPar">
                      <p:stCondLst>
                        <p:cond delay="indefinite"/>
                      </p:stCondLst>
                      <p:childTnLst>
                        <p:par>
                          <p:cTn id="340" fill="hold" nodeType="withGroup">
                            <p:stCondLst>
                              <p:cond delay="0"/>
                            </p:stCondLst>
                            <p:childTnLst>
                              <p:par>
                                <p:cTn id="341" presetID="1" presetClass="entr" presetSubtype="0" fill="hold" grpId="0" nodeType="clickEffect">
                                  <p:stCondLst>
                                    <p:cond delay="0"/>
                                  </p:stCondLst>
                                  <p:childTnLst>
                                    <p:set>
                                      <p:cBhvr>
                                        <p:cTn id="342" dur="1" fill="hold">
                                          <p:stCondLst>
                                            <p:cond delay="499"/>
                                          </p:stCondLst>
                                        </p:cTn>
                                        <p:tgtEl>
                                          <p:spTgt spid="404560"/>
                                        </p:tgtEl>
                                        <p:attrNameLst>
                                          <p:attrName>style.visibility</p:attrName>
                                        </p:attrNameLst>
                                      </p:cBhvr>
                                      <p:to>
                                        <p:strVal val="visible"/>
                                      </p:to>
                                    </p:set>
                                  </p:childTnLst>
                                </p:cTn>
                              </p:par>
                            </p:childTnLst>
                          </p:cTn>
                        </p:par>
                      </p:childTnLst>
                    </p:cTn>
                  </p:par>
                  <p:par>
                    <p:cTn id="343" fill="hold" nodeType="clickPar">
                      <p:stCondLst>
                        <p:cond delay="indefinite"/>
                      </p:stCondLst>
                      <p:childTnLst>
                        <p:par>
                          <p:cTn id="344" fill="hold" nodeType="withGroup">
                            <p:stCondLst>
                              <p:cond delay="0"/>
                            </p:stCondLst>
                            <p:childTnLst>
                              <p:par>
                                <p:cTn id="345" presetID="1" presetClass="entr" presetSubtype="0" fill="hold" grpId="0" nodeType="clickEffect">
                                  <p:stCondLst>
                                    <p:cond delay="0"/>
                                  </p:stCondLst>
                                  <p:childTnLst>
                                    <p:set>
                                      <p:cBhvr>
                                        <p:cTn id="346" dur="1" fill="hold">
                                          <p:stCondLst>
                                            <p:cond delay="499"/>
                                          </p:stCondLst>
                                        </p:cTn>
                                        <p:tgtEl>
                                          <p:spTgt spid="404561"/>
                                        </p:tgtEl>
                                        <p:attrNameLst>
                                          <p:attrName>style.visibility</p:attrName>
                                        </p:attrNameLst>
                                      </p:cBhvr>
                                      <p:to>
                                        <p:strVal val="visible"/>
                                      </p:to>
                                    </p:set>
                                  </p:childTnLst>
                                </p:cTn>
                              </p:par>
                            </p:childTnLst>
                          </p:cTn>
                        </p:par>
                      </p:childTnLst>
                    </p:cTn>
                  </p:par>
                  <p:par>
                    <p:cTn id="347" fill="hold" nodeType="clickPar">
                      <p:stCondLst>
                        <p:cond delay="indefinite"/>
                      </p:stCondLst>
                      <p:childTnLst>
                        <p:par>
                          <p:cTn id="348" fill="hold" nodeType="withGroup">
                            <p:stCondLst>
                              <p:cond delay="0"/>
                            </p:stCondLst>
                            <p:childTnLst>
                              <p:par>
                                <p:cTn id="349" presetID="1" presetClass="entr" presetSubtype="0" fill="hold" grpId="0" nodeType="clickEffect">
                                  <p:stCondLst>
                                    <p:cond delay="0"/>
                                  </p:stCondLst>
                                  <p:childTnLst>
                                    <p:set>
                                      <p:cBhvr>
                                        <p:cTn id="350" dur="1" fill="hold">
                                          <p:stCondLst>
                                            <p:cond delay="499"/>
                                          </p:stCondLst>
                                        </p:cTn>
                                        <p:tgtEl>
                                          <p:spTgt spid="404562"/>
                                        </p:tgtEl>
                                        <p:attrNameLst>
                                          <p:attrName>style.visibility</p:attrName>
                                        </p:attrNameLst>
                                      </p:cBhvr>
                                      <p:to>
                                        <p:strVal val="visible"/>
                                      </p:to>
                                    </p:set>
                                  </p:childTnLst>
                                </p:cTn>
                              </p:par>
                            </p:childTnLst>
                          </p:cTn>
                        </p:par>
                      </p:childTnLst>
                    </p:cTn>
                  </p:par>
                  <p:par>
                    <p:cTn id="351" fill="hold" nodeType="clickPar">
                      <p:stCondLst>
                        <p:cond delay="indefinite"/>
                      </p:stCondLst>
                      <p:childTnLst>
                        <p:par>
                          <p:cTn id="352" fill="hold" nodeType="withGroup">
                            <p:stCondLst>
                              <p:cond delay="0"/>
                            </p:stCondLst>
                            <p:childTnLst>
                              <p:par>
                                <p:cTn id="353" presetID="1" presetClass="entr" presetSubtype="0" fill="hold" grpId="0" nodeType="clickEffect">
                                  <p:stCondLst>
                                    <p:cond delay="0"/>
                                  </p:stCondLst>
                                  <p:childTnLst>
                                    <p:set>
                                      <p:cBhvr>
                                        <p:cTn id="354" dur="1" fill="hold">
                                          <p:stCondLst>
                                            <p:cond delay="499"/>
                                          </p:stCondLst>
                                        </p:cTn>
                                        <p:tgtEl>
                                          <p:spTgt spid="404563"/>
                                        </p:tgtEl>
                                        <p:attrNameLst>
                                          <p:attrName>style.visibility</p:attrName>
                                        </p:attrNameLst>
                                      </p:cBhvr>
                                      <p:to>
                                        <p:strVal val="visible"/>
                                      </p:to>
                                    </p:set>
                                  </p:childTnLst>
                                </p:cTn>
                              </p:par>
                            </p:childTnLst>
                          </p:cTn>
                        </p:par>
                      </p:childTnLst>
                    </p:cTn>
                  </p:par>
                  <p:par>
                    <p:cTn id="355" fill="hold" nodeType="clickPar">
                      <p:stCondLst>
                        <p:cond delay="indefinite"/>
                      </p:stCondLst>
                      <p:childTnLst>
                        <p:par>
                          <p:cTn id="356" fill="hold" nodeType="withGroup">
                            <p:stCondLst>
                              <p:cond delay="0"/>
                            </p:stCondLst>
                            <p:childTnLst>
                              <p:par>
                                <p:cTn id="357" presetID="1" presetClass="entr" presetSubtype="0" fill="hold" grpId="0" nodeType="clickEffect">
                                  <p:stCondLst>
                                    <p:cond delay="0"/>
                                  </p:stCondLst>
                                  <p:childTnLst>
                                    <p:set>
                                      <p:cBhvr>
                                        <p:cTn id="358" dur="1" fill="hold">
                                          <p:stCondLst>
                                            <p:cond delay="499"/>
                                          </p:stCondLst>
                                        </p:cTn>
                                        <p:tgtEl>
                                          <p:spTgt spid="404564"/>
                                        </p:tgtEl>
                                        <p:attrNameLst>
                                          <p:attrName>style.visibility</p:attrName>
                                        </p:attrNameLst>
                                      </p:cBhvr>
                                      <p:to>
                                        <p:strVal val="visible"/>
                                      </p:to>
                                    </p:set>
                                  </p:childTnLst>
                                </p:cTn>
                              </p:par>
                            </p:childTnLst>
                          </p:cTn>
                        </p:par>
                      </p:childTnLst>
                    </p:cTn>
                  </p:par>
                  <p:par>
                    <p:cTn id="359" fill="hold" nodeType="clickPar">
                      <p:stCondLst>
                        <p:cond delay="indefinite"/>
                      </p:stCondLst>
                      <p:childTnLst>
                        <p:par>
                          <p:cTn id="360" fill="hold" nodeType="withGroup">
                            <p:stCondLst>
                              <p:cond delay="0"/>
                            </p:stCondLst>
                            <p:childTnLst>
                              <p:par>
                                <p:cTn id="361" presetID="1" presetClass="entr" presetSubtype="0" fill="hold" grpId="0" nodeType="clickEffect">
                                  <p:stCondLst>
                                    <p:cond delay="0"/>
                                  </p:stCondLst>
                                  <p:childTnLst>
                                    <p:set>
                                      <p:cBhvr>
                                        <p:cTn id="362" dur="1" fill="hold">
                                          <p:stCondLst>
                                            <p:cond delay="499"/>
                                          </p:stCondLst>
                                        </p:cTn>
                                        <p:tgtEl>
                                          <p:spTgt spid="404565"/>
                                        </p:tgtEl>
                                        <p:attrNameLst>
                                          <p:attrName>style.visibility</p:attrName>
                                        </p:attrNameLst>
                                      </p:cBhvr>
                                      <p:to>
                                        <p:strVal val="visible"/>
                                      </p:to>
                                    </p:set>
                                  </p:childTnLst>
                                </p:cTn>
                              </p:par>
                            </p:childTnLst>
                          </p:cTn>
                        </p:par>
                      </p:childTnLst>
                    </p:cTn>
                  </p:par>
                  <p:par>
                    <p:cTn id="363" fill="hold" nodeType="clickPar">
                      <p:stCondLst>
                        <p:cond delay="indefinite"/>
                      </p:stCondLst>
                      <p:childTnLst>
                        <p:par>
                          <p:cTn id="364" fill="hold" nodeType="withGroup">
                            <p:stCondLst>
                              <p:cond delay="0"/>
                            </p:stCondLst>
                            <p:childTnLst>
                              <p:par>
                                <p:cTn id="365" presetID="1" presetClass="entr" presetSubtype="0" fill="hold" grpId="0" nodeType="clickEffect">
                                  <p:stCondLst>
                                    <p:cond delay="0"/>
                                  </p:stCondLst>
                                  <p:childTnLst>
                                    <p:set>
                                      <p:cBhvr>
                                        <p:cTn id="366" dur="1" fill="hold">
                                          <p:stCondLst>
                                            <p:cond delay="499"/>
                                          </p:stCondLst>
                                        </p:cTn>
                                        <p:tgtEl>
                                          <p:spTgt spid="404566"/>
                                        </p:tgtEl>
                                        <p:attrNameLst>
                                          <p:attrName>style.visibility</p:attrName>
                                        </p:attrNameLst>
                                      </p:cBhvr>
                                      <p:to>
                                        <p:strVal val="visible"/>
                                      </p:to>
                                    </p:set>
                                  </p:childTnLst>
                                </p:cTn>
                              </p:par>
                            </p:childTnLst>
                          </p:cTn>
                        </p:par>
                      </p:childTnLst>
                    </p:cTn>
                  </p:par>
                  <p:par>
                    <p:cTn id="367" fill="hold" nodeType="clickPar">
                      <p:stCondLst>
                        <p:cond delay="indefinite"/>
                      </p:stCondLst>
                      <p:childTnLst>
                        <p:par>
                          <p:cTn id="368" fill="hold" nodeType="withGroup">
                            <p:stCondLst>
                              <p:cond delay="0"/>
                            </p:stCondLst>
                            <p:childTnLst>
                              <p:par>
                                <p:cTn id="369" presetID="17" presetClass="entr" presetSubtype="8" fill="hold" nodeType="clickEffect">
                                  <p:stCondLst>
                                    <p:cond delay="0"/>
                                  </p:stCondLst>
                                  <p:childTnLst>
                                    <p:set>
                                      <p:cBhvr>
                                        <p:cTn id="370" dur="1" fill="hold">
                                          <p:stCondLst>
                                            <p:cond delay="0"/>
                                          </p:stCondLst>
                                        </p:cTn>
                                        <p:tgtEl>
                                          <p:spTgt spid="404589"/>
                                        </p:tgtEl>
                                        <p:attrNameLst>
                                          <p:attrName>style.visibility</p:attrName>
                                        </p:attrNameLst>
                                      </p:cBhvr>
                                      <p:to>
                                        <p:strVal val="visible"/>
                                      </p:to>
                                    </p:set>
                                    <p:anim calcmode="lin" valueType="num">
                                      <p:cBhvr>
                                        <p:cTn id="371" dur="500" fill="hold"/>
                                        <p:tgtEl>
                                          <p:spTgt spid="404589"/>
                                        </p:tgtEl>
                                        <p:attrNameLst>
                                          <p:attrName>ppt_x</p:attrName>
                                        </p:attrNameLst>
                                      </p:cBhvr>
                                      <p:tavLst>
                                        <p:tav tm="0">
                                          <p:val>
                                            <p:strVal val="#ppt_x-#ppt_w/2"/>
                                          </p:val>
                                        </p:tav>
                                        <p:tav tm="100000">
                                          <p:val>
                                            <p:strVal val="#ppt_x"/>
                                          </p:val>
                                        </p:tav>
                                      </p:tavLst>
                                    </p:anim>
                                    <p:anim calcmode="lin" valueType="num">
                                      <p:cBhvr>
                                        <p:cTn id="372" dur="500" fill="hold"/>
                                        <p:tgtEl>
                                          <p:spTgt spid="404589"/>
                                        </p:tgtEl>
                                        <p:attrNameLst>
                                          <p:attrName>ppt_y</p:attrName>
                                        </p:attrNameLst>
                                      </p:cBhvr>
                                      <p:tavLst>
                                        <p:tav tm="0">
                                          <p:val>
                                            <p:strVal val="#ppt_y"/>
                                          </p:val>
                                        </p:tav>
                                        <p:tav tm="100000">
                                          <p:val>
                                            <p:strVal val="#ppt_y"/>
                                          </p:val>
                                        </p:tav>
                                      </p:tavLst>
                                    </p:anim>
                                    <p:anim calcmode="lin" valueType="num">
                                      <p:cBhvr>
                                        <p:cTn id="373" dur="500" fill="hold"/>
                                        <p:tgtEl>
                                          <p:spTgt spid="404589"/>
                                        </p:tgtEl>
                                        <p:attrNameLst>
                                          <p:attrName>ppt_w</p:attrName>
                                        </p:attrNameLst>
                                      </p:cBhvr>
                                      <p:tavLst>
                                        <p:tav tm="0">
                                          <p:val>
                                            <p:fltVal val="0"/>
                                          </p:val>
                                        </p:tav>
                                        <p:tav tm="100000">
                                          <p:val>
                                            <p:strVal val="#ppt_w"/>
                                          </p:val>
                                        </p:tav>
                                      </p:tavLst>
                                    </p:anim>
                                    <p:anim calcmode="lin" valueType="num">
                                      <p:cBhvr>
                                        <p:cTn id="374" dur="500" fill="hold"/>
                                        <p:tgtEl>
                                          <p:spTgt spid="404589"/>
                                        </p:tgtEl>
                                        <p:attrNameLst>
                                          <p:attrName>ppt_h</p:attrName>
                                        </p:attrNameLst>
                                      </p:cBhvr>
                                      <p:tavLst>
                                        <p:tav tm="0">
                                          <p:val>
                                            <p:strVal val="#ppt_h"/>
                                          </p:val>
                                        </p:tav>
                                        <p:tav tm="100000">
                                          <p:val>
                                            <p:strVal val="#ppt_h"/>
                                          </p:val>
                                        </p:tav>
                                      </p:tavLst>
                                    </p:anim>
                                  </p:childTnLst>
                                </p:cTn>
                              </p:par>
                            </p:childTnLst>
                          </p:cTn>
                        </p:par>
                      </p:childTnLst>
                    </p:cTn>
                  </p:par>
                  <p:par>
                    <p:cTn id="375" fill="hold" nodeType="clickPar">
                      <p:stCondLst>
                        <p:cond delay="indefinite"/>
                      </p:stCondLst>
                      <p:childTnLst>
                        <p:par>
                          <p:cTn id="376" fill="hold" nodeType="withGroup">
                            <p:stCondLst>
                              <p:cond delay="0"/>
                            </p:stCondLst>
                            <p:childTnLst>
                              <p:par>
                                <p:cTn id="377" presetID="17" presetClass="entr" presetSubtype="8" fill="hold" nodeType="clickEffect">
                                  <p:stCondLst>
                                    <p:cond delay="0"/>
                                  </p:stCondLst>
                                  <p:childTnLst>
                                    <p:set>
                                      <p:cBhvr>
                                        <p:cTn id="378" dur="1" fill="hold">
                                          <p:stCondLst>
                                            <p:cond delay="0"/>
                                          </p:stCondLst>
                                        </p:cTn>
                                        <p:tgtEl>
                                          <p:spTgt spid="404653"/>
                                        </p:tgtEl>
                                        <p:attrNameLst>
                                          <p:attrName>style.visibility</p:attrName>
                                        </p:attrNameLst>
                                      </p:cBhvr>
                                      <p:to>
                                        <p:strVal val="visible"/>
                                      </p:to>
                                    </p:set>
                                    <p:anim calcmode="lin" valueType="num">
                                      <p:cBhvr>
                                        <p:cTn id="379" dur="500" fill="hold"/>
                                        <p:tgtEl>
                                          <p:spTgt spid="404653"/>
                                        </p:tgtEl>
                                        <p:attrNameLst>
                                          <p:attrName>ppt_x</p:attrName>
                                        </p:attrNameLst>
                                      </p:cBhvr>
                                      <p:tavLst>
                                        <p:tav tm="0">
                                          <p:val>
                                            <p:strVal val="#ppt_x-#ppt_w/2"/>
                                          </p:val>
                                        </p:tav>
                                        <p:tav tm="100000">
                                          <p:val>
                                            <p:strVal val="#ppt_x"/>
                                          </p:val>
                                        </p:tav>
                                      </p:tavLst>
                                    </p:anim>
                                    <p:anim calcmode="lin" valueType="num">
                                      <p:cBhvr>
                                        <p:cTn id="380" dur="500" fill="hold"/>
                                        <p:tgtEl>
                                          <p:spTgt spid="404653"/>
                                        </p:tgtEl>
                                        <p:attrNameLst>
                                          <p:attrName>ppt_y</p:attrName>
                                        </p:attrNameLst>
                                      </p:cBhvr>
                                      <p:tavLst>
                                        <p:tav tm="0">
                                          <p:val>
                                            <p:strVal val="#ppt_y"/>
                                          </p:val>
                                        </p:tav>
                                        <p:tav tm="100000">
                                          <p:val>
                                            <p:strVal val="#ppt_y"/>
                                          </p:val>
                                        </p:tav>
                                      </p:tavLst>
                                    </p:anim>
                                    <p:anim calcmode="lin" valueType="num">
                                      <p:cBhvr>
                                        <p:cTn id="381" dur="500" fill="hold"/>
                                        <p:tgtEl>
                                          <p:spTgt spid="404653"/>
                                        </p:tgtEl>
                                        <p:attrNameLst>
                                          <p:attrName>ppt_w</p:attrName>
                                        </p:attrNameLst>
                                      </p:cBhvr>
                                      <p:tavLst>
                                        <p:tav tm="0">
                                          <p:val>
                                            <p:fltVal val="0"/>
                                          </p:val>
                                        </p:tav>
                                        <p:tav tm="100000">
                                          <p:val>
                                            <p:strVal val="#ppt_w"/>
                                          </p:val>
                                        </p:tav>
                                      </p:tavLst>
                                    </p:anim>
                                    <p:anim calcmode="lin" valueType="num">
                                      <p:cBhvr>
                                        <p:cTn id="382" dur="500" fill="hold"/>
                                        <p:tgtEl>
                                          <p:spTgt spid="404653"/>
                                        </p:tgtEl>
                                        <p:attrNameLst>
                                          <p:attrName>ppt_h</p:attrName>
                                        </p:attrNameLst>
                                      </p:cBhvr>
                                      <p:tavLst>
                                        <p:tav tm="0">
                                          <p:val>
                                            <p:strVal val="#ppt_h"/>
                                          </p:val>
                                        </p:tav>
                                        <p:tav tm="100000">
                                          <p:val>
                                            <p:strVal val="#ppt_h"/>
                                          </p:val>
                                        </p:tav>
                                      </p:tavLst>
                                    </p:anim>
                                  </p:childTnLst>
                                </p:cTn>
                              </p:par>
                            </p:childTnLst>
                          </p:cTn>
                        </p:par>
                      </p:childTnLst>
                    </p:cTn>
                  </p:par>
                  <p:par>
                    <p:cTn id="383" fill="hold" nodeType="clickPar">
                      <p:stCondLst>
                        <p:cond delay="indefinite"/>
                      </p:stCondLst>
                      <p:childTnLst>
                        <p:par>
                          <p:cTn id="384" fill="hold" nodeType="withGroup">
                            <p:stCondLst>
                              <p:cond delay="0"/>
                            </p:stCondLst>
                            <p:childTnLst>
                              <p:par>
                                <p:cTn id="385" presetID="17" presetClass="entr" presetSubtype="8" fill="hold" nodeType="clickEffect">
                                  <p:stCondLst>
                                    <p:cond delay="0"/>
                                  </p:stCondLst>
                                  <p:childTnLst>
                                    <p:set>
                                      <p:cBhvr>
                                        <p:cTn id="386" dur="1" fill="hold">
                                          <p:stCondLst>
                                            <p:cond delay="0"/>
                                          </p:stCondLst>
                                        </p:cTn>
                                        <p:tgtEl>
                                          <p:spTgt spid="404660"/>
                                        </p:tgtEl>
                                        <p:attrNameLst>
                                          <p:attrName>style.visibility</p:attrName>
                                        </p:attrNameLst>
                                      </p:cBhvr>
                                      <p:to>
                                        <p:strVal val="visible"/>
                                      </p:to>
                                    </p:set>
                                    <p:anim calcmode="lin" valueType="num">
                                      <p:cBhvr>
                                        <p:cTn id="387" dur="500" fill="hold"/>
                                        <p:tgtEl>
                                          <p:spTgt spid="404660"/>
                                        </p:tgtEl>
                                        <p:attrNameLst>
                                          <p:attrName>ppt_x</p:attrName>
                                        </p:attrNameLst>
                                      </p:cBhvr>
                                      <p:tavLst>
                                        <p:tav tm="0">
                                          <p:val>
                                            <p:strVal val="#ppt_x-#ppt_w/2"/>
                                          </p:val>
                                        </p:tav>
                                        <p:tav tm="100000">
                                          <p:val>
                                            <p:strVal val="#ppt_x"/>
                                          </p:val>
                                        </p:tav>
                                      </p:tavLst>
                                    </p:anim>
                                    <p:anim calcmode="lin" valueType="num">
                                      <p:cBhvr>
                                        <p:cTn id="388" dur="500" fill="hold"/>
                                        <p:tgtEl>
                                          <p:spTgt spid="404660"/>
                                        </p:tgtEl>
                                        <p:attrNameLst>
                                          <p:attrName>ppt_y</p:attrName>
                                        </p:attrNameLst>
                                      </p:cBhvr>
                                      <p:tavLst>
                                        <p:tav tm="0">
                                          <p:val>
                                            <p:strVal val="#ppt_y"/>
                                          </p:val>
                                        </p:tav>
                                        <p:tav tm="100000">
                                          <p:val>
                                            <p:strVal val="#ppt_y"/>
                                          </p:val>
                                        </p:tav>
                                      </p:tavLst>
                                    </p:anim>
                                    <p:anim calcmode="lin" valueType="num">
                                      <p:cBhvr>
                                        <p:cTn id="389" dur="500" fill="hold"/>
                                        <p:tgtEl>
                                          <p:spTgt spid="404660"/>
                                        </p:tgtEl>
                                        <p:attrNameLst>
                                          <p:attrName>ppt_w</p:attrName>
                                        </p:attrNameLst>
                                      </p:cBhvr>
                                      <p:tavLst>
                                        <p:tav tm="0">
                                          <p:val>
                                            <p:fltVal val="0"/>
                                          </p:val>
                                        </p:tav>
                                        <p:tav tm="100000">
                                          <p:val>
                                            <p:strVal val="#ppt_w"/>
                                          </p:val>
                                        </p:tav>
                                      </p:tavLst>
                                    </p:anim>
                                    <p:anim calcmode="lin" valueType="num">
                                      <p:cBhvr>
                                        <p:cTn id="390" dur="500" fill="hold"/>
                                        <p:tgtEl>
                                          <p:spTgt spid="404660"/>
                                        </p:tgtEl>
                                        <p:attrNameLst>
                                          <p:attrName>ppt_h</p:attrName>
                                        </p:attrNameLst>
                                      </p:cBhvr>
                                      <p:tavLst>
                                        <p:tav tm="0">
                                          <p:val>
                                            <p:strVal val="#ppt_h"/>
                                          </p:val>
                                        </p:tav>
                                        <p:tav tm="100000">
                                          <p:val>
                                            <p:strVal val="#ppt_h"/>
                                          </p:val>
                                        </p:tav>
                                      </p:tavLst>
                                    </p:anim>
                                  </p:childTnLst>
                                </p:cTn>
                              </p:par>
                            </p:childTnLst>
                          </p:cTn>
                        </p:par>
                      </p:childTnLst>
                    </p:cTn>
                  </p:par>
                  <p:par>
                    <p:cTn id="391" fill="hold" nodeType="clickPar">
                      <p:stCondLst>
                        <p:cond delay="indefinite"/>
                      </p:stCondLst>
                      <p:childTnLst>
                        <p:par>
                          <p:cTn id="392" fill="hold" nodeType="withGroup">
                            <p:stCondLst>
                              <p:cond delay="0"/>
                            </p:stCondLst>
                            <p:childTnLst>
                              <p:par>
                                <p:cTn id="393" presetID="17" presetClass="entr" presetSubtype="10" fill="hold" grpId="0" nodeType="clickEffect">
                                  <p:stCondLst>
                                    <p:cond delay="0"/>
                                  </p:stCondLst>
                                  <p:iterate type="wd">
                                    <p:tmPct val="100000"/>
                                  </p:iterate>
                                  <p:childTnLst>
                                    <p:set>
                                      <p:cBhvr>
                                        <p:cTn id="394" dur="1" fill="hold">
                                          <p:stCondLst>
                                            <p:cond delay="0"/>
                                          </p:stCondLst>
                                        </p:cTn>
                                        <p:tgtEl>
                                          <p:spTgt spid="404641"/>
                                        </p:tgtEl>
                                        <p:attrNameLst>
                                          <p:attrName>style.visibility</p:attrName>
                                        </p:attrNameLst>
                                      </p:cBhvr>
                                      <p:to>
                                        <p:strVal val="visible"/>
                                      </p:to>
                                    </p:set>
                                    <p:anim calcmode="lin" valueType="num">
                                      <p:cBhvr>
                                        <p:cTn id="395" dur="300" fill="hold"/>
                                        <p:tgtEl>
                                          <p:spTgt spid="404641"/>
                                        </p:tgtEl>
                                        <p:attrNameLst>
                                          <p:attrName>ppt_w</p:attrName>
                                        </p:attrNameLst>
                                      </p:cBhvr>
                                      <p:tavLst>
                                        <p:tav tm="0">
                                          <p:val>
                                            <p:fltVal val="0"/>
                                          </p:val>
                                        </p:tav>
                                        <p:tav tm="100000">
                                          <p:val>
                                            <p:strVal val="#ppt_w"/>
                                          </p:val>
                                        </p:tav>
                                      </p:tavLst>
                                    </p:anim>
                                    <p:anim calcmode="lin" valueType="num">
                                      <p:cBhvr>
                                        <p:cTn id="396" dur="300" fill="hold"/>
                                        <p:tgtEl>
                                          <p:spTgt spid="404641"/>
                                        </p:tgtEl>
                                        <p:attrNameLst>
                                          <p:attrName>ppt_h</p:attrName>
                                        </p:attrNameLst>
                                      </p:cBhvr>
                                      <p:tavLst>
                                        <p:tav tm="0">
                                          <p:val>
                                            <p:strVal val="#ppt_h"/>
                                          </p:val>
                                        </p:tav>
                                        <p:tav tm="100000">
                                          <p:val>
                                            <p:strVal val="#ppt_h"/>
                                          </p:val>
                                        </p:tav>
                                      </p:tavLst>
                                    </p:anim>
                                  </p:childTnLst>
                                </p:cTn>
                              </p:par>
                            </p:childTnLst>
                          </p:cTn>
                        </p:par>
                      </p:childTnLst>
                    </p:cTn>
                  </p:par>
                  <p:par>
                    <p:cTn id="397" fill="hold" nodeType="clickPar">
                      <p:stCondLst>
                        <p:cond delay="indefinite"/>
                      </p:stCondLst>
                      <p:childTnLst>
                        <p:par>
                          <p:cTn id="398" fill="hold" nodeType="withGroup">
                            <p:stCondLst>
                              <p:cond delay="0"/>
                            </p:stCondLst>
                            <p:childTnLst>
                              <p:par>
                                <p:cTn id="399" presetID="2" presetClass="entr" presetSubtype="1" fill="hold" grpId="0" nodeType="clickEffect">
                                  <p:stCondLst>
                                    <p:cond delay="0"/>
                                  </p:stCondLst>
                                  <p:childTnLst>
                                    <p:set>
                                      <p:cBhvr>
                                        <p:cTn id="400" dur="1" fill="hold">
                                          <p:stCondLst>
                                            <p:cond delay="0"/>
                                          </p:stCondLst>
                                        </p:cTn>
                                        <p:tgtEl>
                                          <p:spTgt spid="404668"/>
                                        </p:tgtEl>
                                        <p:attrNameLst>
                                          <p:attrName>style.visibility</p:attrName>
                                        </p:attrNameLst>
                                      </p:cBhvr>
                                      <p:to>
                                        <p:strVal val="visible"/>
                                      </p:to>
                                    </p:set>
                                    <p:anim calcmode="lin" valueType="num">
                                      <p:cBhvr additive="base">
                                        <p:cTn id="401" dur="500" fill="hold"/>
                                        <p:tgtEl>
                                          <p:spTgt spid="404668"/>
                                        </p:tgtEl>
                                        <p:attrNameLst>
                                          <p:attrName>ppt_x</p:attrName>
                                        </p:attrNameLst>
                                      </p:cBhvr>
                                      <p:tavLst>
                                        <p:tav tm="0">
                                          <p:val>
                                            <p:strVal val="#ppt_x"/>
                                          </p:val>
                                        </p:tav>
                                        <p:tav tm="100000">
                                          <p:val>
                                            <p:strVal val="#ppt_x"/>
                                          </p:val>
                                        </p:tav>
                                      </p:tavLst>
                                    </p:anim>
                                    <p:anim calcmode="lin" valueType="num">
                                      <p:cBhvr additive="base">
                                        <p:cTn id="402" dur="500" fill="hold"/>
                                        <p:tgtEl>
                                          <p:spTgt spid="404668"/>
                                        </p:tgtEl>
                                        <p:attrNameLst>
                                          <p:attrName>ppt_y</p:attrName>
                                        </p:attrNameLst>
                                      </p:cBhvr>
                                      <p:tavLst>
                                        <p:tav tm="0">
                                          <p:val>
                                            <p:strVal val="0-#ppt_h/2"/>
                                          </p:val>
                                        </p:tav>
                                        <p:tav tm="100000">
                                          <p:val>
                                            <p:strVal val="#ppt_y"/>
                                          </p:val>
                                        </p:tav>
                                      </p:tavLst>
                                    </p:anim>
                                  </p:childTnLst>
                                </p:cTn>
                              </p:par>
                            </p:childTnLst>
                          </p:cTn>
                        </p:par>
                      </p:childTnLst>
                    </p:cTn>
                  </p:par>
                  <p:par>
                    <p:cTn id="403" fill="hold" nodeType="clickPar">
                      <p:stCondLst>
                        <p:cond delay="indefinite"/>
                      </p:stCondLst>
                      <p:childTnLst>
                        <p:par>
                          <p:cTn id="404" fill="hold" nodeType="withGroup">
                            <p:stCondLst>
                              <p:cond delay="0"/>
                            </p:stCondLst>
                            <p:childTnLst>
                              <p:par>
                                <p:cTn id="405" presetID="2" presetClass="entr" presetSubtype="1" fill="hold" grpId="0" nodeType="clickEffect">
                                  <p:stCondLst>
                                    <p:cond delay="0"/>
                                  </p:stCondLst>
                                  <p:childTnLst>
                                    <p:set>
                                      <p:cBhvr>
                                        <p:cTn id="406" dur="1" fill="hold">
                                          <p:stCondLst>
                                            <p:cond delay="0"/>
                                          </p:stCondLst>
                                        </p:cTn>
                                        <p:tgtEl>
                                          <p:spTgt spid="404669"/>
                                        </p:tgtEl>
                                        <p:attrNameLst>
                                          <p:attrName>style.visibility</p:attrName>
                                        </p:attrNameLst>
                                      </p:cBhvr>
                                      <p:to>
                                        <p:strVal val="visible"/>
                                      </p:to>
                                    </p:set>
                                    <p:anim calcmode="lin" valueType="num">
                                      <p:cBhvr additive="base">
                                        <p:cTn id="407" dur="500" fill="hold"/>
                                        <p:tgtEl>
                                          <p:spTgt spid="404669"/>
                                        </p:tgtEl>
                                        <p:attrNameLst>
                                          <p:attrName>ppt_x</p:attrName>
                                        </p:attrNameLst>
                                      </p:cBhvr>
                                      <p:tavLst>
                                        <p:tav tm="0">
                                          <p:val>
                                            <p:strVal val="#ppt_x"/>
                                          </p:val>
                                        </p:tav>
                                        <p:tav tm="100000">
                                          <p:val>
                                            <p:strVal val="#ppt_x"/>
                                          </p:val>
                                        </p:tav>
                                      </p:tavLst>
                                    </p:anim>
                                    <p:anim calcmode="lin" valueType="num">
                                      <p:cBhvr additive="base">
                                        <p:cTn id="408" dur="500" fill="hold"/>
                                        <p:tgtEl>
                                          <p:spTgt spid="404669"/>
                                        </p:tgtEl>
                                        <p:attrNameLst>
                                          <p:attrName>ppt_y</p:attrName>
                                        </p:attrNameLst>
                                      </p:cBhvr>
                                      <p:tavLst>
                                        <p:tav tm="0">
                                          <p:val>
                                            <p:strVal val="0-#ppt_h/2"/>
                                          </p:val>
                                        </p:tav>
                                        <p:tav tm="100000">
                                          <p:val>
                                            <p:strVal val="#ppt_y"/>
                                          </p:val>
                                        </p:tav>
                                      </p:tavLst>
                                    </p:anim>
                                  </p:childTnLst>
                                </p:cTn>
                              </p:par>
                            </p:childTnLst>
                          </p:cTn>
                        </p:par>
                      </p:childTnLst>
                    </p:cTn>
                  </p:par>
                  <p:par>
                    <p:cTn id="409" fill="hold" nodeType="clickPar">
                      <p:stCondLst>
                        <p:cond delay="indefinite"/>
                      </p:stCondLst>
                      <p:childTnLst>
                        <p:par>
                          <p:cTn id="410" fill="hold" nodeType="withGroup">
                            <p:stCondLst>
                              <p:cond delay="0"/>
                            </p:stCondLst>
                            <p:childTnLst>
                              <p:par>
                                <p:cTn id="411" presetID="2" presetClass="entr" presetSubtype="1" fill="hold" grpId="0" nodeType="clickEffect">
                                  <p:stCondLst>
                                    <p:cond delay="0"/>
                                  </p:stCondLst>
                                  <p:childTnLst>
                                    <p:set>
                                      <p:cBhvr>
                                        <p:cTn id="412" dur="1" fill="hold">
                                          <p:stCondLst>
                                            <p:cond delay="0"/>
                                          </p:stCondLst>
                                        </p:cTn>
                                        <p:tgtEl>
                                          <p:spTgt spid="404670"/>
                                        </p:tgtEl>
                                        <p:attrNameLst>
                                          <p:attrName>style.visibility</p:attrName>
                                        </p:attrNameLst>
                                      </p:cBhvr>
                                      <p:to>
                                        <p:strVal val="visible"/>
                                      </p:to>
                                    </p:set>
                                    <p:anim calcmode="lin" valueType="num">
                                      <p:cBhvr additive="base">
                                        <p:cTn id="413" dur="500" fill="hold"/>
                                        <p:tgtEl>
                                          <p:spTgt spid="404670"/>
                                        </p:tgtEl>
                                        <p:attrNameLst>
                                          <p:attrName>ppt_x</p:attrName>
                                        </p:attrNameLst>
                                      </p:cBhvr>
                                      <p:tavLst>
                                        <p:tav tm="0">
                                          <p:val>
                                            <p:strVal val="#ppt_x"/>
                                          </p:val>
                                        </p:tav>
                                        <p:tav tm="100000">
                                          <p:val>
                                            <p:strVal val="#ppt_x"/>
                                          </p:val>
                                        </p:tav>
                                      </p:tavLst>
                                    </p:anim>
                                    <p:anim calcmode="lin" valueType="num">
                                      <p:cBhvr additive="base">
                                        <p:cTn id="414" dur="500" fill="hold"/>
                                        <p:tgtEl>
                                          <p:spTgt spid="404670"/>
                                        </p:tgtEl>
                                        <p:attrNameLst>
                                          <p:attrName>ppt_y</p:attrName>
                                        </p:attrNameLst>
                                      </p:cBhvr>
                                      <p:tavLst>
                                        <p:tav tm="0">
                                          <p:val>
                                            <p:strVal val="0-#ppt_h/2"/>
                                          </p:val>
                                        </p:tav>
                                        <p:tav tm="100000">
                                          <p:val>
                                            <p:strVal val="#ppt_y"/>
                                          </p:val>
                                        </p:tav>
                                      </p:tavLst>
                                    </p:anim>
                                  </p:childTnLst>
                                </p:cTn>
                              </p:par>
                            </p:childTnLst>
                          </p:cTn>
                        </p:par>
                      </p:childTnLst>
                    </p:cTn>
                  </p:par>
                  <p:par>
                    <p:cTn id="415" fill="hold" nodeType="clickPar">
                      <p:stCondLst>
                        <p:cond delay="indefinite"/>
                      </p:stCondLst>
                      <p:childTnLst>
                        <p:par>
                          <p:cTn id="416" fill="hold" nodeType="withGroup">
                            <p:stCondLst>
                              <p:cond delay="0"/>
                            </p:stCondLst>
                            <p:childTnLst>
                              <p:par>
                                <p:cTn id="417" presetID="2" presetClass="entr" presetSubtype="1" fill="hold" grpId="0" nodeType="clickEffect">
                                  <p:stCondLst>
                                    <p:cond delay="0"/>
                                  </p:stCondLst>
                                  <p:childTnLst>
                                    <p:set>
                                      <p:cBhvr>
                                        <p:cTn id="418" dur="1" fill="hold">
                                          <p:stCondLst>
                                            <p:cond delay="0"/>
                                          </p:stCondLst>
                                        </p:cTn>
                                        <p:tgtEl>
                                          <p:spTgt spid="404671"/>
                                        </p:tgtEl>
                                        <p:attrNameLst>
                                          <p:attrName>style.visibility</p:attrName>
                                        </p:attrNameLst>
                                      </p:cBhvr>
                                      <p:to>
                                        <p:strVal val="visible"/>
                                      </p:to>
                                    </p:set>
                                    <p:anim calcmode="lin" valueType="num">
                                      <p:cBhvr additive="base">
                                        <p:cTn id="419" dur="500" fill="hold"/>
                                        <p:tgtEl>
                                          <p:spTgt spid="404671"/>
                                        </p:tgtEl>
                                        <p:attrNameLst>
                                          <p:attrName>ppt_x</p:attrName>
                                        </p:attrNameLst>
                                      </p:cBhvr>
                                      <p:tavLst>
                                        <p:tav tm="0">
                                          <p:val>
                                            <p:strVal val="#ppt_x"/>
                                          </p:val>
                                        </p:tav>
                                        <p:tav tm="100000">
                                          <p:val>
                                            <p:strVal val="#ppt_x"/>
                                          </p:val>
                                        </p:tav>
                                      </p:tavLst>
                                    </p:anim>
                                    <p:anim calcmode="lin" valueType="num">
                                      <p:cBhvr additive="base">
                                        <p:cTn id="420" dur="500" fill="hold"/>
                                        <p:tgtEl>
                                          <p:spTgt spid="404671"/>
                                        </p:tgtEl>
                                        <p:attrNameLst>
                                          <p:attrName>ppt_y</p:attrName>
                                        </p:attrNameLst>
                                      </p:cBhvr>
                                      <p:tavLst>
                                        <p:tav tm="0">
                                          <p:val>
                                            <p:strVal val="0-#ppt_h/2"/>
                                          </p:val>
                                        </p:tav>
                                        <p:tav tm="100000">
                                          <p:val>
                                            <p:strVal val="#ppt_y"/>
                                          </p:val>
                                        </p:tav>
                                      </p:tavLst>
                                    </p:anim>
                                  </p:childTnLst>
                                </p:cTn>
                              </p:par>
                            </p:childTnLst>
                          </p:cTn>
                        </p:par>
                      </p:childTnLst>
                    </p:cTn>
                  </p:par>
                  <p:par>
                    <p:cTn id="421" fill="hold" nodeType="clickPar">
                      <p:stCondLst>
                        <p:cond delay="indefinite"/>
                      </p:stCondLst>
                      <p:childTnLst>
                        <p:par>
                          <p:cTn id="422" fill="hold" nodeType="withGroup">
                            <p:stCondLst>
                              <p:cond delay="0"/>
                            </p:stCondLst>
                            <p:childTnLst>
                              <p:par>
                                <p:cTn id="423" presetID="2" presetClass="entr" presetSubtype="1" fill="hold" grpId="0" nodeType="clickEffect">
                                  <p:stCondLst>
                                    <p:cond delay="0"/>
                                  </p:stCondLst>
                                  <p:childTnLst>
                                    <p:set>
                                      <p:cBhvr>
                                        <p:cTn id="424" dur="1" fill="hold">
                                          <p:stCondLst>
                                            <p:cond delay="0"/>
                                          </p:stCondLst>
                                        </p:cTn>
                                        <p:tgtEl>
                                          <p:spTgt spid="404672"/>
                                        </p:tgtEl>
                                        <p:attrNameLst>
                                          <p:attrName>style.visibility</p:attrName>
                                        </p:attrNameLst>
                                      </p:cBhvr>
                                      <p:to>
                                        <p:strVal val="visible"/>
                                      </p:to>
                                    </p:set>
                                    <p:anim calcmode="lin" valueType="num">
                                      <p:cBhvr additive="base">
                                        <p:cTn id="425" dur="500" fill="hold"/>
                                        <p:tgtEl>
                                          <p:spTgt spid="404672"/>
                                        </p:tgtEl>
                                        <p:attrNameLst>
                                          <p:attrName>ppt_x</p:attrName>
                                        </p:attrNameLst>
                                      </p:cBhvr>
                                      <p:tavLst>
                                        <p:tav tm="0">
                                          <p:val>
                                            <p:strVal val="#ppt_x"/>
                                          </p:val>
                                        </p:tav>
                                        <p:tav tm="100000">
                                          <p:val>
                                            <p:strVal val="#ppt_x"/>
                                          </p:val>
                                        </p:tav>
                                      </p:tavLst>
                                    </p:anim>
                                    <p:anim calcmode="lin" valueType="num">
                                      <p:cBhvr additive="base">
                                        <p:cTn id="426" dur="500" fill="hold"/>
                                        <p:tgtEl>
                                          <p:spTgt spid="404672"/>
                                        </p:tgtEl>
                                        <p:attrNameLst>
                                          <p:attrName>ppt_y</p:attrName>
                                        </p:attrNameLst>
                                      </p:cBhvr>
                                      <p:tavLst>
                                        <p:tav tm="0">
                                          <p:val>
                                            <p:strVal val="0-#ppt_h/2"/>
                                          </p:val>
                                        </p:tav>
                                        <p:tav tm="100000">
                                          <p:val>
                                            <p:strVal val="#ppt_y"/>
                                          </p:val>
                                        </p:tav>
                                      </p:tavLst>
                                    </p:anim>
                                  </p:childTnLst>
                                </p:cTn>
                              </p:par>
                            </p:childTnLst>
                          </p:cTn>
                        </p:par>
                      </p:childTnLst>
                    </p:cTn>
                  </p:par>
                  <p:par>
                    <p:cTn id="427" fill="hold" nodeType="clickPar">
                      <p:stCondLst>
                        <p:cond delay="indefinite"/>
                      </p:stCondLst>
                      <p:childTnLst>
                        <p:par>
                          <p:cTn id="428" fill="hold" nodeType="withGroup">
                            <p:stCondLst>
                              <p:cond delay="0"/>
                            </p:stCondLst>
                            <p:childTnLst>
                              <p:par>
                                <p:cTn id="429" presetID="2" presetClass="entr" presetSubtype="1" fill="hold" grpId="0" nodeType="clickEffect">
                                  <p:stCondLst>
                                    <p:cond delay="0"/>
                                  </p:stCondLst>
                                  <p:childTnLst>
                                    <p:set>
                                      <p:cBhvr>
                                        <p:cTn id="430" dur="1" fill="hold">
                                          <p:stCondLst>
                                            <p:cond delay="0"/>
                                          </p:stCondLst>
                                        </p:cTn>
                                        <p:tgtEl>
                                          <p:spTgt spid="404673"/>
                                        </p:tgtEl>
                                        <p:attrNameLst>
                                          <p:attrName>style.visibility</p:attrName>
                                        </p:attrNameLst>
                                      </p:cBhvr>
                                      <p:to>
                                        <p:strVal val="visible"/>
                                      </p:to>
                                    </p:set>
                                    <p:anim calcmode="lin" valueType="num">
                                      <p:cBhvr additive="base">
                                        <p:cTn id="431" dur="500" fill="hold"/>
                                        <p:tgtEl>
                                          <p:spTgt spid="404673"/>
                                        </p:tgtEl>
                                        <p:attrNameLst>
                                          <p:attrName>ppt_x</p:attrName>
                                        </p:attrNameLst>
                                      </p:cBhvr>
                                      <p:tavLst>
                                        <p:tav tm="0">
                                          <p:val>
                                            <p:strVal val="#ppt_x"/>
                                          </p:val>
                                        </p:tav>
                                        <p:tav tm="100000">
                                          <p:val>
                                            <p:strVal val="#ppt_x"/>
                                          </p:val>
                                        </p:tav>
                                      </p:tavLst>
                                    </p:anim>
                                    <p:anim calcmode="lin" valueType="num">
                                      <p:cBhvr additive="base">
                                        <p:cTn id="432" dur="500" fill="hold"/>
                                        <p:tgtEl>
                                          <p:spTgt spid="404673"/>
                                        </p:tgtEl>
                                        <p:attrNameLst>
                                          <p:attrName>ppt_y</p:attrName>
                                        </p:attrNameLst>
                                      </p:cBhvr>
                                      <p:tavLst>
                                        <p:tav tm="0">
                                          <p:val>
                                            <p:strVal val="0-#ppt_h/2"/>
                                          </p:val>
                                        </p:tav>
                                        <p:tav tm="100000">
                                          <p:val>
                                            <p:strVal val="#ppt_y"/>
                                          </p:val>
                                        </p:tav>
                                      </p:tavLst>
                                    </p:anim>
                                  </p:childTnLst>
                                </p:cTn>
                              </p:par>
                            </p:childTnLst>
                          </p:cTn>
                        </p:par>
                      </p:childTnLst>
                    </p:cTn>
                  </p:par>
                  <p:par>
                    <p:cTn id="433" fill="hold" nodeType="clickPar">
                      <p:stCondLst>
                        <p:cond delay="indefinite"/>
                      </p:stCondLst>
                      <p:childTnLst>
                        <p:par>
                          <p:cTn id="434" fill="hold" nodeType="withGroup">
                            <p:stCondLst>
                              <p:cond delay="0"/>
                            </p:stCondLst>
                            <p:childTnLst>
                              <p:par>
                                <p:cTn id="435" presetID="2" presetClass="entr" presetSubtype="1" fill="hold" grpId="0" nodeType="clickEffect">
                                  <p:stCondLst>
                                    <p:cond delay="0"/>
                                  </p:stCondLst>
                                  <p:childTnLst>
                                    <p:set>
                                      <p:cBhvr>
                                        <p:cTn id="436" dur="1" fill="hold">
                                          <p:stCondLst>
                                            <p:cond delay="0"/>
                                          </p:stCondLst>
                                        </p:cTn>
                                        <p:tgtEl>
                                          <p:spTgt spid="404674"/>
                                        </p:tgtEl>
                                        <p:attrNameLst>
                                          <p:attrName>style.visibility</p:attrName>
                                        </p:attrNameLst>
                                      </p:cBhvr>
                                      <p:to>
                                        <p:strVal val="visible"/>
                                      </p:to>
                                    </p:set>
                                    <p:anim calcmode="lin" valueType="num">
                                      <p:cBhvr additive="base">
                                        <p:cTn id="437" dur="500" fill="hold"/>
                                        <p:tgtEl>
                                          <p:spTgt spid="404674"/>
                                        </p:tgtEl>
                                        <p:attrNameLst>
                                          <p:attrName>ppt_x</p:attrName>
                                        </p:attrNameLst>
                                      </p:cBhvr>
                                      <p:tavLst>
                                        <p:tav tm="0">
                                          <p:val>
                                            <p:strVal val="#ppt_x"/>
                                          </p:val>
                                        </p:tav>
                                        <p:tav tm="100000">
                                          <p:val>
                                            <p:strVal val="#ppt_x"/>
                                          </p:val>
                                        </p:tav>
                                      </p:tavLst>
                                    </p:anim>
                                    <p:anim calcmode="lin" valueType="num">
                                      <p:cBhvr additive="base">
                                        <p:cTn id="438" dur="500" fill="hold"/>
                                        <p:tgtEl>
                                          <p:spTgt spid="404674"/>
                                        </p:tgtEl>
                                        <p:attrNameLst>
                                          <p:attrName>ppt_y</p:attrName>
                                        </p:attrNameLst>
                                      </p:cBhvr>
                                      <p:tavLst>
                                        <p:tav tm="0">
                                          <p:val>
                                            <p:strVal val="0-#ppt_h/2"/>
                                          </p:val>
                                        </p:tav>
                                        <p:tav tm="100000">
                                          <p:val>
                                            <p:strVal val="#ppt_y"/>
                                          </p:val>
                                        </p:tav>
                                      </p:tavLst>
                                    </p:anim>
                                  </p:childTnLst>
                                </p:cTn>
                              </p:par>
                            </p:childTnLst>
                          </p:cTn>
                        </p:par>
                      </p:childTnLst>
                    </p:cTn>
                  </p:par>
                  <p:par>
                    <p:cTn id="439" fill="hold" nodeType="clickPar">
                      <p:stCondLst>
                        <p:cond delay="indefinite"/>
                      </p:stCondLst>
                      <p:childTnLst>
                        <p:par>
                          <p:cTn id="440" fill="hold" nodeType="withGroup">
                            <p:stCondLst>
                              <p:cond delay="0"/>
                            </p:stCondLst>
                            <p:childTnLst>
                              <p:par>
                                <p:cTn id="441" presetID="2" presetClass="entr" presetSubtype="1" fill="hold" grpId="0" nodeType="clickEffect">
                                  <p:stCondLst>
                                    <p:cond delay="0"/>
                                  </p:stCondLst>
                                  <p:childTnLst>
                                    <p:set>
                                      <p:cBhvr>
                                        <p:cTn id="442" dur="1" fill="hold">
                                          <p:stCondLst>
                                            <p:cond delay="0"/>
                                          </p:stCondLst>
                                        </p:cTn>
                                        <p:tgtEl>
                                          <p:spTgt spid="404675"/>
                                        </p:tgtEl>
                                        <p:attrNameLst>
                                          <p:attrName>style.visibility</p:attrName>
                                        </p:attrNameLst>
                                      </p:cBhvr>
                                      <p:to>
                                        <p:strVal val="visible"/>
                                      </p:to>
                                    </p:set>
                                    <p:anim calcmode="lin" valueType="num">
                                      <p:cBhvr additive="base">
                                        <p:cTn id="443" dur="500" fill="hold"/>
                                        <p:tgtEl>
                                          <p:spTgt spid="404675"/>
                                        </p:tgtEl>
                                        <p:attrNameLst>
                                          <p:attrName>ppt_x</p:attrName>
                                        </p:attrNameLst>
                                      </p:cBhvr>
                                      <p:tavLst>
                                        <p:tav tm="0">
                                          <p:val>
                                            <p:strVal val="#ppt_x"/>
                                          </p:val>
                                        </p:tav>
                                        <p:tav tm="100000">
                                          <p:val>
                                            <p:strVal val="#ppt_x"/>
                                          </p:val>
                                        </p:tav>
                                      </p:tavLst>
                                    </p:anim>
                                    <p:anim calcmode="lin" valueType="num">
                                      <p:cBhvr additive="base">
                                        <p:cTn id="444" dur="500" fill="hold"/>
                                        <p:tgtEl>
                                          <p:spTgt spid="404675"/>
                                        </p:tgtEl>
                                        <p:attrNameLst>
                                          <p:attrName>ppt_y</p:attrName>
                                        </p:attrNameLst>
                                      </p:cBhvr>
                                      <p:tavLst>
                                        <p:tav tm="0">
                                          <p:val>
                                            <p:strVal val="0-#ppt_h/2"/>
                                          </p:val>
                                        </p:tav>
                                        <p:tav tm="100000">
                                          <p:val>
                                            <p:strVal val="#ppt_y"/>
                                          </p:val>
                                        </p:tav>
                                      </p:tavLst>
                                    </p:anim>
                                  </p:childTnLst>
                                </p:cTn>
                              </p:par>
                            </p:childTnLst>
                          </p:cTn>
                        </p:par>
                      </p:childTnLst>
                    </p:cTn>
                  </p:par>
                  <p:par>
                    <p:cTn id="445" fill="hold" nodeType="clickPar">
                      <p:stCondLst>
                        <p:cond delay="indefinite"/>
                      </p:stCondLst>
                      <p:childTnLst>
                        <p:par>
                          <p:cTn id="446" fill="hold" nodeType="withGroup">
                            <p:stCondLst>
                              <p:cond delay="0"/>
                            </p:stCondLst>
                            <p:childTnLst>
                              <p:par>
                                <p:cTn id="447" presetID="18" presetClass="entr" presetSubtype="6" fill="hold" grpId="0" nodeType="clickEffect">
                                  <p:stCondLst>
                                    <p:cond delay="0"/>
                                  </p:stCondLst>
                                  <p:childTnLst>
                                    <p:set>
                                      <p:cBhvr>
                                        <p:cTn id="448" dur="1" fill="hold">
                                          <p:stCondLst>
                                            <p:cond delay="0"/>
                                          </p:stCondLst>
                                        </p:cTn>
                                        <p:tgtEl>
                                          <p:spTgt spid="404676"/>
                                        </p:tgtEl>
                                        <p:attrNameLst>
                                          <p:attrName>style.visibility</p:attrName>
                                        </p:attrNameLst>
                                      </p:cBhvr>
                                      <p:to>
                                        <p:strVal val="visible"/>
                                      </p:to>
                                    </p:set>
                                    <p:animEffect transition="in" filter="strips(downRight)">
                                      <p:cBhvr>
                                        <p:cTn id="449" dur="500"/>
                                        <p:tgtEl>
                                          <p:spTgt spid="404676"/>
                                        </p:tgtEl>
                                      </p:cBhvr>
                                    </p:animEffect>
                                  </p:childTnLst>
                                </p:cTn>
                              </p:par>
                            </p:childTnLst>
                          </p:cTn>
                        </p:par>
                      </p:childTnLst>
                    </p:cTn>
                  </p:par>
                  <p:par>
                    <p:cTn id="450" fill="hold" nodeType="clickPar">
                      <p:stCondLst>
                        <p:cond delay="indefinite"/>
                      </p:stCondLst>
                      <p:childTnLst>
                        <p:par>
                          <p:cTn id="451" fill="hold" nodeType="withGroup">
                            <p:stCondLst>
                              <p:cond delay="0"/>
                            </p:stCondLst>
                            <p:childTnLst>
                              <p:par>
                                <p:cTn id="452" presetID="18" presetClass="entr" presetSubtype="6" fill="hold" grpId="0" nodeType="clickEffect">
                                  <p:stCondLst>
                                    <p:cond delay="0"/>
                                  </p:stCondLst>
                                  <p:childTnLst>
                                    <p:set>
                                      <p:cBhvr>
                                        <p:cTn id="453" dur="1" fill="hold">
                                          <p:stCondLst>
                                            <p:cond delay="0"/>
                                          </p:stCondLst>
                                        </p:cTn>
                                        <p:tgtEl>
                                          <p:spTgt spid="404677"/>
                                        </p:tgtEl>
                                        <p:attrNameLst>
                                          <p:attrName>style.visibility</p:attrName>
                                        </p:attrNameLst>
                                      </p:cBhvr>
                                      <p:to>
                                        <p:strVal val="visible"/>
                                      </p:to>
                                    </p:set>
                                    <p:animEffect transition="in" filter="strips(downRight)">
                                      <p:cBhvr>
                                        <p:cTn id="454" dur="500"/>
                                        <p:tgtEl>
                                          <p:spTgt spid="404677"/>
                                        </p:tgtEl>
                                      </p:cBhvr>
                                    </p:animEffect>
                                  </p:childTnLst>
                                </p:cTn>
                              </p:par>
                            </p:childTnLst>
                          </p:cTn>
                        </p:par>
                      </p:childTnLst>
                    </p:cTn>
                  </p:par>
                  <p:par>
                    <p:cTn id="455" fill="hold" nodeType="clickPar">
                      <p:stCondLst>
                        <p:cond delay="indefinite"/>
                      </p:stCondLst>
                      <p:childTnLst>
                        <p:par>
                          <p:cTn id="456" fill="hold" nodeType="withGroup">
                            <p:stCondLst>
                              <p:cond delay="0"/>
                            </p:stCondLst>
                            <p:childTnLst>
                              <p:par>
                                <p:cTn id="457" presetID="18" presetClass="entr" presetSubtype="6" fill="hold" grpId="0" nodeType="clickEffect">
                                  <p:stCondLst>
                                    <p:cond delay="0"/>
                                  </p:stCondLst>
                                  <p:childTnLst>
                                    <p:set>
                                      <p:cBhvr>
                                        <p:cTn id="458" dur="1" fill="hold">
                                          <p:stCondLst>
                                            <p:cond delay="0"/>
                                          </p:stCondLst>
                                        </p:cTn>
                                        <p:tgtEl>
                                          <p:spTgt spid="404678"/>
                                        </p:tgtEl>
                                        <p:attrNameLst>
                                          <p:attrName>style.visibility</p:attrName>
                                        </p:attrNameLst>
                                      </p:cBhvr>
                                      <p:to>
                                        <p:strVal val="visible"/>
                                      </p:to>
                                    </p:set>
                                    <p:animEffect transition="in" filter="strips(downRight)">
                                      <p:cBhvr>
                                        <p:cTn id="459" dur="500"/>
                                        <p:tgtEl>
                                          <p:spTgt spid="404678"/>
                                        </p:tgtEl>
                                      </p:cBhvr>
                                    </p:animEffect>
                                  </p:childTnLst>
                                </p:cTn>
                              </p:par>
                            </p:childTnLst>
                          </p:cTn>
                        </p:par>
                      </p:childTnLst>
                    </p:cTn>
                  </p:par>
                  <p:par>
                    <p:cTn id="460" fill="hold" nodeType="clickPar">
                      <p:stCondLst>
                        <p:cond delay="indefinite"/>
                      </p:stCondLst>
                      <p:childTnLst>
                        <p:par>
                          <p:cTn id="461" fill="hold" nodeType="withGroup">
                            <p:stCondLst>
                              <p:cond delay="0"/>
                            </p:stCondLst>
                            <p:childTnLst>
                              <p:par>
                                <p:cTn id="462" presetID="18" presetClass="entr" presetSubtype="3" fill="hold" grpId="0" nodeType="clickEffect">
                                  <p:stCondLst>
                                    <p:cond delay="0"/>
                                  </p:stCondLst>
                                  <p:childTnLst>
                                    <p:set>
                                      <p:cBhvr>
                                        <p:cTn id="463" dur="1" fill="hold">
                                          <p:stCondLst>
                                            <p:cond delay="0"/>
                                          </p:stCondLst>
                                        </p:cTn>
                                        <p:tgtEl>
                                          <p:spTgt spid="404679"/>
                                        </p:tgtEl>
                                        <p:attrNameLst>
                                          <p:attrName>style.visibility</p:attrName>
                                        </p:attrNameLst>
                                      </p:cBhvr>
                                      <p:to>
                                        <p:strVal val="visible"/>
                                      </p:to>
                                    </p:set>
                                    <p:animEffect transition="in" filter="strips(upRight)">
                                      <p:cBhvr>
                                        <p:cTn id="464" dur="500"/>
                                        <p:tgtEl>
                                          <p:spTgt spid="404679"/>
                                        </p:tgtEl>
                                      </p:cBhvr>
                                    </p:animEffect>
                                  </p:childTnLst>
                                </p:cTn>
                              </p:par>
                            </p:childTnLst>
                          </p:cTn>
                        </p:par>
                      </p:childTnLst>
                    </p:cTn>
                  </p:par>
                  <p:par>
                    <p:cTn id="465" fill="hold" nodeType="clickPar">
                      <p:stCondLst>
                        <p:cond delay="indefinite"/>
                      </p:stCondLst>
                      <p:childTnLst>
                        <p:par>
                          <p:cTn id="466" fill="hold" nodeType="withGroup">
                            <p:stCondLst>
                              <p:cond delay="0"/>
                            </p:stCondLst>
                            <p:childTnLst>
                              <p:par>
                                <p:cTn id="467" presetID="18" presetClass="entr" presetSubtype="3" fill="hold" grpId="0" nodeType="clickEffect">
                                  <p:stCondLst>
                                    <p:cond delay="0"/>
                                  </p:stCondLst>
                                  <p:childTnLst>
                                    <p:set>
                                      <p:cBhvr>
                                        <p:cTn id="468" dur="1" fill="hold">
                                          <p:stCondLst>
                                            <p:cond delay="0"/>
                                          </p:stCondLst>
                                        </p:cTn>
                                        <p:tgtEl>
                                          <p:spTgt spid="404680"/>
                                        </p:tgtEl>
                                        <p:attrNameLst>
                                          <p:attrName>style.visibility</p:attrName>
                                        </p:attrNameLst>
                                      </p:cBhvr>
                                      <p:to>
                                        <p:strVal val="visible"/>
                                      </p:to>
                                    </p:set>
                                    <p:animEffect transition="in" filter="strips(upRight)">
                                      <p:cBhvr>
                                        <p:cTn id="469" dur="500"/>
                                        <p:tgtEl>
                                          <p:spTgt spid="404680"/>
                                        </p:tgtEl>
                                      </p:cBhvr>
                                    </p:animEffect>
                                  </p:childTnLst>
                                </p:cTn>
                              </p:par>
                            </p:childTnLst>
                          </p:cTn>
                        </p:par>
                      </p:childTnLst>
                    </p:cTn>
                  </p:par>
                  <p:par>
                    <p:cTn id="470" fill="hold" nodeType="clickPar">
                      <p:stCondLst>
                        <p:cond delay="indefinite"/>
                      </p:stCondLst>
                      <p:childTnLst>
                        <p:par>
                          <p:cTn id="471" fill="hold" nodeType="withGroup">
                            <p:stCondLst>
                              <p:cond delay="0"/>
                            </p:stCondLst>
                            <p:childTnLst>
                              <p:par>
                                <p:cTn id="472" presetID="18" presetClass="entr" presetSubtype="3" fill="hold" grpId="0" nodeType="clickEffect">
                                  <p:stCondLst>
                                    <p:cond delay="0"/>
                                  </p:stCondLst>
                                  <p:childTnLst>
                                    <p:set>
                                      <p:cBhvr>
                                        <p:cTn id="473" dur="1" fill="hold">
                                          <p:stCondLst>
                                            <p:cond delay="0"/>
                                          </p:stCondLst>
                                        </p:cTn>
                                        <p:tgtEl>
                                          <p:spTgt spid="404681"/>
                                        </p:tgtEl>
                                        <p:attrNameLst>
                                          <p:attrName>style.visibility</p:attrName>
                                        </p:attrNameLst>
                                      </p:cBhvr>
                                      <p:to>
                                        <p:strVal val="visible"/>
                                      </p:to>
                                    </p:set>
                                    <p:animEffect transition="in" filter="strips(upRight)">
                                      <p:cBhvr>
                                        <p:cTn id="474" dur="500"/>
                                        <p:tgtEl>
                                          <p:spTgt spid="404681"/>
                                        </p:tgtEl>
                                      </p:cBhvr>
                                    </p:animEffect>
                                  </p:childTnLst>
                                </p:cTn>
                              </p:par>
                            </p:childTnLst>
                          </p:cTn>
                        </p:par>
                      </p:childTnLst>
                    </p:cTn>
                  </p:par>
                  <p:par>
                    <p:cTn id="475" fill="hold" nodeType="clickPar">
                      <p:stCondLst>
                        <p:cond delay="indefinite"/>
                      </p:stCondLst>
                      <p:childTnLst>
                        <p:par>
                          <p:cTn id="476" fill="hold" nodeType="withGroup">
                            <p:stCondLst>
                              <p:cond delay="0"/>
                            </p:stCondLst>
                            <p:childTnLst>
                              <p:par>
                                <p:cTn id="477" presetID="18" presetClass="entr" presetSubtype="3" fill="hold" grpId="0" nodeType="clickEffect">
                                  <p:stCondLst>
                                    <p:cond delay="0"/>
                                  </p:stCondLst>
                                  <p:childTnLst>
                                    <p:set>
                                      <p:cBhvr>
                                        <p:cTn id="478" dur="1" fill="hold">
                                          <p:stCondLst>
                                            <p:cond delay="0"/>
                                          </p:stCondLst>
                                        </p:cTn>
                                        <p:tgtEl>
                                          <p:spTgt spid="404682"/>
                                        </p:tgtEl>
                                        <p:attrNameLst>
                                          <p:attrName>style.visibility</p:attrName>
                                        </p:attrNameLst>
                                      </p:cBhvr>
                                      <p:to>
                                        <p:strVal val="visible"/>
                                      </p:to>
                                    </p:set>
                                    <p:animEffect transition="in" filter="strips(upRight)">
                                      <p:cBhvr>
                                        <p:cTn id="479" dur="500"/>
                                        <p:tgtEl>
                                          <p:spTgt spid="404682"/>
                                        </p:tgtEl>
                                      </p:cBhvr>
                                    </p:animEffect>
                                  </p:childTnLst>
                                </p:cTn>
                              </p:par>
                            </p:childTnLst>
                          </p:cTn>
                        </p:par>
                      </p:childTnLst>
                    </p:cTn>
                  </p:par>
                  <p:par>
                    <p:cTn id="480" fill="hold" nodeType="clickPar">
                      <p:stCondLst>
                        <p:cond delay="indefinite"/>
                      </p:stCondLst>
                      <p:childTnLst>
                        <p:par>
                          <p:cTn id="481" fill="hold" nodeType="withGroup">
                            <p:stCondLst>
                              <p:cond delay="0"/>
                            </p:stCondLst>
                            <p:childTnLst>
                              <p:par>
                                <p:cTn id="482" presetID="17" presetClass="entr" presetSubtype="2" fill="hold" grpId="0" nodeType="clickEffect">
                                  <p:stCondLst>
                                    <p:cond delay="0"/>
                                  </p:stCondLst>
                                  <p:childTnLst>
                                    <p:set>
                                      <p:cBhvr>
                                        <p:cTn id="483" dur="1" fill="hold">
                                          <p:stCondLst>
                                            <p:cond delay="0"/>
                                          </p:stCondLst>
                                        </p:cTn>
                                        <p:tgtEl>
                                          <p:spTgt spid="404683"/>
                                        </p:tgtEl>
                                        <p:attrNameLst>
                                          <p:attrName>style.visibility</p:attrName>
                                        </p:attrNameLst>
                                      </p:cBhvr>
                                      <p:to>
                                        <p:strVal val="visible"/>
                                      </p:to>
                                    </p:set>
                                    <p:anim calcmode="lin" valueType="num">
                                      <p:cBhvr>
                                        <p:cTn id="484" dur="500" fill="hold"/>
                                        <p:tgtEl>
                                          <p:spTgt spid="404683"/>
                                        </p:tgtEl>
                                        <p:attrNameLst>
                                          <p:attrName>ppt_x</p:attrName>
                                        </p:attrNameLst>
                                      </p:cBhvr>
                                      <p:tavLst>
                                        <p:tav tm="0">
                                          <p:val>
                                            <p:strVal val="#ppt_x+#ppt_w/2"/>
                                          </p:val>
                                        </p:tav>
                                        <p:tav tm="100000">
                                          <p:val>
                                            <p:strVal val="#ppt_x"/>
                                          </p:val>
                                        </p:tav>
                                      </p:tavLst>
                                    </p:anim>
                                    <p:anim calcmode="lin" valueType="num">
                                      <p:cBhvr>
                                        <p:cTn id="485" dur="500" fill="hold"/>
                                        <p:tgtEl>
                                          <p:spTgt spid="404683"/>
                                        </p:tgtEl>
                                        <p:attrNameLst>
                                          <p:attrName>ppt_y</p:attrName>
                                        </p:attrNameLst>
                                      </p:cBhvr>
                                      <p:tavLst>
                                        <p:tav tm="0">
                                          <p:val>
                                            <p:strVal val="#ppt_y"/>
                                          </p:val>
                                        </p:tav>
                                        <p:tav tm="100000">
                                          <p:val>
                                            <p:strVal val="#ppt_y"/>
                                          </p:val>
                                        </p:tav>
                                      </p:tavLst>
                                    </p:anim>
                                    <p:anim calcmode="lin" valueType="num">
                                      <p:cBhvr>
                                        <p:cTn id="486" dur="500" fill="hold"/>
                                        <p:tgtEl>
                                          <p:spTgt spid="404683"/>
                                        </p:tgtEl>
                                        <p:attrNameLst>
                                          <p:attrName>ppt_w</p:attrName>
                                        </p:attrNameLst>
                                      </p:cBhvr>
                                      <p:tavLst>
                                        <p:tav tm="0">
                                          <p:val>
                                            <p:fltVal val="0"/>
                                          </p:val>
                                        </p:tav>
                                        <p:tav tm="100000">
                                          <p:val>
                                            <p:strVal val="#ppt_w"/>
                                          </p:val>
                                        </p:tav>
                                      </p:tavLst>
                                    </p:anim>
                                    <p:anim calcmode="lin" valueType="num">
                                      <p:cBhvr>
                                        <p:cTn id="487" dur="500" fill="hold"/>
                                        <p:tgtEl>
                                          <p:spTgt spid="404683"/>
                                        </p:tgtEl>
                                        <p:attrNameLst>
                                          <p:attrName>ppt_h</p:attrName>
                                        </p:attrNameLst>
                                      </p:cBhvr>
                                      <p:tavLst>
                                        <p:tav tm="0">
                                          <p:val>
                                            <p:strVal val="#ppt_h"/>
                                          </p:val>
                                        </p:tav>
                                        <p:tav tm="100000">
                                          <p:val>
                                            <p:strVal val="#ppt_h"/>
                                          </p:val>
                                        </p:tav>
                                      </p:tavLst>
                                    </p:anim>
                                  </p:childTnLst>
                                </p:cTn>
                              </p:par>
                            </p:childTnLst>
                          </p:cTn>
                        </p:par>
                      </p:childTnLst>
                    </p:cTn>
                  </p:par>
                  <p:par>
                    <p:cTn id="488" fill="hold" nodeType="clickPar">
                      <p:stCondLst>
                        <p:cond delay="indefinite"/>
                      </p:stCondLst>
                      <p:childTnLst>
                        <p:par>
                          <p:cTn id="489" fill="hold" nodeType="withGroup">
                            <p:stCondLst>
                              <p:cond delay="0"/>
                            </p:stCondLst>
                            <p:childTnLst>
                              <p:par>
                                <p:cTn id="490" presetID="17" presetClass="entr" presetSubtype="1" fill="hold" grpId="0" nodeType="clickEffect">
                                  <p:stCondLst>
                                    <p:cond delay="0"/>
                                  </p:stCondLst>
                                  <p:childTnLst>
                                    <p:set>
                                      <p:cBhvr>
                                        <p:cTn id="491" dur="1" fill="hold">
                                          <p:stCondLst>
                                            <p:cond delay="0"/>
                                          </p:stCondLst>
                                        </p:cTn>
                                        <p:tgtEl>
                                          <p:spTgt spid="404684"/>
                                        </p:tgtEl>
                                        <p:attrNameLst>
                                          <p:attrName>style.visibility</p:attrName>
                                        </p:attrNameLst>
                                      </p:cBhvr>
                                      <p:to>
                                        <p:strVal val="visible"/>
                                      </p:to>
                                    </p:set>
                                    <p:anim calcmode="lin" valueType="num">
                                      <p:cBhvr>
                                        <p:cTn id="492" dur="500" fill="hold"/>
                                        <p:tgtEl>
                                          <p:spTgt spid="404684"/>
                                        </p:tgtEl>
                                        <p:attrNameLst>
                                          <p:attrName>ppt_x</p:attrName>
                                        </p:attrNameLst>
                                      </p:cBhvr>
                                      <p:tavLst>
                                        <p:tav tm="0">
                                          <p:val>
                                            <p:strVal val="#ppt_x"/>
                                          </p:val>
                                        </p:tav>
                                        <p:tav tm="100000">
                                          <p:val>
                                            <p:strVal val="#ppt_x"/>
                                          </p:val>
                                        </p:tav>
                                      </p:tavLst>
                                    </p:anim>
                                    <p:anim calcmode="lin" valueType="num">
                                      <p:cBhvr>
                                        <p:cTn id="493" dur="500" fill="hold"/>
                                        <p:tgtEl>
                                          <p:spTgt spid="404684"/>
                                        </p:tgtEl>
                                        <p:attrNameLst>
                                          <p:attrName>ppt_y</p:attrName>
                                        </p:attrNameLst>
                                      </p:cBhvr>
                                      <p:tavLst>
                                        <p:tav tm="0">
                                          <p:val>
                                            <p:strVal val="#ppt_y-#ppt_h/2"/>
                                          </p:val>
                                        </p:tav>
                                        <p:tav tm="100000">
                                          <p:val>
                                            <p:strVal val="#ppt_y"/>
                                          </p:val>
                                        </p:tav>
                                      </p:tavLst>
                                    </p:anim>
                                    <p:anim calcmode="lin" valueType="num">
                                      <p:cBhvr>
                                        <p:cTn id="494" dur="500" fill="hold"/>
                                        <p:tgtEl>
                                          <p:spTgt spid="404684"/>
                                        </p:tgtEl>
                                        <p:attrNameLst>
                                          <p:attrName>ppt_w</p:attrName>
                                        </p:attrNameLst>
                                      </p:cBhvr>
                                      <p:tavLst>
                                        <p:tav tm="0">
                                          <p:val>
                                            <p:strVal val="#ppt_w"/>
                                          </p:val>
                                        </p:tav>
                                        <p:tav tm="100000">
                                          <p:val>
                                            <p:strVal val="#ppt_w"/>
                                          </p:val>
                                        </p:tav>
                                      </p:tavLst>
                                    </p:anim>
                                    <p:anim calcmode="lin" valueType="num">
                                      <p:cBhvr>
                                        <p:cTn id="495" dur="500" fill="hold"/>
                                        <p:tgtEl>
                                          <p:spTgt spid="404684"/>
                                        </p:tgtEl>
                                        <p:attrNameLst>
                                          <p:attrName>ppt_h</p:attrName>
                                        </p:attrNameLst>
                                      </p:cBhvr>
                                      <p:tavLst>
                                        <p:tav tm="0">
                                          <p:val>
                                            <p:fltVal val="0"/>
                                          </p:val>
                                        </p:tav>
                                        <p:tav tm="100000">
                                          <p:val>
                                            <p:strVal val="#ppt_h"/>
                                          </p:val>
                                        </p:tav>
                                      </p:tavLst>
                                    </p:anim>
                                  </p:childTnLst>
                                </p:cTn>
                              </p:par>
                            </p:childTnLst>
                          </p:cTn>
                        </p:par>
                      </p:childTnLst>
                    </p:cTn>
                  </p:par>
                  <p:par>
                    <p:cTn id="496" fill="hold" nodeType="clickPar">
                      <p:stCondLst>
                        <p:cond delay="indefinite"/>
                      </p:stCondLst>
                      <p:childTnLst>
                        <p:par>
                          <p:cTn id="497" fill="hold" nodeType="withGroup">
                            <p:stCondLst>
                              <p:cond delay="0"/>
                            </p:stCondLst>
                            <p:childTnLst>
                              <p:par>
                                <p:cTn id="498" presetID="17" presetClass="entr" presetSubtype="1" fill="hold" grpId="0" nodeType="clickEffect">
                                  <p:stCondLst>
                                    <p:cond delay="0"/>
                                  </p:stCondLst>
                                  <p:childTnLst>
                                    <p:set>
                                      <p:cBhvr>
                                        <p:cTn id="499" dur="1" fill="hold">
                                          <p:stCondLst>
                                            <p:cond delay="0"/>
                                          </p:stCondLst>
                                        </p:cTn>
                                        <p:tgtEl>
                                          <p:spTgt spid="404685"/>
                                        </p:tgtEl>
                                        <p:attrNameLst>
                                          <p:attrName>style.visibility</p:attrName>
                                        </p:attrNameLst>
                                      </p:cBhvr>
                                      <p:to>
                                        <p:strVal val="visible"/>
                                      </p:to>
                                    </p:set>
                                    <p:anim calcmode="lin" valueType="num">
                                      <p:cBhvr>
                                        <p:cTn id="500" dur="500" fill="hold"/>
                                        <p:tgtEl>
                                          <p:spTgt spid="404685"/>
                                        </p:tgtEl>
                                        <p:attrNameLst>
                                          <p:attrName>ppt_x</p:attrName>
                                        </p:attrNameLst>
                                      </p:cBhvr>
                                      <p:tavLst>
                                        <p:tav tm="0">
                                          <p:val>
                                            <p:strVal val="#ppt_x"/>
                                          </p:val>
                                        </p:tav>
                                        <p:tav tm="100000">
                                          <p:val>
                                            <p:strVal val="#ppt_x"/>
                                          </p:val>
                                        </p:tav>
                                      </p:tavLst>
                                    </p:anim>
                                    <p:anim calcmode="lin" valueType="num">
                                      <p:cBhvr>
                                        <p:cTn id="501" dur="500" fill="hold"/>
                                        <p:tgtEl>
                                          <p:spTgt spid="404685"/>
                                        </p:tgtEl>
                                        <p:attrNameLst>
                                          <p:attrName>ppt_y</p:attrName>
                                        </p:attrNameLst>
                                      </p:cBhvr>
                                      <p:tavLst>
                                        <p:tav tm="0">
                                          <p:val>
                                            <p:strVal val="#ppt_y-#ppt_h/2"/>
                                          </p:val>
                                        </p:tav>
                                        <p:tav tm="100000">
                                          <p:val>
                                            <p:strVal val="#ppt_y"/>
                                          </p:val>
                                        </p:tav>
                                      </p:tavLst>
                                    </p:anim>
                                    <p:anim calcmode="lin" valueType="num">
                                      <p:cBhvr>
                                        <p:cTn id="502" dur="500" fill="hold"/>
                                        <p:tgtEl>
                                          <p:spTgt spid="404685"/>
                                        </p:tgtEl>
                                        <p:attrNameLst>
                                          <p:attrName>ppt_w</p:attrName>
                                        </p:attrNameLst>
                                      </p:cBhvr>
                                      <p:tavLst>
                                        <p:tav tm="0">
                                          <p:val>
                                            <p:strVal val="#ppt_w"/>
                                          </p:val>
                                        </p:tav>
                                        <p:tav tm="100000">
                                          <p:val>
                                            <p:strVal val="#ppt_w"/>
                                          </p:val>
                                        </p:tav>
                                      </p:tavLst>
                                    </p:anim>
                                    <p:anim calcmode="lin" valueType="num">
                                      <p:cBhvr>
                                        <p:cTn id="503" dur="500" fill="hold"/>
                                        <p:tgtEl>
                                          <p:spTgt spid="404685"/>
                                        </p:tgtEl>
                                        <p:attrNameLst>
                                          <p:attrName>ppt_h</p:attrName>
                                        </p:attrNameLst>
                                      </p:cBhvr>
                                      <p:tavLst>
                                        <p:tav tm="0">
                                          <p:val>
                                            <p:fltVal val="0"/>
                                          </p:val>
                                        </p:tav>
                                        <p:tav tm="100000">
                                          <p:val>
                                            <p:strVal val="#ppt_h"/>
                                          </p:val>
                                        </p:tav>
                                      </p:tavLst>
                                    </p:anim>
                                  </p:childTnLst>
                                </p:cTn>
                              </p:par>
                            </p:childTnLst>
                          </p:cTn>
                        </p:par>
                      </p:childTnLst>
                    </p:cTn>
                  </p:par>
                  <p:par>
                    <p:cTn id="504" fill="hold" nodeType="clickPar">
                      <p:stCondLst>
                        <p:cond delay="indefinite"/>
                      </p:stCondLst>
                      <p:childTnLst>
                        <p:par>
                          <p:cTn id="505" fill="hold" nodeType="withGroup">
                            <p:stCondLst>
                              <p:cond delay="0"/>
                            </p:stCondLst>
                            <p:childTnLst>
                              <p:par>
                                <p:cTn id="506" presetID="17" presetClass="entr" presetSubtype="1" fill="hold" grpId="0" nodeType="clickEffect">
                                  <p:stCondLst>
                                    <p:cond delay="0"/>
                                  </p:stCondLst>
                                  <p:childTnLst>
                                    <p:set>
                                      <p:cBhvr>
                                        <p:cTn id="507" dur="1" fill="hold">
                                          <p:stCondLst>
                                            <p:cond delay="0"/>
                                          </p:stCondLst>
                                        </p:cTn>
                                        <p:tgtEl>
                                          <p:spTgt spid="404686"/>
                                        </p:tgtEl>
                                        <p:attrNameLst>
                                          <p:attrName>style.visibility</p:attrName>
                                        </p:attrNameLst>
                                      </p:cBhvr>
                                      <p:to>
                                        <p:strVal val="visible"/>
                                      </p:to>
                                    </p:set>
                                    <p:anim calcmode="lin" valueType="num">
                                      <p:cBhvr>
                                        <p:cTn id="508" dur="500" fill="hold"/>
                                        <p:tgtEl>
                                          <p:spTgt spid="404686"/>
                                        </p:tgtEl>
                                        <p:attrNameLst>
                                          <p:attrName>ppt_x</p:attrName>
                                        </p:attrNameLst>
                                      </p:cBhvr>
                                      <p:tavLst>
                                        <p:tav tm="0">
                                          <p:val>
                                            <p:strVal val="#ppt_x"/>
                                          </p:val>
                                        </p:tav>
                                        <p:tav tm="100000">
                                          <p:val>
                                            <p:strVal val="#ppt_x"/>
                                          </p:val>
                                        </p:tav>
                                      </p:tavLst>
                                    </p:anim>
                                    <p:anim calcmode="lin" valueType="num">
                                      <p:cBhvr>
                                        <p:cTn id="509" dur="500" fill="hold"/>
                                        <p:tgtEl>
                                          <p:spTgt spid="404686"/>
                                        </p:tgtEl>
                                        <p:attrNameLst>
                                          <p:attrName>ppt_y</p:attrName>
                                        </p:attrNameLst>
                                      </p:cBhvr>
                                      <p:tavLst>
                                        <p:tav tm="0">
                                          <p:val>
                                            <p:strVal val="#ppt_y-#ppt_h/2"/>
                                          </p:val>
                                        </p:tav>
                                        <p:tav tm="100000">
                                          <p:val>
                                            <p:strVal val="#ppt_y"/>
                                          </p:val>
                                        </p:tav>
                                      </p:tavLst>
                                    </p:anim>
                                    <p:anim calcmode="lin" valueType="num">
                                      <p:cBhvr>
                                        <p:cTn id="510" dur="500" fill="hold"/>
                                        <p:tgtEl>
                                          <p:spTgt spid="404686"/>
                                        </p:tgtEl>
                                        <p:attrNameLst>
                                          <p:attrName>ppt_w</p:attrName>
                                        </p:attrNameLst>
                                      </p:cBhvr>
                                      <p:tavLst>
                                        <p:tav tm="0">
                                          <p:val>
                                            <p:strVal val="#ppt_w"/>
                                          </p:val>
                                        </p:tav>
                                        <p:tav tm="100000">
                                          <p:val>
                                            <p:strVal val="#ppt_w"/>
                                          </p:val>
                                        </p:tav>
                                      </p:tavLst>
                                    </p:anim>
                                    <p:anim calcmode="lin" valueType="num">
                                      <p:cBhvr>
                                        <p:cTn id="511" dur="500" fill="hold"/>
                                        <p:tgtEl>
                                          <p:spTgt spid="404686"/>
                                        </p:tgtEl>
                                        <p:attrNameLst>
                                          <p:attrName>ppt_h</p:attrName>
                                        </p:attrNameLst>
                                      </p:cBhvr>
                                      <p:tavLst>
                                        <p:tav tm="0">
                                          <p:val>
                                            <p:fltVal val="0"/>
                                          </p:val>
                                        </p:tav>
                                        <p:tav tm="100000">
                                          <p:val>
                                            <p:strVal val="#ppt_h"/>
                                          </p:val>
                                        </p:tav>
                                      </p:tavLst>
                                    </p:anim>
                                  </p:childTnLst>
                                </p:cTn>
                              </p:par>
                            </p:childTnLst>
                          </p:cTn>
                        </p:par>
                      </p:childTnLst>
                    </p:cTn>
                  </p:par>
                  <p:par>
                    <p:cTn id="512" fill="hold" nodeType="clickPar">
                      <p:stCondLst>
                        <p:cond delay="indefinite"/>
                      </p:stCondLst>
                      <p:childTnLst>
                        <p:par>
                          <p:cTn id="513" fill="hold" nodeType="withGroup">
                            <p:stCondLst>
                              <p:cond delay="0"/>
                            </p:stCondLst>
                            <p:childTnLst>
                              <p:par>
                                <p:cTn id="514" presetID="17" presetClass="entr" presetSubtype="1" fill="hold" grpId="0" nodeType="clickEffect">
                                  <p:stCondLst>
                                    <p:cond delay="0"/>
                                  </p:stCondLst>
                                  <p:childTnLst>
                                    <p:set>
                                      <p:cBhvr>
                                        <p:cTn id="515" dur="1" fill="hold">
                                          <p:stCondLst>
                                            <p:cond delay="0"/>
                                          </p:stCondLst>
                                        </p:cTn>
                                        <p:tgtEl>
                                          <p:spTgt spid="404687"/>
                                        </p:tgtEl>
                                        <p:attrNameLst>
                                          <p:attrName>style.visibility</p:attrName>
                                        </p:attrNameLst>
                                      </p:cBhvr>
                                      <p:to>
                                        <p:strVal val="visible"/>
                                      </p:to>
                                    </p:set>
                                    <p:anim calcmode="lin" valueType="num">
                                      <p:cBhvr>
                                        <p:cTn id="516" dur="500" fill="hold"/>
                                        <p:tgtEl>
                                          <p:spTgt spid="404687"/>
                                        </p:tgtEl>
                                        <p:attrNameLst>
                                          <p:attrName>ppt_x</p:attrName>
                                        </p:attrNameLst>
                                      </p:cBhvr>
                                      <p:tavLst>
                                        <p:tav tm="0">
                                          <p:val>
                                            <p:strVal val="#ppt_x"/>
                                          </p:val>
                                        </p:tav>
                                        <p:tav tm="100000">
                                          <p:val>
                                            <p:strVal val="#ppt_x"/>
                                          </p:val>
                                        </p:tav>
                                      </p:tavLst>
                                    </p:anim>
                                    <p:anim calcmode="lin" valueType="num">
                                      <p:cBhvr>
                                        <p:cTn id="517" dur="500" fill="hold"/>
                                        <p:tgtEl>
                                          <p:spTgt spid="404687"/>
                                        </p:tgtEl>
                                        <p:attrNameLst>
                                          <p:attrName>ppt_y</p:attrName>
                                        </p:attrNameLst>
                                      </p:cBhvr>
                                      <p:tavLst>
                                        <p:tav tm="0">
                                          <p:val>
                                            <p:strVal val="#ppt_y-#ppt_h/2"/>
                                          </p:val>
                                        </p:tav>
                                        <p:tav tm="100000">
                                          <p:val>
                                            <p:strVal val="#ppt_y"/>
                                          </p:val>
                                        </p:tav>
                                      </p:tavLst>
                                    </p:anim>
                                    <p:anim calcmode="lin" valueType="num">
                                      <p:cBhvr>
                                        <p:cTn id="518" dur="500" fill="hold"/>
                                        <p:tgtEl>
                                          <p:spTgt spid="404687"/>
                                        </p:tgtEl>
                                        <p:attrNameLst>
                                          <p:attrName>ppt_w</p:attrName>
                                        </p:attrNameLst>
                                      </p:cBhvr>
                                      <p:tavLst>
                                        <p:tav tm="0">
                                          <p:val>
                                            <p:strVal val="#ppt_w"/>
                                          </p:val>
                                        </p:tav>
                                        <p:tav tm="100000">
                                          <p:val>
                                            <p:strVal val="#ppt_w"/>
                                          </p:val>
                                        </p:tav>
                                      </p:tavLst>
                                    </p:anim>
                                    <p:anim calcmode="lin" valueType="num">
                                      <p:cBhvr>
                                        <p:cTn id="519" dur="500" fill="hold"/>
                                        <p:tgtEl>
                                          <p:spTgt spid="404687"/>
                                        </p:tgtEl>
                                        <p:attrNameLst>
                                          <p:attrName>ppt_h</p:attrName>
                                        </p:attrNameLst>
                                      </p:cBhvr>
                                      <p:tavLst>
                                        <p:tav tm="0">
                                          <p:val>
                                            <p:fltVal val="0"/>
                                          </p:val>
                                        </p:tav>
                                        <p:tav tm="100000">
                                          <p:val>
                                            <p:strVal val="#ppt_h"/>
                                          </p:val>
                                        </p:tav>
                                      </p:tavLst>
                                    </p:anim>
                                  </p:childTnLst>
                                </p:cTn>
                              </p:par>
                            </p:childTnLst>
                          </p:cTn>
                        </p:par>
                      </p:childTnLst>
                    </p:cTn>
                  </p:par>
                  <p:par>
                    <p:cTn id="520" fill="hold" nodeType="clickPar">
                      <p:stCondLst>
                        <p:cond delay="indefinite"/>
                      </p:stCondLst>
                      <p:childTnLst>
                        <p:par>
                          <p:cTn id="521" fill="hold" nodeType="withGroup">
                            <p:stCondLst>
                              <p:cond delay="0"/>
                            </p:stCondLst>
                            <p:childTnLst>
                              <p:par>
                                <p:cTn id="522" presetID="17" presetClass="entr" presetSubtype="1" fill="hold" grpId="0" nodeType="clickEffect">
                                  <p:stCondLst>
                                    <p:cond delay="0"/>
                                  </p:stCondLst>
                                  <p:childTnLst>
                                    <p:set>
                                      <p:cBhvr>
                                        <p:cTn id="523" dur="1" fill="hold">
                                          <p:stCondLst>
                                            <p:cond delay="0"/>
                                          </p:stCondLst>
                                        </p:cTn>
                                        <p:tgtEl>
                                          <p:spTgt spid="404688"/>
                                        </p:tgtEl>
                                        <p:attrNameLst>
                                          <p:attrName>style.visibility</p:attrName>
                                        </p:attrNameLst>
                                      </p:cBhvr>
                                      <p:to>
                                        <p:strVal val="visible"/>
                                      </p:to>
                                    </p:set>
                                    <p:anim calcmode="lin" valueType="num">
                                      <p:cBhvr>
                                        <p:cTn id="524" dur="500" fill="hold"/>
                                        <p:tgtEl>
                                          <p:spTgt spid="404688"/>
                                        </p:tgtEl>
                                        <p:attrNameLst>
                                          <p:attrName>ppt_x</p:attrName>
                                        </p:attrNameLst>
                                      </p:cBhvr>
                                      <p:tavLst>
                                        <p:tav tm="0">
                                          <p:val>
                                            <p:strVal val="#ppt_x"/>
                                          </p:val>
                                        </p:tav>
                                        <p:tav tm="100000">
                                          <p:val>
                                            <p:strVal val="#ppt_x"/>
                                          </p:val>
                                        </p:tav>
                                      </p:tavLst>
                                    </p:anim>
                                    <p:anim calcmode="lin" valueType="num">
                                      <p:cBhvr>
                                        <p:cTn id="525" dur="500" fill="hold"/>
                                        <p:tgtEl>
                                          <p:spTgt spid="404688"/>
                                        </p:tgtEl>
                                        <p:attrNameLst>
                                          <p:attrName>ppt_y</p:attrName>
                                        </p:attrNameLst>
                                      </p:cBhvr>
                                      <p:tavLst>
                                        <p:tav tm="0">
                                          <p:val>
                                            <p:strVal val="#ppt_y-#ppt_h/2"/>
                                          </p:val>
                                        </p:tav>
                                        <p:tav tm="100000">
                                          <p:val>
                                            <p:strVal val="#ppt_y"/>
                                          </p:val>
                                        </p:tav>
                                      </p:tavLst>
                                    </p:anim>
                                    <p:anim calcmode="lin" valueType="num">
                                      <p:cBhvr>
                                        <p:cTn id="526" dur="500" fill="hold"/>
                                        <p:tgtEl>
                                          <p:spTgt spid="404688"/>
                                        </p:tgtEl>
                                        <p:attrNameLst>
                                          <p:attrName>ppt_w</p:attrName>
                                        </p:attrNameLst>
                                      </p:cBhvr>
                                      <p:tavLst>
                                        <p:tav tm="0">
                                          <p:val>
                                            <p:strVal val="#ppt_w"/>
                                          </p:val>
                                        </p:tav>
                                        <p:tav tm="100000">
                                          <p:val>
                                            <p:strVal val="#ppt_w"/>
                                          </p:val>
                                        </p:tav>
                                      </p:tavLst>
                                    </p:anim>
                                    <p:anim calcmode="lin" valueType="num">
                                      <p:cBhvr>
                                        <p:cTn id="527" dur="500" fill="hold"/>
                                        <p:tgtEl>
                                          <p:spTgt spid="404688"/>
                                        </p:tgtEl>
                                        <p:attrNameLst>
                                          <p:attrName>ppt_h</p:attrName>
                                        </p:attrNameLst>
                                      </p:cBhvr>
                                      <p:tavLst>
                                        <p:tav tm="0">
                                          <p:val>
                                            <p:fltVal val="0"/>
                                          </p:val>
                                        </p:tav>
                                        <p:tav tm="100000">
                                          <p:val>
                                            <p:strVal val="#ppt_h"/>
                                          </p:val>
                                        </p:tav>
                                      </p:tavLst>
                                    </p:anim>
                                  </p:childTnLst>
                                </p:cTn>
                              </p:par>
                            </p:childTnLst>
                          </p:cTn>
                        </p:par>
                      </p:childTnLst>
                    </p:cTn>
                  </p:par>
                  <p:par>
                    <p:cTn id="528" fill="hold" nodeType="clickPar">
                      <p:stCondLst>
                        <p:cond delay="indefinite"/>
                      </p:stCondLst>
                      <p:childTnLst>
                        <p:par>
                          <p:cTn id="529" fill="hold" nodeType="withGroup">
                            <p:stCondLst>
                              <p:cond delay="0"/>
                            </p:stCondLst>
                            <p:childTnLst>
                              <p:par>
                                <p:cTn id="530" presetID="17" presetClass="entr" presetSubtype="8" fill="hold" grpId="0" nodeType="clickEffect">
                                  <p:stCondLst>
                                    <p:cond delay="0"/>
                                  </p:stCondLst>
                                  <p:iterate type="lt">
                                    <p:tmPct val="100000"/>
                                  </p:iterate>
                                  <p:childTnLst>
                                    <p:set>
                                      <p:cBhvr>
                                        <p:cTn id="531" dur="1" fill="hold">
                                          <p:stCondLst>
                                            <p:cond delay="0"/>
                                          </p:stCondLst>
                                        </p:cTn>
                                        <p:tgtEl>
                                          <p:spTgt spid="404690"/>
                                        </p:tgtEl>
                                        <p:attrNameLst>
                                          <p:attrName>style.visibility</p:attrName>
                                        </p:attrNameLst>
                                      </p:cBhvr>
                                      <p:to>
                                        <p:strVal val="visible"/>
                                      </p:to>
                                    </p:set>
                                    <p:anim calcmode="lin" valueType="num">
                                      <p:cBhvr>
                                        <p:cTn id="532" dur="75" fill="hold"/>
                                        <p:tgtEl>
                                          <p:spTgt spid="404690"/>
                                        </p:tgtEl>
                                        <p:attrNameLst>
                                          <p:attrName>ppt_x</p:attrName>
                                        </p:attrNameLst>
                                      </p:cBhvr>
                                      <p:tavLst>
                                        <p:tav tm="0">
                                          <p:val>
                                            <p:strVal val="#ppt_x-#ppt_w/2"/>
                                          </p:val>
                                        </p:tav>
                                        <p:tav tm="100000">
                                          <p:val>
                                            <p:strVal val="#ppt_x"/>
                                          </p:val>
                                        </p:tav>
                                      </p:tavLst>
                                    </p:anim>
                                    <p:anim calcmode="lin" valueType="num">
                                      <p:cBhvr>
                                        <p:cTn id="533" dur="75" fill="hold"/>
                                        <p:tgtEl>
                                          <p:spTgt spid="404690"/>
                                        </p:tgtEl>
                                        <p:attrNameLst>
                                          <p:attrName>ppt_y</p:attrName>
                                        </p:attrNameLst>
                                      </p:cBhvr>
                                      <p:tavLst>
                                        <p:tav tm="0">
                                          <p:val>
                                            <p:strVal val="#ppt_y"/>
                                          </p:val>
                                        </p:tav>
                                        <p:tav tm="100000">
                                          <p:val>
                                            <p:strVal val="#ppt_y"/>
                                          </p:val>
                                        </p:tav>
                                      </p:tavLst>
                                    </p:anim>
                                    <p:anim calcmode="lin" valueType="num">
                                      <p:cBhvr>
                                        <p:cTn id="534" dur="75" fill="hold"/>
                                        <p:tgtEl>
                                          <p:spTgt spid="404690"/>
                                        </p:tgtEl>
                                        <p:attrNameLst>
                                          <p:attrName>ppt_w</p:attrName>
                                        </p:attrNameLst>
                                      </p:cBhvr>
                                      <p:tavLst>
                                        <p:tav tm="0">
                                          <p:val>
                                            <p:fltVal val="0"/>
                                          </p:val>
                                        </p:tav>
                                        <p:tav tm="100000">
                                          <p:val>
                                            <p:strVal val="#ppt_w"/>
                                          </p:val>
                                        </p:tav>
                                      </p:tavLst>
                                    </p:anim>
                                    <p:anim calcmode="lin" valueType="num">
                                      <p:cBhvr>
                                        <p:cTn id="535" dur="75" fill="hold"/>
                                        <p:tgtEl>
                                          <p:spTgt spid="404690"/>
                                        </p:tgtEl>
                                        <p:attrNameLst>
                                          <p:attrName>ppt_h</p:attrName>
                                        </p:attrNameLst>
                                      </p:cBhvr>
                                      <p:tavLst>
                                        <p:tav tm="0">
                                          <p:val>
                                            <p:strVal val="#ppt_h"/>
                                          </p:val>
                                        </p:tav>
                                        <p:tav tm="100000">
                                          <p:val>
                                            <p:strVal val="#ppt_h"/>
                                          </p:val>
                                        </p:tav>
                                      </p:tavLst>
                                    </p:anim>
                                  </p:childTnLst>
                                </p:cTn>
                              </p:par>
                            </p:childTnLst>
                          </p:cTn>
                        </p:par>
                      </p:childTnLst>
                    </p:cTn>
                  </p:par>
                  <p:par>
                    <p:cTn id="536" fill="hold" nodeType="clickPar">
                      <p:stCondLst>
                        <p:cond delay="indefinite"/>
                      </p:stCondLst>
                      <p:childTnLst>
                        <p:par>
                          <p:cTn id="537" fill="hold" nodeType="withGroup">
                            <p:stCondLst>
                              <p:cond delay="0"/>
                            </p:stCondLst>
                            <p:childTnLst>
                              <p:par>
                                <p:cTn id="538" presetID="18" presetClass="entr" presetSubtype="6" fill="hold" grpId="0" nodeType="clickEffect">
                                  <p:stCondLst>
                                    <p:cond delay="0"/>
                                  </p:stCondLst>
                                  <p:iterate type="wd">
                                    <p:tmPct val="100000"/>
                                  </p:iterate>
                                  <p:childTnLst>
                                    <p:set>
                                      <p:cBhvr>
                                        <p:cTn id="539" dur="1" fill="hold">
                                          <p:stCondLst>
                                            <p:cond delay="0"/>
                                          </p:stCondLst>
                                        </p:cTn>
                                        <p:tgtEl>
                                          <p:spTgt spid="404652"/>
                                        </p:tgtEl>
                                        <p:attrNameLst>
                                          <p:attrName>style.visibility</p:attrName>
                                        </p:attrNameLst>
                                      </p:cBhvr>
                                      <p:to>
                                        <p:strVal val="visible"/>
                                      </p:to>
                                    </p:set>
                                    <p:animEffect transition="in" filter="strips(downRight)">
                                      <p:cBhvr>
                                        <p:cTn id="540" dur="300"/>
                                        <p:tgtEl>
                                          <p:spTgt spid="404652"/>
                                        </p:tgtEl>
                                      </p:cBhvr>
                                    </p:animEffect>
                                  </p:childTnLst>
                                </p:cTn>
                              </p:par>
                            </p:childTnLst>
                          </p:cTn>
                        </p:par>
                      </p:childTnLst>
                    </p:cTn>
                  </p:par>
                  <p:par>
                    <p:cTn id="541" fill="hold" nodeType="clickPar">
                      <p:stCondLst>
                        <p:cond delay="indefinite"/>
                      </p:stCondLst>
                      <p:childTnLst>
                        <p:par>
                          <p:cTn id="542" fill="hold" nodeType="withGroup">
                            <p:stCondLst>
                              <p:cond delay="0"/>
                            </p:stCondLst>
                            <p:childTnLst>
                              <p:par>
                                <p:cTn id="543" presetID="17" presetClass="entr" presetSubtype="8" fill="hold" grpId="0" nodeType="clickEffect">
                                  <p:stCondLst>
                                    <p:cond delay="0"/>
                                  </p:stCondLst>
                                  <p:iterate type="lt">
                                    <p:tmPct val="100000"/>
                                  </p:iterate>
                                  <p:childTnLst>
                                    <p:set>
                                      <p:cBhvr>
                                        <p:cTn id="544" dur="1" fill="hold">
                                          <p:stCondLst>
                                            <p:cond delay="0"/>
                                          </p:stCondLst>
                                        </p:cTn>
                                        <p:tgtEl>
                                          <p:spTgt spid="404689"/>
                                        </p:tgtEl>
                                        <p:attrNameLst>
                                          <p:attrName>style.visibility</p:attrName>
                                        </p:attrNameLst>
                                      </p:cBhvr>
                                      <p:to>
                                        <p:strVal val="visible"/>
                                      </p:to>
                                    </p:set>
                                    <p:anim calcmode="lin" valueType="num">
                                      <p:cBhvr>
                                        <p:cTn id="545" dur="75" fill="hold"/>
                                        <p:tgtEl>
                                          <p:spTgt spid="404689"/>
                                        </p:tgtEl>
                                        <p:attrNameLst>
                                          <p:attrName>ppt_x</p:attrName>
                                        </p:attrNameLst>
                                      </p:cBhvr>
                                      <p:tavLst>
                                        <p:tav tm="0">
                                          <p:val>
                                            <p:strVal val="#ppt_x-#ppt_w/2"/>
                                          </p:val>
                                        </p:tav>
                                        <p:tav tm="100000">
                                          <p:val>
                                            <p:strVal val="#ppt_x"/>
                                          </p:val>
                                        </p:tav>
                                      </p:tavLst>
                                    </p:anim>
                                    <p:anim calcmode="lin" valueType="num">
                                      <p:cBhvr>
                                        <p:cTn id="546" dur="75" fill="hold"/>
                                        <p:tgtEl>
                                          <p:spTgt spid="404689"/>
                                        </p:tgtEl>
                                        <p:attrNameLst>
                                          <p:attrName>ppt_y</p:attrName>
                                        </p:attrNameLst>
                                      </p:cBhvr>
                                      <p:tavLst>
                                        <p:tav tm="0">
                                          <p:val>
                                            <p:strVal val="#ppt_y"/>
                                          </p:val>
                                        </p:tav>
                                        <p:tav tm="100000">
                                          <p:val>
                                            <p:strVal val="#ppt_y"/>
                                          </p:val>
                                        </p:tav>
                                      </p:tavLst>
                                    </p:anim>
                                    <p:anim calcmode="lin" valueType="num">
                                      <p:cBhvr>
                                        <p:cTn id="547" dur="75" fill="hold"/>
                                        <p:tgtEl>
                                          <p:spTgt spid="404689"/>
                                        </p:tgtEl>
                                        <p:attrNameLst>
                                          <p:attrName>ppt_w</p:attrName>
                                        </p:attrNameLst>
                                      </p:cBhvr>
                                      <p:tavLst>
                                        <p:tav tm="0">
                                          <p:val>
                                            <p:fltVal val="0"/>
                                          </p:val>
                                        </p:tav>
                                        <p:tav tm="100000">
                                          <p:val>
                                            <p:strVal val="#ppt_w"/>
                                          </p:val>
                                        </p:tav>
                                      </p:tavLst>
                                    </p:anim>
                                    <p:anim calcmode="lin" valueType="num">
                                      <p:cBhvr>
                                        <p:cTn id="548" dur="75" fill="hold"/>
                                        <p:tgtEl>
                                          <p:spTgt spid="40468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2" grpId="0" animBg="1"/>
      <p:bldP spid="404483" grpId="0" animBg="1"/>
      <p:bldP spid="404487" grpId="0" animBg="1"/>
      <p:bldP spid="404488" grpId="0" animBg="1"/>
      <p:bldP spid="404492" grpId="0" animBg="1"/>
      <p:bldP spid="404493" grpId="0" animBg="1"/>
      <p:bldP spid="404494" grpId="0" animBg="1"/>
      <p:bldP spid="404501" grpId="0" animBg="1"/>
      <p:bldP spid="404502" grpId="0" animBg="1"/>
      <p:bldP spid="404503" grpId="0" animBg="1"/>
      <p:bldP spid="404507" grpId="0" animBg="1"/>
      <p:bldP spid="404508" grpId="0" animBg="1"/>
      <p:bldP spid="404509" grpId="0" animBg="1"/>
      <p:bldP spid="404510" grpId="0" animBg="1"/>
      <p:bldP spid="404511" grpId="0" animBg="1"/>
      <p:bldP spid="404512" grpId="0" animBg="1"/>
      <p:bldP spid="404546" grpId="0" autoUpdateAnimBg="0"/>
      <p:bldP spid="404547" grpId="0" animBg="1"/>
      <p:bldP spid="404548" grpId="0" animBg="1"/>
      <p:bldP spid="404549" grpId="0" animBg="1"/>
      <p:bldP spid="404550" grpId="0" animBg="1"/>
      <p:bldP spid="404551" grpId="0" animBg="1"/>
      <p:bldP spid="404552" grpId="0" animBg="1"/>
      <p:bldP spid="404553" grpId="0" animBg="1"/>
      <p:bldP spid="404554" grpId="0" animBg="1"/>
      <p:bldP spid="404555" grpId="0" animBg="1"/>
      <p:bldP spid="404556" grpId="0" animBg="1"/>
      <p:bldP spid="404557" grpId="0" animBg="1"/>
      <p:bldP spid="404558" grpId="0" animBg="1"/>
      <p:bldP spid="404559" grpId="0" animBg="1"/>
      <p:bldP spid="404560" grpId="0" animBg="1"/>
      <p:bldP spid="404561" grpId="0" animBg="1"/>
      <p:bldP spid="404562" grpId="0" animBg="1"/>
      <p:bldP spid="404563" grpId="0" animBg="1"/>
      <p:bldP spid="404564" grpId="0" animBg="1"/>
      <p:bldP spid="404565" grpId="0" animBg="1"/>
      <p:bldP spid="404566" grpId="0" animBg="1"/>
      <p:bldP spid="404570" grpId="0" autoUpdateAnimBg="0"/>
      <p:bldP spid="404641" grpId="0" autoUpdateAnimBg="0"/>
      <p:bldP spid="404651" grpId="0" animBg="1"/>
      <p:bldP spid="404652" grpId="0" autoUpdateAnimBg="0"/>
      <p:bldP spid="404668" grpId="0" animBg="1"/>
      <p:bldP spid="404669" grpId="0" animBg="1"/>
      <p:bldP spid="404670" grpId="0" animBg="1"/>
      <p:bldP spid="404671" grpId="0" animBg="1"/>
      <p:bldP spid="404672" grpId="0" animBg="1"/>
      <p:bldP spid="404673" grpId="0" animBg="1"/>
      <p:bldP spid="404674" grpId="0" animBg="1"/>
      <p:bldP spid="404675" grpId="0" animBg="1"/>
      <p:bldP spid="404676" grpId="0" animBg="1"/>
      <p:bldP spid="404677" grpId="0" animBg="1"/>
      <p:bldP spid="404678" grpId="0" animBg="1"/>
      <p:bldP spid="404679" grpId="0" animBg="1"/>
      <p:bldP spid="404680" grpId="0" animBg="1"/>
      <p:bldP spid="404681" grpId="0" animBg="1"/>
      <p:bldP spid="404682" grpId="0" animBg="1"/>
      <p:bldP spid="404683" grpId="0" animBg="1"/>
      <p:bldP spid="404684" grpId="0" animBg="1"/>
      <p:bldP spid="404685" grpId="0" animBg="1"/>
      <p:bldP spid="404686" grpId="0" animBg="1"/>
      <p:bldP spid="404687" grpId="0" animBg="1"/>
      <p:bldP spid="404688" grpId="0" animBg="1"/>
      <p:bldP spid="404689" grpId="0" autoUpdateAnimBg="0"/>
      <p:bldP spid="404690"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B8E66D-77F0-6D40-A05D-AD5926F0726A}" type="datetime1">
              <a:rPr lang="en-IN" smtClean="0">
                <a:solidFill>
                  <a:prstClr val="black">
                    <a:tint val="75000"/>
                  </a:prstClr>
                </a:solidFill>
              </a:rPr>
              <a:t>06-10-2023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smtClean="0">
                <a:solidFill>
                  <a:prstClr val="black">
                    <a:tint val="75000"/>
                  </a:prstClr>
                </a:solidFill>
              </a:rPr>
              <a:t>Development of Surfaces</a:t>
            </a: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23</a:t>
            </a:fld>
            <a:endParaRPr lang="en-IN">
              <a:solidFill>
                <a:prstClr val="black">
                  <a:tint val="75000"/>
                </a:prstClr>
              </a:solidFill>
            </a:endParaRPr>
          </a:p>
        </p:txBody>
      </p:sp>
    </p:spTree>
    <p:extLst>
      <p:ext uri="{BB962C8B-B14F-4D97-AF65-F5344CB8AC3E}">
        <p14:creationId xmlns:p14="http://schemas.microsoft.com/office/powerpoint/2010/main" val="7033101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problems</a:t>
            </a:r>
          </a:p>
        </p:txBody>
      </p:sp>
      <p:sp>
        <p:nvSpPr>
          <p:cNvPr id="3" name="Text Placeholder 2"/>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fld id="{EE9524C3-4CE2-CD40-8788-1CB1E21ACBEE}" type="datetime1">
              <a:rPr lang="en-IN" smtClean="0">
                <a:solidFill>
                  <a:prstClr val="black">
                    <a:tint val="75000"/>
                  </a:prstClr>
                </a:solidFill>
              </a:rPr>
              <a:t>06-10-2023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Development of Surfaces</a:t>
            </a:r>
          </a:p>
        </p:txBody>
      </p:sp>
      <p:sp>
        <p:nvSpPr>
          <p:cNvPr id="6" name="Slide Number Placeholder 5"/>
          <p:cNvSpPr>
            <a:spLocks noGrp="1"/>
          </p:cNvSpPr>
          <p:nvPr>
            <p:ph type="sldNum" sz="quarter" idx="12"/>
          </p:nvPr>
        </p:nvSpPr>
        <p:spPr/>
        <p:txBody>
          <a:bodyPr/>
          <a:lstStyle/>
          <a:p>
            <a:fld id="{F7FF31BA-82E2-4C85-86C6-F5926E4FA1B8}" type="slidenum">
              <a:rPr lang="en-IN" smtClean="0">
                <a:solidFill>
                  <a:prstClr val="black">
                    <a:tint val="75000"/>
                  </a:prstClr>
                </a:solidFill>
              </a:rPr>
              <a:pPr/>
              <a:t>24</a:t>
            </a:fld>
            <a:endParaRPr lang="en-IN">
              <a:solidFill>
                <a:prstClr val="black">
                  <a:tint val="75000"/>
                </a:prstClr>
              </a:solidFill>
            </a:endParaRPr>
          </a:p>
        </p:txBody>
      </p:sp>
    </p:spTree>
    <p:extLst>
      <p:ext uri="{BB962C8B-B14F-4D97-AF65-F5344CB8AC3E}">
        <p14:creationId xmlns:p14="http://schemas.microsoft.com/office/powerpoint/2010/main" val="8684311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25</a:t>
            </a:fld>
            <a:endParaRPr lang="en-IN">
              <a:solidFill>
                <a:prstClr val="black">
                  <a:tint val="75000"/>
                </a:prstClr>
              </a:solidFill>
            </a:endParaRPr>
          </a:p>
        </p:txBody>
      </p:sp>
      <p:sp>
        <p:nvSpPr>
          <p:cNvPr id="5" name="Arc 2"/>
          <p:cNvSpPr>
            <a:spLocks/>
          </p:cNvSpPr>
          <p:nvPr/>
        </p:nvSpPr>
        <p:spPr bwMode="auto">
          <a:xfrm>
            <a:off x="2873375" y="4533900"/>
            <a:ext cx="1089025" cy="2057400"/>
          </a:xfrm>
          <a:custGeom>
            <a:avLst/>
            <a:gdLst>
              <a:gd name="G0" fmla="+- 1265 0 0"/>
              <a:gd name="G1" fmla="+- 21600 0 0"/>
              <a:gd name="G2" fmla="+- 21600 0 0"/>
              <a:gd name="T0" fmla="*/ 1265 w 22865"/>
              <a:gd name="T1" fmla="*/ 0 h 43200"/>
              <a:gd name="T2" fmla="*/ 0 w 22865"/>
              <a:gd name="T3" fmla="*/ 43163 h 43200"/>
              <a:gd name="T4" fmla="*/ 1265 w 22865"/>
              <a:gd name="T5" fmla="*/ 21600 h 43200"/>
            </a:gdLst>
            <a:ahLst/>
            <a:cxnLst>
              <a:cxn ang="0">
                <a:pos x="T0" y="T1"/>
              </a:cxn>
              <a:cxn ang="0">
                <a:pos x="T2" y="T3"/>
              </a:cxn>
              <a:cxn ang="0">
                <a:pos x="T4" y="T5"/>
              </a:cxn>
            </a:cxnLst>
            <a:rect l="0" t="0" r="r" b="b"/>
            <a:pathLst>
              <a:path w="22865" h="43200" fill="none" extrusionOk="0">
                <a:moveTo>
                  <a:pt x="1265" y="-1"/>
                </a:moveTo>
                <a:cubicBezTo>
                  <a:pt x="13194" y="0"/>
                  <a:pt x="22865" y="9670"/>
                  <a:pt x="22865" y="21600"/>
                </a:cubicBezTo>
                <a:cubicBezTo>
                  <a:pt x="22865" y="33529"/>
                  <a:pt x="13194" y="43200"/>
                  <a:pt x="1265" y="43200"/>
                </a:cubicBezTo>
                <a:cubicBezTo>
                  <a:pt x="843" y="43199"/>
                  <a:pt x="421" y="43187"/>
                  <a:pt x="0" y="43162"/>
                </a:cubicBezTo>
              </a:path>
              <a:path w="22865" h="43200" stroke="0" extrusionOk="0">
                <a:moveTo>
                  <a:pt x="1265" y="-1"/>
                </a:moveTo>
                <a:cubicBezTo>
                  <a:pt x="13194" y="0"/>
                  <a:pt x="22865" y="9670"/>
                  <a:pt x="22865" y="21600"/>
                </a:cubicBezTo>
                <a:cubicBezTo>
                  <a:pt x="22865" y="33529"/>
                  <a:pt x="13194" y="43200"/>
                  <a:pt x="1265" y="43200"/>
                </a:cubicBezTo>
                <a:cubicBezTo>
                  <a:pt x="843" y="43199"/>
                  <a:pt x="421" y="43187"/>
                  <a:pt x="0" y="43162"/>
                </a:cubicBezTo>
                <a:lnTo>
                  <a:pt x="1265" y="21600"/>
                </a:lnTo>
                <a:close/>
              </a:path>
            </a:pathLst>
          </a:custGeom>
          <a:noFill/>
          <a:ln w="1905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6" name="Group 3"/>
          <p:cNvGrpSpPr>
            <a:grpSpLocks/>
          </p:cNvGrpSpPr>
          <p:nvPr/>
        </p:nvGrpSpPr>
        <p:grpSpPr bwMode="auto">
          <a:xfrm>
            <a:off x="2006600" y="4524375"/>
            <a:ext cx="942975" cy="2105025"/>
            <a:chOff x="1168" y="2754"/>
            <a:chExt cx="594" cy="1326"/>
          </a:xfrm>
        </p:grpSpPr>
        <p:sp>
          <p:nvSpPr>
            <p:cNvPr id="7" name="Line 4"/>
            <p:cNvSpPr>
              <a:spLocks noChangeShapeType="1"/>
            </p:cNvSpPr>
            <p:nvPr/>
          </p:nvSpPr>
          <p:spPr bwMode="auto">
            <a:xfrm flipH="1">
              <a:off x="1168" y="2760"/>
              <a:ext cx="576" cy="35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Line 5"/>
            <p:cNvSpPr>
              <a:spLocks noChangeShapeType="1"/>
            </p:cNvSpPr>
            <p:nvPr/>
          </p:nvSpPr>
          <p:spPr bwMode="auto">
            <a:xfrm>
              <a:off x="1186" y="3108"/>
              <a:ext cx="0" cy="62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Line 6"/>
            <p:cNvSpPr>
              <a:spLocks noChangeShapeType="1"/>
            </p:cNvSpPr>
            <p:nvPr/>
          </p:nvSpPr>
          <p:spPr bwMode="auto">
            <a:xfrm>
              <a:off x="1186" y="3732"/>
              <a:ext cx="576" cy="336"/>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Line 7"/>
            <p:cNvSpPr>
              <a:spLocks noChangeShapeType="1"/>
            </p:cNvSpPr>
            <p:nvPr/>
          </p:nvSpPr>
          <p:spPr bwMode="auto">
            <a:xfrm>
              <a:off x="1744" y="2754"/>
              <a:ext cx="0" cy="1326"/>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1" name="Line 8"/>
          <p:cNvSpPr>
            <a:spLocks noChangeShapeType="1"/>
          </p:cNvSpPr>
          <p:nvPr/>
        </p:nvSpPr>
        <p:spPr bwMode="auto">
          <a:xfrm>
            <a:off x="2057400" y="5070475"/>
            <a:ext cx="152400" cy="88900"/>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Line 9"/>
          <p:cNvSpPr>
            <a:spLocks noChangeShapeType="1"/>
          </p:cNvSpPr>
          <p:nvPr/>
        </p:nvSpPr>
        <p:spPr bwMode="auto">
          <a:xfrm flipV="1">
            <a:off x="1905000" y="2514600"/>
            <a:ext cx="175260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Line 10"/>
          <p:cNvSpPr>
            <a:spLocks noChangeShapeType="1"/>
          </p:cNvSpPr>
          <p:nvPr/>
        </p:nvSpPr>
        <p:spPr bwMode="auto">
          <a:xfrm>
            <a:off x="2209800" y="3733800"/>
            <a:ext cx="0" cy="23622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Line 11"/>
          <p:cNvSpPr>
            <a:spLocks noChangeShapeType="1"/>
          </p:cNvSpPr>
          <p:nvPr/>
        </p:nvSpPr>
        <p:spPr bwMode="auto">
          <a:xfrm>
            <a:off x="3371850" y="2686050"/>
            <a:ext cx="0" cy="295275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Line 12"/>
          <p:cNvSpPr>
            <a:spLocks noChangeShapeType="1"/>
          </p:cNvSpPr>
          <p:nvPr/>
        </p:nvSpPr>
        <p:spPr bwMode="auto">
          <a:xfrm>
            <a:off x="3533775" y="3124200"/>
            <a:ext cx="0" cy="2438400"/>
          </a:xfrm>
          <a:prstGeom prst="line">
            <a:avLst/>
          </a:prstGeom>
          <a:noFill/>
          <a:ln w="31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Arc 13"/>
          <p:cNvSpPr>
            <a:spLocks/>
          </p:cNvSpPr>
          <p:nvPr/>
        </p:nvSpPr>
        <p:spPr bwMode="auto">
          <a:xfrm>
            <a:off x="2897188" y="4953000"/>
            <a:ext cx="619125" cy="1220788"/>
          </a:xfrm>
          <a:custGeom>
            <a:avLst/>
            <a:gdLst>
              <a:gd name="G0" fmla="+- 286 0 0"/>
              <a:gd name="G1" fmla="+- 21600 0 0"/>
              <a:gd name="G2" fmla="+- 21600 0 0"/>
              <a:gd name="T0" fmla="*/ 286 w 21886"/>
              <a:gd name="T1" fmla="*/ 0 h 43200"/>
              <a:gd name="T2" fmla="*/ 0 w 21886"/>
              <a:gd name="T3" fmla="*/ 43198 h 43200"/>
              <a:gd name="T4" fmla="*/ 286 w 21886"/>
              <a:gd name="T5" fmla="*/ 21600 h 43200"/>
            </a:gdLst>
            <a:ahLst/>
            <a:cxnLst>
              <a:cxn ang="0">
                <a:pos x="T0" y="T1"/>
              </a:cxn>
              <a:cxn ang="0">
                <a:pos x="T2" y="T3"/>
              </a:cxn>
              <a:cxn ang="0">
                <a:pos x="T4" y="T5"/>
              </a:cxn>
            </a:cxnLst>
            <a:rect l="0" t="0" r="r" b="b"/>
            <a:pathLst>
              <a:path w="21886" h="43200" fill="none" extrusionOk="0">
                <a:moveTo>
                  <a:pt x="286" y="-1"/>
                </a:moveTo>
                <a:cubicBezTo>
                  <a:pt x="12215" y="0"/>
                  <a:pt x="21886" y="9670"/>
                  <a:pt x="21886" y="21600"/>
                </a:cubicBezTo>
                <a:cubicBezTo>
                  <a:pt x="21886" y="33529"/>
                  <a:pt x="12215" y="43200"/>
                  <a:pt x="286" y="43200"/>
                </a:cubicBezTo>
                <a:cubicBezTo>
                  <a:pt x="190" y="43199"/>
                  <a:pt x="95" y="43199"/>
                  <a:pt x="-1" y="43198"/>
                </a:cubicBezTo>
              </a:path>
              <a:path w="21886" h="43200" stroke="0" extrusionOk="0">
                <a:moveTo>
                  <a:pt x="286" y="-1"/>
                </a:moveTo>
                <a:cubicBezTo>
                  <a:pt x="12215" y="0"/>
                  <a:pt x="21886" y="9670"/>
                  <a:pt x="21886" y="21600"/>
                </a:cubicBezTo>
                <a:cubicBezTo>
                  <a:pt x="21886" y="33529"/>
                  <a:pt x="12215" y="43200"/>
                  <a:pt x="286" y="43200"/>
                </a:cubicBezTo>
                <a:cubicBezTo>
                  <a:pt x="190" y="43199"/>
                  <a:pt x="95" y="43199"/>
                  <a:pt x="-1" y="43198"/>
                </a:cubicBezTo>
                <a:lnTo>
                  <a:pt x="286" y="21600"/>
                </a:lnTo>
                <a:close/>
              </a:path>
            </a:pathLst>
          </a:custGeom>
          <a:noFill/>
          <a:ln w="3175">
            <a:solidFill>
              <a:srgbClr val="FF9900"/>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Line 14"/>
          <p:cNvSpPr>
            <a:spLocks noChangeShapeType="1"/>
          </p:cNvSpPr>
          <p:nvPr/>
        </p:nvSpPr>
        <p:spPr bwMode="auto">
          <a:xfrm>
            <a:off x="3276600" y="2819400"/>
            <a:ext cx="0" cy="320040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8" name="Group 15"/>
          <p:cNvGrpSpPr>
            <a:grpSpLocks/>
          </p:cNvGrpSpPr>
          <p:nvPr/>
        </p:nvGrpSpPr>
        <p:grpSpPr bwMode="auto">
          <a:xfrm>
            <a:off x="2876550" y="4895850"/>
            <a:ext cx="76200" cy="1314450"/>
            <a:chOff x="1716" y="2988"/>
            <a:chExt cx="48" cy="828"/>
          </a:xfrm>
        </p:grpSpPr>
        <p:sp>
          <p:nvSpPr>
            <p:cNvPr id="19" name="Oval 16"/>
            <p:cNvSpPr>
              <a:spLocks noChangeArrowheads="1"/>
            </p:cNvSpPr>
            <p:nvPr/>
          </p:nvSpPr>
          <p:spPr bwMode="auto">
            <a:xfrm>
              <a:off x="1716" y="37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Oval 17"/>
            <p:cNvSpPr>
              <a:spLocks noChangeArrowheads="1"/>
            </p:cNvSpPr>
            <p:nvPr/>
          </p:nvSpPr>
          <p:spPr bwMode="auto">
            <a:xfrm>
              <a:off x="1716" y="298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1" name="Group 18"/>
          <p:cNvGrpSpPr>
            <a:grpSpLocks/>
          </p:cNvGrpSpPr>
          <p:nvPr/>
        </p:nvGrpSpPr>
        <p:grpSpPr bwMode="auto">
          <a:xfrm>
            <a:off x="2035175" y="5124450"/>
            <a:ext cx="1374775" cy="962025"/>
            <a:chOff x="1186" y="3132"/>
            <a:chExt cx="866" cy="606"/>
          </a:xfrm>
        </p:grpSpPr>
        <p:sp>
          <p:nvSpPr>
            <p:cNvPr id="22" name="Line 19"/>
            <p:cNvSpPr>
              <a:spLocks noChangeShapeType="1"/>
            </p:cNvSpPr>
            <p:nvPr/>
          </p:nvSpPr>
          <p:spPr bwMode="auto">
            <a:xfrm flipV="1">
              <a:off x="1186" y="3674"/>
              <a:ext cx="110" cy="6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Oval 20"/>
            <p:cNvSpPr>
              <a:spLocks noChangeArrowheads="1"/>
            </p:cNvSpPr>
            <p:nvPr/>
          </p:nvSpPr>
          <p:spPr bwMode="auto">
            <a:xfrm>
              <a:off x="1272" y="313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Oval 21"/>
            <p:cNvSpPr>
              <a:spLocks noChangeArrowheads="1"/>
            </p:cNvSpPr>
            <p:nvPr/>
          </p:nvSpPr>
          <p:spPr bwMode="auto">
            <a:xfrm>
              <a:off x="1278" y="364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Oval 22"/>
            <p:cNvSpPr>
              <a:spLocks noChangeArrowheads="1"/>
            </p:cNvSpPr>
            <p:nvPr/>
          </p:nvSpPr>
          <p:spPr bwMode="auto">
            <a:xfrm>
              <a:off x="1944" y="316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Oval 23"/>
            <p:cNvSpPr>
              <a:spLocks noChangeArrowheads="1"/>
            </p:cNvSpPr>
            <p:nvPr/>
          </p:nvSpPr>
          <p:spPr bwMode="auto">
            <a:xfrm>
              <a:off x="1938" y="358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Oval 24"/>
            <p:cNvSpPr>
              <a:spLocks noChangeArrowheads="1"/>
            </p:cNvSpPr>
            <p:nvPr/>
          </p:nvSpPr>
          <p:spPr bwMode="auto">
            <a:xfrm>
              <a:off x="2004" y="338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8" name="Group 25"/>
          <p:cNvGrpSpPr>
            <a:grpSpLocks/>
          </p:cNvGrpSpPr>
          <p:nvPr/>
        </p:nvGrpSpPr>
        <p:grpSpPr bwMode="auto">
          <a:xfrm>
            <a:off x="2209800" y="4933950"/>
            <a:ext cx="1171575" cy="1238250"/>
            <a:chOff x="1296" y="3012"/>
            <a:chExt cx="738" cy="780"/>
          </a:xfrm>
        </p:grpSpPr>
        <p:sp>
          <p:nvSpPr>
            <p:cNvPr id="29" name="Line 26"/>
            <p:cNvSpPr>
              <a:spLocks noChangeShapeType="1"/>
            </p:cNvSpPr>
            <p:nvPr/>
          </p:nvSpPr>
          <p:spPr bwMode="auto">
            <a:xfrm flipV="1">
              <a:off x="1296" y="3012"/>
              <a:ext cx="432" cy="14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Line 27"/>
            <p:cNvSpPr>
              <a:spLocks noChangeShapeType="1"/>
            </p:cNvSpPr>
            <p:nvPr/>
          </p:nvSpPr>
          <p:spPr bwMode="auto">
            <a:xfrm>
              <a:off x="1296" y="3648"/>
              <a:ext cx="432" cy="14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Arc 28"/>
            <p:cNvSpPr>
              <a:spLocks/>
            </p:cNvSpPr>
            <p:nvPr/>
          </p:nvSpPr>
          <p:spPr bwMode="auto">
            <a:xfrm>
              <a:off x="1746" y="3025"/>
              <a:ext cx="288" cy="767"/>
            </a:xfrm>
            <a:custGeom>
              <a:avLst/>
              <a:gdLst>
                <a:gd name="G0" fmla="+- 0 0 0"/>
                <a:gd name="G1" fmla="+- 21600 0 0"/>
                <a:gd name="G2" fmla="+- 21600 0 0"/>
                <a:gd name="T0" fmla="*/ 0 w 21600"/>
                <a:gd name="T1" fmla="*/ 0 h 43155"/>
                <a:gd name="T2" fmla="*/ 1391 w 21600"/>
                <a:gd name="T3" fmla="*/ 43155 h 43155"/>
                <a:gd name="T4" fmla="*/ 0 w 21600"/>
                <a:gd name="T5" fmla="*/ 21600 h 43155"/>
              </a:gdLst>
              <a:ahLst/>
              <a:cxnLst>
                <a:cxn ang="0">
                  <a:pos x="T0" y="T1"/>
                </a:cxn>
                <a:cxn ang="0">
                  <a:pos x="T2" y="T3"/>
                </a:cxn>
                <a:cxn ang="0">
                  <a:pos x="T4" y="T5"/>
                </a:cxn>
              </a:cxnLst>
              <a:rect l="0" t="0" r="r" b="b"/>
              <a:pathLst>
                <a:path w="21600" h="43155" fill="none" extrusionOk="0">
                  <a:moveTo>
                    <a:pt x="0" y="-1"/>
                  </a:moveTo>
                  <a:cubicBezTo>
                    <a:pt x="11929" y="0"/>
                    <a:pt x="21600" y="9670"/>
                    <a:pt x="21600" y="21600"/>
                  </a:cubicBezTo>
                  <a:cubicBezTo>
                    <a:pt x="21600" y="32989"/>
                    <a:pt x="12756" y="42421"/>
                    <a:pt x="1391" y="43155"/>
                  </a:cubicBezTo>
                </a:path>
                <a:path w="21600" h="43155" stroke="0" extrusionOk="0">
                  <a:moveTo>
                    <a:pt x="0" y="-1"/>
                  </a:moveTo>
                  <a:cubicBezTo>
                    <a:pt x="11929" y="0"/>
                    <a:pt x="21600" y="9670"/>
                    <a:pt x="21600" y="21600"/>
                  </a:cubicBezTo>
                  <a:cubicBezTo>
                    <a:pt x="21600" y="32989"/>
                    <a:pt x="12756" y="42421"/>
                    <a:pt x="1391" y="43155"/>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Line 29"/>
            <p:cNvSpPr>
              <a:spLocks noChangeShapeType="1"/>
            </p:cNvSpPr>
            <p:nvPr/>
          </p:nvSpPr>
          <p:spPr bwMode="auto">
            <a:xfrm>
              <a:off x="1296" y="3120"/>
              <a:ext cx="0" cy="528"/>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3" name="Group 30"/>
          <p:cNvGrpSpPr>
            <a:grpSpLocks/>
          </p:cNvGrpSpPr>
          <p:nvPr/>
        </p:nvGrpSpPr>
        <p:grpSpPr bwMode="auto">
          <a:xfrm>
            <a:off x="2209800" y="4953000"/>
            <a:ext cx="1147763" cy="1219200"/>
            <a:chOff x="1296" y="3024"/>
            <a:chExt cx="723" cy="768"/>
          </a:xfrm>
        </p:grpSpPr>
        <p:grpSp>
          <p:nvGrpSpPr>
            <p:cNvPr id="34" name="Group 31"/>
            <p:cNvGrpSpPr>
              <a:grpSpLocks/>
            </p:cNvGrpSpPr>
            <p:nvPr/>
          </p:nvGrpSpPr>
          <p:grpSpPr bwMode="auto">
            <a:xfrm>
              <a:off x="1296" y="3024"/>
              <a:ext cx="462" cy="768"/>
              <a:chOff x="1296" y="3024"/>
              <a:chExt cx="462" cy="768"/>
            </a:xfrm>
          </p:grpSpPr>
          <p:sp>
            <p:nvSpPr>
              <p:cNvPr id="42" name="Line 32"/>
              <p:cNvSpPr>
                <a:spLocks noChangeShapeType="1"/>
              </p:cNvSpPr>
              <p:nvPr/>
            </p:nvSpPr>
            <p:spPr bwMode="auto">
              <a:xfrm flipH="1">
                <a:off x="1296" y="3024"/>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Line 33"/>
              <p:cNvSpPr>
                <a:spLocks noChangeShapeType="1"/>
              </p:cNvSpPr>
              <p:nvPr/>
            </p:nvSpPr>
            <p:spPr bwMode="auto">
              <a:xfrm flipH="1">
                <a:off x="1296" y="3120"/>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Line 34"/>
              <p:cNvSpPr>
                <a:spLocks noChangeShapeType="1"/>
              </p:cNvSpPr>
              <p:nvPr/>
            </p:nvSpPr>
            <p:spPr bwMode="auto">
              <a:xfrm flipH="1">
                <a:off x="1302" y="3228"/>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Line 35"/>
              <p:cNvSpPr>
                <a:spLocks noChangeShapeType="1"/>
              </p:cNvSpPr>
              <p:nvPr/>
            </p:nvSpPr>
            <p:spPr bwMode="auto">
              <a:xfrm flipH="1">
                <a:off x="1344" y="3348"/>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Line 36"/>
              <p:cNvSpPr>
                <a:spLocks noChangeShapeType="1"/>
              </p:cNvSpPr>
              <p:nvPr/>
            </p:nvSpPr>
            <p:spPr bwMode="auto">
              <a:xfrm flipH="1">
                <a:off x="1452" y="3468"/>
                <a:ext cx="28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Line 37"/>
              <p:cNvSpPr>
                <a:spLocks noChangeShapeType="1"/>
              </p:cNvSpPr>
              <p:nvPr/>
            </p:nvSpPr>
            <p:spPr bwMode="auto">
              <a:xfrm flipH="1">
                <a:off x="1518" y="3570"/>
                <a:ext cx="24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 name="Line 38"/>
              <p:cNvSpPr>
                <a:spLocks noChangeShapeType="1"/>
              </p:cNvSpPr>
              <p:nvPr/>
            </p:nvSpPr>
            <p:spPr bwMode="auto">
              <a:xfrm flipH="1">
                <a:off x="1296" y="307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Line 39"/>
              <p:cNvSpPr>
                <a:spLocks noChangeShapeType="1"/>
              </p:cNvSpPr>
              <p:nvPr/>
            </p:nvSpPr>
            <p:spPr bwMode="auto">
              <a:xfrm flipH="1">
                <a:off x="1296" y="3120"/>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Line 40"/>
              <p:cNvSpPr>
                <a:spLocks noChangeShapeType="1"/>
              </p:cNvSpPr>
              <p:nvPr/>
            </p:nvSpPr>
            <p:spPr bwMode="auto">
              <a:xfrm flipH="1">
                <a:off x="1644" y="369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35" name="Group 41"/>
            <p:cNvGrpSpPr>
              <a:grpSpLocks/>
            </p:cNvGrpSpPr>
            <p:nvPr/>
          </p:nvGrpSpPr>
          <p:grpSpPr bwMode="auto">
            <a:xfrm>
              <a:off x="1731" y="3024"/>
              <a:ext cx="288" cy="738"/>
              <a:chOff x="1728" y="3024"/>
              <a:chExt cx="288" cy="738"/>
            </a:xfrm>
          </p:grpSpPr>
          <p:sp>
            <p:nvSpPr>
              <p:cNvPr id="36" name="Line 42"/>
              <p:cNvSpPr>
                <a:spLocks noChangeShapeType="1"/>
              </p:cNvSpPr>
              <p:nvPr/>
            </p:nvSpPr>
            <p:spPr bwMode="auto">
              <a:xfrm>
                <a:off x="1728" y="3096"/>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Line 43"/>
              <p:cNvSpPr>
                <a:spLocks noChangeShapeType="1"/>
              </p:cNvSpPr>
              <p:nvPr/>
            </p:nvSpPr>
            <p:spPr bwMode="auto">
              <a:xfrm>
                <a:off x="1728" y="3210"/>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Line 44"/>
              <p:cNvSpPr>
                <a:spLocks noChangeShapeType="1"/>
              </p:cNvSpPr>
              <p:nvPr/>
            </p:nvSpPr>
            <p:spPr bwMode="auto">
              <a:xfrm>
                <a:off x="1728" y="3330"/>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Line 45"/>
              <p:cNvSpPr>
                <a:spLocks noChangeShapeType="1"/>
              </p:cNvSpPr>
              <p:nvPr/>
            </p:nvSpPr>
            <p:spPr bwMode="auto">
              <a:xfrm>
                <a:off x="1728" y="3552"/>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Line 46"/>
              <p:cNvSpPr>
                <a:spLocks noChangeShapeType="1"/>
              </p:cNvSpPr>
              <p:nvPr/>
            </p:nvSpPr>
            <p:spPr bwMode="auto">
              <a:xfrm>
                <a:off x="1752" y="366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Line 47"/>
              <p:cNvSpPr>
                <a:spLocks noChangeShapeType="1"/>
              </p:cNvSpPr>
              <p:nvPr/>
            </p:nvSpPr>
            <p:spPr bwMode="auto">
              <a:xfrm>
                <a:off x="1728" y="3024"/>
                <a:ext cx="24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grpSp>
        <p:nvGrpSpPr>
          <p:cNvPr id="51" name="Group 48"/>
          <p:cNvGrpSpPr>
            <a:grpSpLocks/>
          </p:cNvGrpSpPr>
          <p:nvPr/>
        </p:nvGrpSpPr>
        <p:grpSpPr bwMode="auto">
          <a:xfrm>
            <a:off x="723900" y="685800"/>
            <a:ext cx="2647950" cy="3067050"/>
            <a:chOff x="360" y="336"/>
            <a:chExt cx="1668" cy="1932"/>
          </a:xfrm>
        </p:grpSpPr>
        <p:sp>
          <p:nvSpPr>
            <p:cNvPr id="52" name="Line 49"/>
            <p:cNvSpPr>
              <a:spLocks noChangeShapeType="1"/>
            </p:cNvSpPr>
            <p:nvPr/>
          </p:nvSpPr>
          <p:spPr bwMode="auto">
            <a:xfrm flipH="1" flipV="1">
              <a:off x="360" y="1068"/>
              <a:ext cx="912" cy="1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Line 50"/>
            <p:cNvSpPr>
              <a:spLocks noChangeShapeType="1"/>
            </p:cNvSpPr>
            <p:nvPr/>
          </p:nvSpPr>
          <p:spPr bwMode="auto">
            <a:xfrm flipH="1" flipV="1">
              <a:off x="1116" y="444"/>
              <a:ext cx="912" cy="1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Line 51"/>
            <p:cNvSpPr>
              <a:spLocks noChangeShapeType="1"/>
            </p:cNvSpPr>
            <p:nvPr/>
          </p:nvSpPr>
          <p:spPr bwMode="auto">
            <a:xfrm flipH="1" flipV="1">
              <a:off x="943" y="336"/>
              <a:ext cx="1031" cy="13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Line 52"/>
            <p:cNvSpPr>
              <a:spLocks noChangeShapeType="1"/>
            </p:cNvSpPr>
            <p:nvPr/>
          </p:nvSpPr>
          <p:spPr bwMode="auto">
            <a:xfrm flipH="1" flipV="1">
              <a:off x="834" y="702"/>
              <a:ext cx="912" cy="1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56" name="Group 53"/>
          <p:cNvGrpSpPr>
            <a:grpSpLocks/>
          </p:cNvGrpSpPr>
          <p:nvPr/>
        </p:nvGrpSpPr>
        <p:grpSpPr bwMode="auto">
          <a:xfrm>
            <a:off x="381000" y="533400"/>
            <a:ext cx="1763713" cy="1735138"/>
            <a:chOff x="281" y="422"/>
            <a:chExt cx="1111" cy="1093"/>
          </a:xfrm>
        </p:grpSpPr>
        <p:sp>
          <p:nvSpPr>
            <p:cNvPr id="57" name="Line 54"/>
            <p:cNvSpPr>
              <a:spLocks noChangeShapeType="1"/>
            </p:cNvSpPr>
            <p:nvPr/>
          </p:nvSpPr>
          <p:spPr bwMode="auto">
            <a:xfrm rot="19385738" flipV="1">
              <a:off x="281" y="764"/>
              <a:ext cx="581" cy="14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Line 55"/>
            <p:cNvSpPr>
              <a:spLocks noChangeShapeType="1"/>
            </p:cNvSpPr>
            <p:nvPr/>
          </p:nvSpPr>
          <p:spPr bwMode="auto">
            <a:xfrm rot="-2214262">
              <a:off x="670" y="1282"/>
              <a:ext cx="581" cy="144"/>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Arc 56"/>
            <p:cNvSpPr>
              <a:spLocks/>
            </p:cNvSpPr>
            <p:nvPr/>
          </p:nvSpPr>
          <p:spPr bwMode="auto">
            <a:xfrm rot="-2214262">
              <a:off x="960" y="422"/>
              <a:ext cx="387" cy="767"/>
            </a:xfrm>
            <a:custGeom>
              <a:avLst/>
              <a:gdLst>
                <a:gd name="G0" fmla="+- 0 0 0"/>
                <a:gd name="G1" fmla="+- 21600 0 0"/>
                <a:gd name="G2" fmla="+- 21600 0 0"/>
                <a:gd name="T0" fmla="*/ 0 w 21600"/>
                <a:gd name="T1" fmla="*/ 0 h 43155"/>
                <a:gd name="T2" fmla="*/ 1391 w 21600"/>
                <a:gd name="T3" fmla="*/ 43155 h 43155"/>
                <a:gd name="T4" fmla="*/ 0 w 21600"/>
                <a:gd name="T5" fmla="*/ 21600 h 43155"/>
              </a:gdLst>
              <a:ahLst/>
              <a:cxnLst>
                <a:cxn ang="0">
                  <a:pos x="T0" y="T1"/>
                </a:cxn>
                <a:cxn ang="0">
                  <a:pos x="T2" y="T3"/>
                </a:cxn>
                <a:cxn ang="0">
                  <a:pos x="T4" y="T5"/>
                </a:cxn>
              </a:cxnLst>
              <a:rect l="0" t="0" r="r" b="b"/>
              <a:pathLst>
                <a:path w="21600" h="43155" fill="none" extrusionOk="0">
                  <a:moveTo>
                    <a:pt x="0" y="-1"/>
                  </a:moveTo>
                  <a:cubicBezTo>
                    <a:pt x="11929" y="0"/>
                    <a:pt x="21600" y="9670"/>
                    <a:pt x="21600" y="21600"/>
                  </a:cubicBezTo>
                  <a:cubicBezTo>
                    <a:pt x="21600" y="32989"/>
                    <a:pt x="12756" y="42421"/>
                    <a:pt x="1391" y="43155"/>
                  </a:cubicBezTo>
                </a:path>
                <a:path w="21600" h="43155" stroke="0" extrusionOk="0">
                  <a:moveTo>
                    <a:pt x="0" y="-1"/>
                  </a:moveTo>
                  <a:cubicBezTo>
                    <a:pt x="11929" y="0"/>
                    <a:pt x="21600" y="9670"/>
                    <a:pt x="21600" y="21600"/>
                  </a:cubicBezTo>
                  <a:cubicBezTo>
                    <a:pt x="21600" y="32989"/>
                    <a:pt x="12756" y="42421"/>
                    <a:pt x="1391" y="43155"/>
                  </a:cubicBezTo>
                  <a:lnTo>
                    <a:pt x="0" y="21600"/>
                  </a:lnTo>
                  <a:close/>
                </a:path>
              </a:pathLst>
            </a:cu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Line 57"/>
            <p:cNvSpPr>
              <a:spLocks noChangeShapeType="1"/>
            </p:cNvSpPr>
            <p:nvPr/>
          </p:nvSpPr>
          <p:spPr bwMode="auto">
            <a:xfrm rot="-2214262">
              <a:off x="519" y="987"/>
              <a:ext cx="0" cy="528"/>
            </a:xfrm>
            <a:prstGeom prst="line">
              <a:avLst/>
            </a:prstGeom>
            <a:noFill/>
            <a:ln w="190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61" name="Group 58"/>
            <p:cNvGrpSpPr>
              <a:grpSpLocks/>
            </p:cNvGrpSpPr>
            <p:nvPr/>
          </p:nvGrpSpPr>
          <p:grpSpPr bwMode="auto">
            <a:xfrm rot="-2214262">
              <a:off x="460" y="707"/>
              <a:ext cx="621" cy="768"/>
              <a:chOff x="1296" y="3024"/>
              <a:chExt cx="462" cy="768"/>
            </a:xfrm>
          </p:grpSpPr>
          <p:sp>
            <p:nvSpPr>
              <p:cNvPr id="71" name="Line 59"/>
              <p:cNvSpPr>
                <a:spLocks noChangeShapeType="1"/>
              </p:cNvSpPr>
              <p:nvPr/>
            </p:nvSpPr>
            <p:spPr bwMode="auto">
              <a:xfrm flipH="1">
                <a:off x="1296" y="3024"/>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2" name="Line 60"/>
              <p:cNvSpPr>
                <a:spLocks noChangeShapeType="1"/>
              </p:cNvSpPr>
              <p:nvPr/>
            </p:nvSpPr>
            <p:spPr bwMode="auto">
              <a:xfrm flipH="1">
                <a:off x="1296" y="3120"/>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3" name="Line 61"/>
              <p:cNvSpPr>
                <a:spLocks noChangeShapeType="1"/>
              </p:cNvSpPr>
              <p:nvPr/>
            </p:nvSpPr>
            <p:spPr bwMode="auto">
              <a:xfrm flipH="1">
                <a:off x="1302" y="3228"/>
                <a:ext cx="43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Line 62"/>
              <p:cNvSpPr>
                <a:spLocks noChangeShapeType="1"/>
              </p:cNvSpPr>
              <p:nvPr/>
            </p:nvSpPr>
            <p:spPr bwMode="auto">
              <a:xfrm flipH="1">
                <a:off x="1344" y="3348"/>
                <a:ext cx="38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Line 63"/>
              <p:cNvSpPr>
                <a:spLocks noChangeShapeType="1"/>
              </p:cNvSpPr>
              <p:nvPr/>
            </p:nvSpPr>
            <p:spPr bwMode="auto">
              <a:xfrm flipH="1">
                <a:off x="1452" y="3468"/>
                <a:ext cx="28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6" name="Line 64"/>
              <p:cNvSpPr>
                <a:spLocks noChangeShapeType="1"/>
              </p:cNvSpPr>
              <p:nvPr/>
            </p:nvSpPr>
            <p:spPr bwMode="auto">
              <a:xfrm flipH="1">
                <a:off x="1518" y="3570"/>
                <a:ext cx="24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 name="Line 65"/>
              <p:cNvSpPr>
                <a:spLocks noChangeShapeType="1"/>
              </p:cNvSpPr>
              <p:nvPr/>
            </p:nvSpPr>
            <p:spPr bwMode="auto">
              <a:xfrm flipH="1">
                <a:off x="1296" y="3072"/>
                <a:ext cx="24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8" name="Line 66"/>
              <p:cNvSpPr>
                <a:spLocks noChangeShapeType="1"/>
              </p:cNvSpPr>
              <p:nvPr/>
            </p:nvSpPr>
            <p:spPr bwMode="auto">
              <a:xfrm flipH="1">
                <a:off x="1296" y="3120"/>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9" name="Line 67"/>
              <p:cNvSpPr>
                <a:spLocks noChangeShapeType="1"/>
              </p:cNvSpPr>
              <p:nvPr/>
            </p:nvSpPr>
            <p:spPr bwMode="auto">
              <a:xfrm flipH="1">
                <a:off x="1644" y="369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2" name="Group 68"/>
            <p:cNvGrpSpPr>
              <a:grpSpLocks/>
            </p:cNvGrpSpPr>
            <p:nvPr/>
          </p:nvGrpSpPr>
          <p:grpSpPr bwMode="auto">
            <a:xfrm rot="-2214262">
              <a:off x="947" y="437"/>
              <a:ext cx="387" cy="738"/>
              <a:chOff x="1728" y="3024"/>
              <a:chExt cx="288" cy="738"/>
            </a:xfrm>
          </p:grpSpPr>
          <p:sp>
            <p:nvSpPr>
              <p:cNvPr id="65" name="Line 69"/>
              <p:cNvSpPr>
                <a:spLocks noChangeShapeType="1"/>
              </p:cNvSpPr>
              <p:nvPr/>
            </p:nvSpPr>
            <p:spPr bwMode="auto">
              <a:xfrm>
                <a:off x="1728" y="3096"/>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Line 70"/>
              <p:cNvSpPr>
                <a:spLocks noChangeShapeType="1"/>
              </p:cNvSpPr>
              <p:nvPr/>
            </p:nvSpPr>
            <p:spPr bwMode="auto">
              <a:xfrm>
                <a:off x="1728" y="3210"/>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Line 71"/>
              <p:cNvSpPr>
                <a:spLocks noChangeShapeType="1"/>
              </p:cNvSpPr>
              <p:nvPr/>
            </p:nvSpPr>
            <p:spPr bwMode="auto">
              <a:xfrm>
                <a:off x="1728" y="3330"/>
                <a:ext cx="288"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8" name="Line 72"/>
              <p:cNvSpPr>
                <a:spLocks noChangeShapeType="1"/>
              </p:cNvSpPr>
              <p:nvPr/>
            </p:nvSpPr>
            <p:spPr bwMode="auto">
              <a:xfrm>
                <a:off x="1728" y="3552"/>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Line 73"/>
              <p:cNvSpPr>
                <a:spLocks noChangeShapeType="1"/>
              </p:cNvSpPr>
              <p:nvPr/>
            </p:nvSpPr>
            <p:spPr bwMode="auto">
              <a:xfrm>
                <a:off x="1752" y="3666"/>
                <a:ext cx="96"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0" name="Line 74"/>
              <p:cNvSpPr>
                <a:spLocks noChangeShapeType="1"/>
              </p:cNvSpPr>
              <p:nvPr/>
            </p:nvSpPr>
            <p:spPr bwMode="auto">
              <a:xfrm>
                <a:off x="1728" y="3024"/>
                <a:ext cx="24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63" name="Line 75"/>
            <p:cNvSpPr>
              <a:spLocks noChangeShapeType="1"/>
            </p:cNvSpPr>
            <p:nvPr/>
          </p:nvSpPr>
          <p:spPr bwMode="auto">
            <a:xfrm rot="-2214262">
              <a:off x="1005" y="547"/>
              <a:ext cx="0" cy="76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Line 76"/>
            <p:cNvSpPr>
              <a:spLocks noChangeShapeType="1"/>
            </p:cNvSpPr>
            <p:nvPr/>
          </p:nvSpPr>
          <p:spPr bwMode="auto">
            <a:xfrm flipV="1">
              <a:off x="1056" y="912"/>
              <a:ext cx="336"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0" name="Group 77"/>
          <p:cNvGrpSpPr>
            <a:grpSpLocks/>
          </p:cNvGrpSpPr>
          <p:nvPr/>
        </p:nvGrpSpPr>
        <p:grpSpPr bwMode="auto">
          <a:xfrm>
            <a:off x="4419600" y="1963738"/>
            <a:ext cx="3038475" cy="4725987"/>
            <a:chOff x="2928" y="1083"/>
            <a:chExt cx="1914" cy="2977"/>
          </a:xfrm>
        </p:grpSpPr>
        <p:sp>
          <p:nvSpPr>
            <p:cNvPr id="81" name="Line 78"/>
            <p:cNvSpPr>
              <a:spLocks noChangeShapeType="1"/>
            </p:cNvSpPr>
            <p:nvPr/>
          </p:nvSpPr>
          <p:spPr bwMode="auto">
            <a:xfrm>
              <a:off x="4641" y="1688"/>
              <a:ext cx="192" cy="5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2" name="Line 79"/>
            <p:cNvSpPr>
              <a:spLocks noChangeShapeType="1"/>
            </p:cNvSpPr>
            <p:nvPr/>
          </p:nvSpPr>
          <p:spPr bwMode="auto">
            <a:xfrm>
              <a:off x="4842" y="2207"/>
              <a:ext cx="0" cy="5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3" name="Line 80"/>
            <p:cNvSpPr>
              <a:spLocks noChangeShapeType="1"/>
            </p:cNvSpPr>
            <p:nvPr/>
          </p:nvSpPr>
          <p:spPr bwMode="auto">
            <a:xfrm flipH="1">
              <a:off x="4698" y="2784"/>
              <a:ext cx="144" cy="5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 name="Arc 81"/>
            <p:cNvSpPr>
              <a:spLocks/>
            </p:cNvSpPr>
            <p:nvPr/>
          </p:nvSpPr>
          <p:spPr bwMode="auto">
            <a:xfrm rot="10107104">
              <a:off x="2928" y="1083"/>
              <a:ext cx="1705" cy="1317"/>
            </a:xfrm>
            <a:custGeom>
              <a:avLst/>
              <a:gdLst>
                <a:gd name="G0" fmla="+- 20576 0 0"/>
                <a:gd name="G1" fmla="+- 0 0 0"/>
                <a:gd name="G2" fmla="+- 21600 0 0"/>
                <a:gd name="T0" fmla="*/ 6077 w 20576"/>
                <a:gd name="T1" fmla="*/ 16010 h 16010"/>
                <a:gd name="T2" fmla="*/ 0 w 20576"/>
                <a:gd name="T3" fmla="*/ 6573 h 16010"/>
                <a:gd name="T4" fmla="*/ 20576 w 20576"/>
                <a:gd name="T5" fmla="*/ 0 h 16010"/>
              </a:gdLst>
              <a:ahLst/>
              <a:cxnLst>
                <a:cxn ang="0">
                  <a:pos x="T0" y="T1"/>
                </a:cxn>
                <a:cxn ang="0">
                  <a:pos x="T2" y="T3"/>
                </a:cxn>
                <a:cxn ang="0">
                  <a:pos x="T4" y="T5"/>
                </a:cxn>
              </a:cxnLst>
              <a:rect l="0" t="0" r="r" b="b"/>
              <a:pathLst>
                <a:path w="20576" h="16010" fill="none" extrusionOk="0">
                  <a:moveTo>
                    <a:pt x="6076" y="16010"/>
                  </a:moveTo>
                  <a:cubicBezTo>
                    <a:pt x="3255" y="13454"/>
                    <a:pt x="1158" y="10199"/>
                    <a:pt x="0" y="6572"/>
                  </a:cubicBezTo>
                </a:path>
                <a:path w="20576" h="16010" stroke="0" extrusionOk="0">
                  <a:moveTo>
                    <a:pt x="6076" y="16010"/>
                  </a:moveTo>
                  <a:cubicBezTo>
                    <a:pt x="3255" y="13454"/>
                    <a:pt x="1158" y="10199"/>
                    <a:pt x="0" y="6572"/>
                  </a:cubicBezTo>
                  <a:lnTo>
                    <a:pt x="20576" y="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5" name="Arc 82"/>
            <p:cNvSpPr>
              <a:spLocks/>
            </p:cNvSpPr>
            <p:nvPr/>
          </p:nvSpPr>
          <p:spPr bwMode="auto">
            <a:xfrm rot="10107104">
              <a:off x="3264" y="2400"/>
              <a:ext cx="1404" cy="1660"/>
            </a:xfrm>
            <a:custGeom>
              <a:avLst/>
              <a:gdLst>
                <a:gd name="G0" fmla="+- 16937 0 0"/>
                <a:gd name="G1" fmla="+- 20192 0 0"/>
                <a:gd name="G2" fmla="+- 21600 0 0"/>
                <a:gd name="T0" fmla="*/ 0 w 16937"/>
                <a:gd name="T1" fmla="*/ 6787 h 20192"/>
                <a:gd name="T2" fmla="*/ 9266 w 16937"/>
                <a:gd name="T3" fmla="*/ 0 h 20192"/>
                <a:gd name="T4" fmla="*/ 16937 w 16937"/>
                <a:gd name="T5" fmla="*/ 20192 h 20192"/>
              </a:gdLst>
              <a:ahLst/>
              <a:cxnLst>
                <a:cxn ang="0">
                  <a:pos x="T0" y="T1"/>
                </a:cxn>
                <a:cxn ang="0">
                  <a:pos x="T2" y="T3"/>
                </a:cxn>
                <a:cxn ang="0">
                  <a:pos x="T4" y="T5"/>
                </a:cxn>
              </a:cxnLst>
              <a:rect l="0" t="0" r="r" b="b"/>
              <a:pathLst>
                <a:path w="16937" h="20192" fill="none" extrusionOk="0">
                  <a:moveTo>
                    <a:pt x="-1" y="6786"/>
                  </a:moveTo>
                  <a:cubicBezTo>
                    <a:pt x="2419" y="3729"/>
                    <a:pt x="5621" y="1384"/>
                    <a:pt x="9266" y="0"/>
                  </a:cubicBezTo>
                </a:path>
                <a:path w="16937" h="20192" stroke="0" extrusionOk="0">
                  <a:moveTo>
                    <a:pt x="-1" y="6786"/>
                  </a:moveTo>
                  <a:cubicBezTo>
                    <a:pt x="2419" y="3729"/>
                    <a:pt x="5621" y="1384"/>
                    <a:pt x="9266" y="0"/>
                  </a:cubicBezTo>
                  <a:lnTo>
                    <a:pt x="16937" y="20192"/>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10800000"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endParaRPr>
            </a:p>
          </p:txBody>
        </p:sp>
      </p:grpSp>
      <p:grpSp>
        <p:nvGrpSpPr>
          <p:cNvPr id="86" name="Group 83"/>
          <p:cNvGrpSpPr>
            <a:grpSpLocks/>
          </p:cNvGrpSpPr>
          <p:nvPr/>
        </p:nvGrpSpPr>
        <p:grpSpPr bwMode="auto">
          <a:xfrm>
            <a:off x="7010400" y="3775075"/>
            <a:ext cx="76200" cy="850900"/>
            <a:chOff x="4560" y="2224"/>
            <a:chExt cx="48" cy="536"/>
          </a:xfrm>
        </p:grpSpPr>
        <p:sp>
          <p:nvSpPr>
            <p:cNvPr id="87" name="Oval 84"/>
            <p:cNvSpPr>
              <a:spLocks noChangeArrowheads="1"/>
            </p:cNvSpPr>
            <p:nvPr/>
          </p:nvSpPr>
          <p:spPr bwMode="auto">
            <a:xfrm>
              <a:off x="4560" y="271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8" name="Oval 85"/>
            <p:cNvSpPr>
              <a:spLocks noChangeArrowheads="1"/>
            </p:cNvSpPr>
            <p:nvPr/>
          </p:nvSpPr>
          <p:spPr bwMode="auto">
            <a:xfrm>
              <a:off x="4560" y="2224"/>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89" name="Group 86"/>
          <p:cNvGrpSpPr>
            <a:grpSpLocks/>
          </p:cNvGrpSpPr>
          <p:nvPr/>
        </p:nvGrpSpPr>
        <p:grpSpPr bwMode="auto">
          <a:xfrm>
            <a:off x="6388100" y="3292475"/>
            <a:ext cx="76200" cy="1879600"/>
            <a:chOff x="4168" y="1920"/>
            <a:chExt cx="48" cy="1184"/>
          </a:xfrm>
        </p:grpSpPr>
        <p:sp>
          <p:nvSpPr>
            <p:cNvPr id="90" name="Oval 87"/>
            <p:cNvSpPr>
              <a:spLocks noChangeArrowheads="1"/>
            </p:cNvSpPr>
            <p:nvPr/>
          </p:nvSpPr>
          <p:spPr bwMode="auto">
            <a:xfrm>
              <a:off x="4168" y="19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1" name="Oval 88"/>
            <p:cNvSpPr>
              <a:spLocks noChangeArrowheads="1"/>
            </p:cNvSpPr>
            <p:nvPr/>
          </p:nvSpPr>
          <p:spPr bwMode="auto">
            <a:xfrm>
              <a:off x="4168" y="305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2" name="Group 89"/>
          <p:cNvGrpSpPr>
            <a:grpSpLocks/>
          </p:cNvGrpSpPr>
          <p:nvPr/>
        </p:nvGrpSpPr>
        <p:grpSpPr bwMode="auto">
          <a:xfrm>
            <a:off x="5638800" y="3292475"/>
            <a:ext cx="88900" cy="1905000"/>
            <a:chOff x="3696" y="1920"/>
            <a:chExt cx="56" cy="1200"/>
          </a:xfrm>
        </p:grpSpPr>
        <p:sp>
          <p:nvSpPr>
            <p:cNvPr id="93" name="Oval 90"/>
            <p:cNvSpPr>
              <a:spLocks noChangeArrowheads="1"/>
            </p:cNvSpPr>
            <p:nvPr/>
          </p:nvSpPr>
          <p:spPr bwMode="auto">
            <a:xfrm>
              <a:off x="3704" y="307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4" name="Oval 91"/>
            <p:cNvSpPr>
              <a:spLocks noChangeArrowheads="1"/>
            </p:cNvSpPr>
            <p:nvPr/>
          </p:nvSpPr>
          <p:spPr bwMode="auto">
            <a:xfrm>
              <a:off x="3696" y="19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95" name="Group 92"/>
          <p:cNvGrpSpPr>
            <a:grpSpLocks/>
          </p:cNvGrpSpPr>
          <p:nvPr/>
        </p:nvGrpSpPr>
        <p:grpSpPr bwMode="auto">
          <a:xfrm>
            <a:off x="5334000" y="3216275"/>
            <a:ext cx="76200" cy="2057400"/>
            <a:chOff x="3504" y="1872"/>
            <a:chExt cx="48" cy="1296"/>
          </a:xfrm>
        </p:grpSpPr>
        <p:sp>
          <p:nvSpPr>
            <p:cNvPr id="96" name="Oval 93"/>
            <p:cNvSpPr>
              <a:spLocks noChangeArrowheads="1"/>
            </p:cNvSpPr>
            <p:nvPr/>
          </p:nvSpPr>
          <p:spPr bwMode="auto">
            <a:xfrm>
              <a:off x="3504" y="3120"/>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7" name="Oval 94"/>
            <p:cNvSpPr>
              <a:spLocks noChangeArrowheads="1"/>
            </p:cNvSpPr>
            <p:nvPr/>
          </p:nvSpPr>
          <p:spPr bwMode="auto">
            <a:xfrm>
              <a:off x="3504" y="187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8" name="Arc 95"/>
          <p:cNvSpPr>
            <a:spLocks/>
          </p:cNvSpPr>
          <p:nvPr/>
        </p:nvSpPr>
        <p:spPr bwMode="auto">
          <a:xfrm rot="-827511" flipH="1" flipV="1">
            <a:off x="5354638" y="2813050"/>
            <a:ext cx="1049337" cy="609600"/>
          </a:xfrm>
          <a:custGeom>
            <a:avLst/>
            <a:gdLst>
              <a:gd name="G0" fmla="+- 866 0 0"/>
              <a:gd name="G1" fmla="+- 21600 0 0"/>
              <a:gd name="G2" fmla="+- 21600 0 0"/>
              <a:gd name="T0" fmla="*/ 0 w 19802"/>
              <a:gd name="T1" fmla="*/ 17 h 21600"/>
              <a:gd name="T2" fmla="*/ 19802 w 19802"/>
              <a:gd name="T3" fmla="*/ 11209 h 21600"/>
              <a:gd name="T4" fmla="*/ 866 w 19802"/>
              <a:gd name="T5" fmla="*/ 21600 h 21600"/>
            </a:gdLst>
            <a:ahLst/>
            <a:cxnLst>
              <a:cxn ang="0">
                <a:pos x="T0" y="T1"/>
              </a:cxn>
              <a:cxn ang="0">
                <a:pos x="T2" y="T3"/>
              </a:cxn>
              <a:cxn ang="0">
                <a:pos x="T4" y="T5"/>
              </a:cxn>
            </a:cxnLst>
            <a:rect l="0" t="0" r="r" b="b"/>
            <a:pathLst>
              <a:path w="19802" h="21600" fill="none" extrusionOk="0">
                <a:moveTo>
                  <a:pt x="0" y="17"/>
                </a:moveTo>
                <a:cubicBezTo>
                  <a:pt x="288" y="5"/>
                  <a:pt x="577" y="-1"/>
                  <a:pt x="866" y="-1"/>
                </a:cubicBezTo>
                <a:cubicBezTo>
                  <a:pt x="8750" y="-1"/>
                  <a:pt x="16009" y="4296"/>
                  <a:pt x="19802" y="11208"/>
                </a:cubicBezTo>
              </a:path>
              <a:path w="19802" h="21600" stroke="0" extrusionOk="0">
                <a:moveTo>
                  <a:pt x="0" y="17"/>
                </a:moveTo>
                <a:cubicBezTo>
                  <a:pt x="288" y="5"/>
                  <a:pt x="577" y="-1"/>
                  <a:pt x="866" y="-1"/>
                </a:cubicBezTo>
                <a:cubicBezTo>
                  <a:pt x="8750" y="-1"/>
                  <a:pt x="16009" y="4296"/>
                  <a:pt x="19802" y="11208"/>
                </a:cubicBezTo>
                <a:lnTo>
                  <a:pt x="866"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9" name="Arc 96"/>
          <p:cNvSpPr>
            <a:spLocks/>
          </p:cNvSpPr>
          <p:nvPr/>
        </p:nvSpPr>
        <p:spPr bwMode="auto">
          <a:xfrm rot="521004" flipH="1">
            <a:off x="5334000" y="5057775"/>
            <a:ext cx="1049338" cy="609600"/>
          </a:xfrm>
          <a:custGeom>
            <a:avLst/>
            <a:gdLst>
              <a:gd name="G0" fmla="+- 866 0 0"/>
              <a:gd name="G1" fmla="+- 21600 0 0"/>
              <a:gd name="G2" fmla="+- 21600 0 0"/>
              <a:gd name="T0" fmla="*/ 0 w 19802"/>
              <a:gd name="T1" fmla="*/ 17 h 21600"/>
              <a:gd name="T2" fmla="*/ 19802 w 19802"/>
              <a:gd name="T3" fmla="*/ 11209 h 21600"/>
              <a:gd name="T4" fmla="*/ 866 w 19802"/>
              <a:gd name="T5" fmla="*/ 21600 h 21600"/>
            </a:gdLst>
            <a:ahLst/>
            <a:cxnLst>
              <a:cxn ang="0">
                <a:pos x="T0" y="T1"/>
              </a:cxn>
              <a:cxn ang="0">
                <a:pos x="T2" y="T3"/>
              </a:cxn>
              <a:cxn ang="0">
                <a:pos x="T4" y="T5"/>
              </a:cxn>
            </a:cxnLst>
            <a:rect l="0" t="0" r="r" b="b"/>
            <a:pathLst>
              <a:path w="19802" h="21600" fill="none" extrusionOk="0">
                <a:moveTo>
                  <a:pt x="0" y="17"/>
                </a:moveTo>
                <a:cubicBezTo>
                  <a:pt x="288" y="5"/>
                  <a:pt x="577" y="-1"/>
                  <a:pt x="866" y="-1"/>
                </a:cubicBezTo>
                <a:cubicBezTo>
                  <a:pt x="8750" y="-1"/>
                  <a:pt x="16009" y="4296"/>
                  <a:pt x="19802" y="11208"/>
                </a:cubicBezTo>
              </a:path>
              <a:path w="19802" h="21600" stroke="0" extrusionOk="0">
                <a:moveTo>
                  <a:pt x="0" y="17"/>
                </a:moveTo>
                <a:cubicBezTo>
                  <a:pt x="288" y="5"/>
                  <a:pt x="577" y="-1"/>
                  <a:pt x="866" y="-1"/>
                </a:cubicBezTo>
                <a:cubicBezTo>
                  <a:pt x="8750" y="-1"/>
                  <a:pt x="16009" y="4296"/>
                  <a:pt x="19802" y="11208"/>
                </a:cubicBezTo>
                <a:lnTo>
                  <a:pt x="866" y="21600"/>
                </a:lnTo>
                <a:close/>
              </a:path>
            </a:pathLst>
          </a:cu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0" name="Line 97"/>
          <p:cNvSpPr>
            <a:spLocks noChangeShapeType="1"/>
          </p:cNvSpPr>
          <p:nvPr/>
        </p:nvSpPr>
        <p:spPr bwMode="auto">
          <a:xfrm flipV="1">
            <a:off x="6400800" y="4587875"/>
            <a:ext cx="6096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 name="Line 98"/>
          <p:cNvSpPr>
            <a:spLocks noChangeShapeType="1"/>
          </p:cNvSpPr>
          <p:nvPr/>
        </p:nvSpPr>
        <p:spPr bwMode="auto">
          <a:xfrm flipV="1">
            <a:off x="7035800" y="3775075"/>
            <a:ext cx="0" cy="838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2" name="Line 99"/>
          <p:cNvSpPr>
            <a:spLocks noChangeShapeType="1"/>
          </p:cNvSpPr>
          <p:nvPr/>
        </p:nvSpPr>
        <p:spPr bwMode="auto">
          <a:xfrm flipH="1" flipV="1">
            <a:off x="6400800" y="3292475"/>
            <a:ext cx="685800" cy="5334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3" name="Line 100"/>
          <p:cNvSpPr>
            <a:spLocks noChangeShapeType="1"/>
          </p:cNvSpPr>
          <p:nvPr/>
        </p:nvSpPr>
        <p:spPr bwMode="auto">
          <a:xfrm>
            <a:off x="5372100" y="5260975"/>
            <a:ext cx="838200" cy="1447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4" name="Line 101"/>
          <p:cNvSpPr>
            <a:spLocks noChangeShapeType="1"/>
          </p:cNvSpPr>
          <p:nvPr/>
        </p:nvSpPr>
        <p:spPr bwMode="auto">
          <a:xfrm flipV="1">
            <a:off x="5334000" y="1844675"/>
            <a:ext cx="838200" cy="1447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5" name="Group 102"/>
          <p:cNvGrpSpPr>
            <a:grpSpLocks/>
          </p:cNvGrpSpPr>
          <p:nvPr/>
        </p:nvGrpSpPr>
        <p:grpSpPr bwMode="auto">
          <a:xfrm>
            <a:off x="6400800" y="2911475"/>
            <a:ext cx="1066800" cy="2667000"/>
            <a:chOff x="4176" y="1680"/>
            <a:chExt cx="672" cy="1680"/>
          </a:xfrm>
        </p:grpSpPr>
        <p:sp>
          <p:nvSpPr>
            <p:cNvPr id="106" name="Line 103"/>
            <p:cNvSpPr>
              <a:spLocks noChangeShapeType="1"/>
            </p:cNvSpPr>
            <p:nvPr/>
          </p:nvSpPr>
          <p:spPr bwMode="auto">
            <a:xfrm flipV="1">
              <a:off x="4224" y="1680"/>
              <a:ext cx="432"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7" name="Line 104"/>
            <p:cNvSpPr>
              <a:spLocks noChangeShapeType="1"/>
            </p:cNvSpPr>
            <p:nvPr/>
          </p:nvSpPr>
          <p:spPr bwMode="auto">
            <a:xfrm flipV="1">
              <a:off x="4560" y="2208"/>
              <a:ext cx="288"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8" name="Line 105"/>
            <p:cNvSpPr>
              <a:spLocks noChangeShapeType="1"/>
            </p:cNvSpPr>
            <p:nvPr/>
          </p:nvSpPr>
          <p:spPr bwMode="auto">
            <a:xfrm>
              <a:off x="4560" y="2736"/>
              <a:ext cx="288"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 name="Line 106"/>
            <p:cNvSpPr>
              <a:spLocks noChangeShapeType="1"/>
            </p:cNvSpPr>
            <p:nvPr/>
          </p:nvSpPr>
          <p:spPr bwMode="auto">
            <a:xfrm>
              <a:off x="4176" y="3072"/>
              <a:ext cx="52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10" name="Group 107"/>
          <p:cNvGrpSpPr>
            <a:grpSpLocks/>
          </p:cNvGrpSpPr>
          <p:nvPr/>
        </p:nvGrpSpPr>
        <p:grpSpPr bwMode="auto">
          <a:xfrm>
            <a:off x="1828800" y="2438400"/>
            <a:ext cx="1779588" cy="1524000"/>
            <a:chOff x="1056" y="1440"/>
            <a:chExt cx="1121" cy="960"/>
          </a:xfrm>
        </p:grpSpPr>
        <p:sp>
          <p:nvSpPr>
            <p:cNvPr id="111" name="Text Box 108"/>
            <p:cNvSpPr txBox="1">
              <a:spLocks noChangeArrowheads="1"/>
            </p:cNvSpPr>
            <p:nvPr/>
          </p:nvSpPr>
          <p:spPr bwMode="auto">
            <a:xfrm>
              <a:off x="1056" y="2160"/>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1’</a:t>
              </a:r>
            </a:p>
          </p:txBody>
        </p:sp>
        <p:sp>
          <p:nvSpPr>
            <p:cNvPr id="112" name="Text Box 109"/>
            <p:cNvSpPr txBox="1">
              <a:spLocks noChangeArrowheads="1"/>
            </p:cNvSpPr>
            <p:nvPr/>
          </p:nvSpPr>
          <p:spPr bwMode="auto">
            <a:xfrm>
              <a:off x="1536" y="177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2’</a:t>
              </a:r>
            </a:p>
          </p:txBody>
        </p:sp>
        <p:sp>
          <p:nvSpPr>
            <p:cNvPr id="113" name="Text Box 110"/>
            <p:cNvSpPr txBox="1">
              <a:spLocks noChangeArrowheads="1"/>
            </p:cNvSpPr>
            <p:nvPr/>
          </p:nvSpPr>
          <p:spPr bwMode="auto">
            <a:xfrm>
              <a:off x="1824" y="1584"/>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3’</a:t>
              </a:r>
            </a:p>
          </p:txBody>
        </p:sp>
        <p:sp>
          <p:nvSpPr>
            <p:cNvPr id="114" name="Text Box 111"/>
            <p:cNvSpPr txBox="1">
              <a:spLocks noChangeArrowheads="1"/>
            </p:cNvSpPr>
            <p:nvPr/>
          </p:nvSpPr>
          <p:spPr bwMode="auto">
            <a:xfrm>
              <a:off x="1968" y="1440"/>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4’</a:t>
              </a:r>
            </a:p>
          </p:txBody>
        </p:sp>
        <p:sp>
          <p:nvSpPr>
            <p:cNvPr id="115" name="Text Box 112"/>
            <p:cNvSpPr txBox="1">
              <a:spLocks noChangeArrowheads="1"/>
            </p:cNvSpPr>
            <p:nvPr/>
          </p:nvSpPr>
          <p:spPr bwMode="auto">
            <a:xfrm>
              <a:off x="1872" y="1680"/>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5’</a:t>
              </a:r>
            </a:p>
          </p:txBody>
        </p:sp>
        <p:sp>
          <p:nvSpPr>
            <p:cNvPr id="116" name="Text Box 113"/>
            <p:cNvSpPr txBox="1">
              <a:spLocks noChangeArrowheads="1"/>
            </p:cNvSpPr>
            <p:nvPr/>
          </p:nvSpPr>
          <p:spPr bwMode="auto">
            <a:xfrm>
              <a:off x="1700" y="1824"/>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6’</a:t>
              </a:r>
            </a:p>
          </p:txBody>
        </p:sp>
        <p:sp>
          <p:nvSpPr>
            <p:cNvPr id="117" name="Text Box 114"/>
            <p:cNvSpPr txBox="1">
              <a:spLocks noChangeArrowheads="1"/>
            </p:cNvSpPr>
            <p:nvPr/>
          </p:nvSpPr>
          <p:spPr bwMode="auto">
            <a:xfrm>
              <a:off x="1248" y="2208"/>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7’</a:t>
              </a:r>
            </a:p>
          </p:txBody>
        </p:sp>
      </p:grpSp>
      <p:grpSp>
        <p:nvGrpSpPr>
          <p:cNvPr id="118" name="Group 115"/>
          <p:cNvGrpSpPr>
            <a:grpSpLocks/>
          </p:cNvGrpSpPr>
          <p:nvPr/>
        </p:nvGrpSpPr>
        <p:grpSpPr bwMode="auto">
          <a:xfrm>
            <a:off x="1981200" y="4724400"/>
            <a:ext cx="1568450" cy="1676400"/>
            <a:chOff x="1152" y="2880"/>
            <a:chExt cx="988" cy="1056"/>
          </a:xfrm>
        </p:grpSpPr>
        <p:sp>
          <p:nvSpPr>
            <p:cNvPr id="119" name="Text Box 116"/>
            <p:cNvSpPr txBox="1">
              <a:spLocks noChangeArrowheads="1"/>
            </p:cNvSpPr>
            <p:nvPr/>
          </p:nvSpPr>
          <p:spPr bwMode="auto">
            <a:xfrm>
              <a:off x="1152" y="312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7</a:t>
              </a:r>
            </a:p>
          </p:txBody>
        </p:sp>
        <p:sp>
          <p:nvSpPr>
            <p:cNvPr id="120" name="Text Box 117"/>
            <p:cNvSpPr txBox="1">
              <a:spLocks noChangeArrowheads="1"/>
            </p:cNvSpPr>
            <p:nvPr/>
          </p:nvSpPr>
          <p:spPr bwMode="auto">
            <a:xfrm>
              <a:off x="1152" y="350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1</a:t>
              </a:r>
            </a:p>
          </p:txBody>
        </p:sp>
        <p:sp>
          <p:nvSpPr>
            <p:cNvPr id="121" name="Text Box 118"/>
            <p:cNvSpPr txBox="1">
              <a:spLocks noChangeArrowheads="1"/>
            </p:cNvSpPr>
            <p:nvPr/>
          </p:nvSpPr>
          <p:spPr bwMode="auto">
            <a:xfrm>
              <a:off x="1908" y="302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5</a:t>
              </a:r>
            </a:p>
          </p:txBody>
        </p:sp>
        <p:sp>
          <p:nvSpPr>
            <p:cNvPr id="122" name="Text Box 119"/>
            <p:cNvSpPr txBox="1">
              <a:spLocks noChangeArrowheads="1"/>
            </p:cNvSpPr>
            <p:nvPr/>
          </p:nvSpPr>
          <p:spPr bwMode="auto">
            <a:xfrm>
              <a:off x="1968" y="321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4</a:t>
              </a:r>
            </a:p>
          </p:txBody>
        </p:sp>
        <p:sp>
          <p:nvSpPr>
            <p:cNvPr id="123" name="Text Box 120"/>
            <p:cNvSpPr txBox="1">
              <a:spLocks noChangeArrowheads="1"/>
            </p:cNvSpPr>
            <p:nvPr/>
          </p:nvSpPr>
          <p:spPr bwMode="auto">
            <a:xfrm>
              <a:off x="1938" y="351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3</a:t>
              </a:r>
            </a:p>
          </p:txBody>
        </p:sp>
        <p:sp>
          <p:nvSpPr>
            <p:cNvPr id="124" name="Text Box 121"/>
            <p:cNvSpPr txBox="1">
              <a:spLocks noChangeArrowheads="1"/>
            </p:cNvSpPr>
            <p:nvPr/>
          </p:nvSpPr>
          <p:spPr bwMode="auto">
            <a:xfrm>
              <a:off x="1728" y="374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2</a:t>
              </a:r>
            </a:p>
          </p:txBody>
        </p:sp>
        <p:sp>
          <p:nvSpPr>
            <p:cNvPr id="125" name="Text Box 122"/>
            <p:cNvSpPr txBox="1">
              <a:spLocks noChangeArrowheads="1"/>
            </p:cNvSpPr>
            <p:nvPr/>
          </p:nvSpPr>
          <p:spPr bwMode="auto">
            <a:xfrm>
              <a:off x="1584" y="2880"/>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6</a:t>
              </a:r>
            </a:p>
          </p:txBody>
        </p:sp>
      </p:grpSp>
      <p:grpSp>
        <p:nvGrpSpPr>
          <p:cNvPr id="126" name="Group 123"/>
          <p:cNvGrpSpPr>
            <a:grpSpLocks/>
          </p:cNvGrpSpPr>
          <p:nvPr/>
        </p:nvGrpSpPr>
        <p:grpSpPr bwMode="auto">
          <a:xfrm>
            <a:off x="288925" y="468313"/>
            <a:ext cx="2025650" cy="1981200"/>
            <a:chOff x="86" y="199"/>
            <a:chExt cx="1276" cy="1248"/>
          </a:xfrm>
        </p:grpSpPr>
        <p:sp>
          <p:nvSpPr>
            <p:cNvPr id="127" name="Text Box 124"/>
            <p:cNvSpPr txBox="1">
              <a:spLocks noChangeArrowheads="1"/>
            </p:cNvSpPr>
            <p:nvPr/>
          </p:nvSpPr>
          <p:spPr bwMode="auto">
            <a:xfrm>
              <a:off x="422" y="1255"/>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7</a:t>
              </a:r>
            </a:p>
          </p:txBody>
        </p:sp>
        <p:sp>
          <p:nvSpPr>
            <p:cNvPr id="128" name="Text Box 125"/>
            <p:cNvSpPr txBox="1">
              <a:spLocks noChangeArrowheads="1"/>
            </p:cNvSpPr>
            <p:nvPr/>
          </p:nvSpPr>
          <p:spPr bwMode="auto">
            <a:xfrm>
              <a:off x="86" y="775"/>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1</a:t>
              </a:r>
            </a:p>
          </p:txBody>
        </p:sp>
        <p:sp>
          <p:nvSpPr>
            <p:cNvPr id="129" name="Text Box 126"/>
            <p:cNvSpPr txBox="1">
              <a:spLocks noChangeArrowheads="1"/>
            </p:cNvSpPr>
            <p:nvPr/>
          </p:nvSpPr>
          <p:spPr bwMode="auto">
            <a:xfrm>
              <a:off x="1082" y="949"/>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6</a:t>
              </a:r>
            </a:p>
          </p:txBody>
        </p:sp>
        <p:sp>
          <p:nvSpPr>
            <p:cNvPr id="130" name="Text Box 127"/>
            <p:cNvSpPr txBox="1">
              <a:spLocks noChangeArrowheads="1"/>
            </p:cNvSpPr>
            <p:nvPr/>
          </p:nvSpPr>
          <p:spPr bwMode="auto">
            <a:xfrm>
              <a:off x="1190" y="63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5</a:t>
              </a:r>
            </a:p>
          </p:txBody>
        </p:sp>
        <p:sp>
          <p:nvSpPr>
            <p:cNvPr id="131" name="Text Box 128"/>
            <p:cNvSpPr txBox="1">
              <a:spLocks noChangeArrowheads="1"/>
            </p:cNvSpPr>
            <p:nvPr/>
          </p:nvSpPr>
          <p:spPr bwMode="auto">
            <a:xfrm>
              <a:off x="1124" y="39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4</a:t>
              </a:r>
            </a:p>
          </p:txBody>
        </p:sp>
        <p:sp>
          <p:nvSpPr>
            <p:cNvPr id="132" name="Text Box 129"/>
            <p:cNvSpPr txBox="1">
              <a:spLocks noChangeArrowheads="1"/>
            </p:cNvSpPr>
            <p:nvPr/>
          </p:nvSpPr>
          <p:spPr bwMode="auto">
            <a:xfrm>
              <a:off x="902" y="199"/>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3</a:t>
              </a:r>
            </a:p>
          </p:txBody>
        </p:sp>
        <p:sp>
          <p:nvSpPr>
            <p:cNvPr id="133" name="Text Box 130"/>
            <p:cNvSpPr txBox="1">
              <a:spLocks noChangeArrowheads="1"/>
            </p:cNvSpPr>
            <p:nvPr/>
          </p:nvSpPr>
          <p:spPr bwMode="auto">
            <a:xfrm>
              <a:off x="500" y="265"/>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2</a:t>
              </a:r>
            </a:p>
          </p:txBody>
        </p:sp>
      </p:grpSp>
      <p:grpSp>
        <p:nvGrpSpPr>
          <p:cNvPr id="134" name="Group 131"/>
          <p:cNvGrpSpPr>
            <a:grpSpLocks/>
          </p:cNvGrpSpPr>
          <p:nvPr/>
        </p:nvGrpSpPr>
        <p:grpSpPr bwMode="auto">
          <a:xfrm>
            <a:off x="1812925" y="4306888"/>
            <a:ext cx="2397125" cy="2562225"/>
            <a:chOff x="1046" y="2617"/>
            <a:chExt cx="1510" cy="1614"/>
          </a:xfrm>
        </p:grpSpPr>
        <p:sp>
          <p:nvSpPr>
            <p:cNvPr id="135" name="Text Box 132"/>
            <p:cNvSpPr txBox="1">
              <a:spLocks noChangeArrowheads="1"/>
            </p:cNvSpPr>
            <p:nvPr/>
          </p:nvSpPr>
          <p:spPr bwMode="auto">
            <a:xfrm>
              <a:off x="2390" y="3319"/>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a</a:t>
              </a:r>
            </a:p>
          </p:txBody>
        </p:sp>
        <p:sp>
          <p:nvSpPr>
            <p:cNvPr id="136" name="Text Box 133"/>
            <p:cNvSpPr txBox="1">
              <a:spLocks noChangeArrowheads="1"/>
            </p:cNvSpPr>
            <p:nvPr/>
          </p:nvSpPr>
          <p:spPr bwMode="auto">
            <a:xfrm>
              <a:off x="2246" y="375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b</a:t>
              </a:r>
            </a:p>
          </p:txBody>
        </p:sp>
        <p:sp>
          <p:nvSpPr>
            <p:cNvPr id="137" name="Text Box 134"/>
            <p:cNvSpPr txBox="1">
              <a:spLocks noChangeArrowheads="1"/>
            </p:cNvSpPr>
            <p:nvPr/>
          </p:nvSpPr>
          <p:spPr bwMode="auto">
            <a:xfrm>
              <a:off x="1712" y="4039"/>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c</a:t>
              </a:r>
            </a:p>
          </p:txBody>
        </p:sp>
        <p:sp>
          <p:nvSpPr>
            <p:cNvPr id="138" name="Text Box 135"/>
            <p:cNvSpPr txBox="1">
              <a:spLocks noChangeArrowheads="1"/>
            </p:cNvSpPr>
            <p:nvPr/>
          </p:nvSpPr>
          <p:spPr bwMode="auto">
            <a:xfrm>
              <a:off x="1046" y="3703"/>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d</a:t>
              </a:r>
            </a:p>
          </p:txBody>
        </p:sp>
        <p:sp>
          <p:nvSpPr>
            <p:cNvPr id="139" name="Text Box 136"/>
            <p:cNvSpPr txBox="1">
              <a:spLocks noChangeArrowheads="1"/>
            </p:cNvSpPr>
            <p:nvPr/>
          </p:nvSpPr>
          <p:spPr bwMode="auto">
            <a:xfrm>
              <a:off x="1049" y="2983"/>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e</a:t>
              </a:r>
            </a:p>
          </p:txBody>
        </p:sp>
        <p:sp>
          <p:nvSpPr>
            <p:cNvPr id="140" name="Text Box 137"/>
            <p:cNvSpPr txBox="1">
              <a:spLocks noChangeArrowheads="1"/>
            </p:cNvSpPr>
            <p:nvPr/>
          </p:nvSpPr>
          <p:spPr bwMode="auto">
            <a:xfrm>
              <a:off x="1670" y="2617"/>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f</a:t>
              </a:r>
            </a:p>
          </p:txBody>
        </p:sp>
        <p:sp>
          <p:nvSpPr>
            <p:cNvPr id="141" name="Text Box 138"/>
            <p:cNvSpPr txBox="1">
              <a:spLocks noChangeArrowheads="1"/>
            </p:cNvSpPr>
            <p:nvPr/>
          </p:nvSpPr>
          <p:spPr bwMode="auto">
            <a:xfrm>
              <a:off x="2246" y="2839"/>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g</a:t>
              </a:r>
            </a:p>
          </p:txBody>
        </p:sp>
      </p:grpSp>
      <p:grpSp>
        <p:nvGrpSpPr>
          <p:cNvPr id="142" name="Group 139"/>
          <p:cNvGrpSpPr>
            <a:grpSpLocks/>
          </p:cNvGrpSpPr>
          <p:nvPr/>
        </p:nvGrpSpPr>
        <p:grpSpPr bwMode="auto">
          <a:xfrm>
            <a:off x="5108575" y="2998788"/>
            <a:ext cx="2192338" cy="2438400"/>
            <a:chOff x="3362" y="1735"/>
            <a:chExt cx="1381" cy="1536"/>
          </a:xfrm>
        </p:grpSpPr>
        <p:sp>
          <p:nvSpPr>
            <p:cNvPr id="143" name="Text Box 140"/>
            <p:cNvSpPr txBox="1">
              <a:spLocks noChangeArrowheads="1"/>
            </p:cNvSpPr>
            <p:nvPr/>
          </p:nvSpPr>
          <p:spPr bwMode="auto">
            <a:xfrm>
              <a:off x="3380" y="174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4</a:t>
              </a:r>
            </a:p>
          </p:txBody>
        </p:sp>
        <p:sp>
          <p:nvSpPr>
            <p:cNvPr id="144" name="Text Box 141"/>
            <p:cNvSpPr txBox="1">
              <a:spLocks noChangeArrowheads="1"/>
            </p:cNvSpPr>
            <p:nvPr/>
          </p:nvSpPr>
          <p:spPr bwMode="auto">
            <a:xfrm>
              <a:off x="3362" y="307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4</a:t>
              </a:r>
            </a:p>
          </p:txBody>
        </p:sp>
        <p:sp>
          <p:nvSpPr>
            <p:cNvPr id="145" name="Text Box 142"/>
            <p:cNvSpPr txBox="1">
              <a:spLocks noChangeArrowheads="1"/>
            </p:cNvSpPr>
            <p:nvPr/>
          </p:nvSpPr>
          <p:spPr bwMode="auto">
            <a:xfrm>
              <a:off x="3719" y="307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5</a:t>
              </a:r>
            </a:p>
          </p:txBody>
        </p:sp>
        <p:sp>
          <p:nvSpPr>
            <p:cNvPr id="146" name="Text Box 143"/>
            <p:cNvSpPr txBox="1">
              <a:spLocks noChangeArrowheads="1"/>
            </p:cNvSpPr>
            <p:nvPr/>
          </p:nvSpPr>
          <p:spPr bwMode="auto">
            <a:xfrm>
              <a:off x="3734" y="1783"/>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3</a:t>
              </a:r>
            </a:p>
          </p:txBody>
        </p:sp>
        <p:sp>
          <p:nvSpPr>
            <p:cNvPr id="147" name="Text Box 144"/>
            <p:cNvSpPr txBox="1">
              <a:spLocks noChangeArrowheads="1"/>
            </p:cNvSpPr>
            <p:nvPr/>
          </p:nvSpPr>
          <p:spPr bwMode="auto">
            <a:xfrm>
              <a:off x="4133" y="3079"/>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6</a:t>
              </a:r>
            </a:p>
          </p:txBody>
        </p:sp>
        <p:sp>
          <p:nvSpPr>
            <p:cNvPr id="148" name="Text Box 145"/>
            <p:cNvSpPr txBox="1">
              <a:spLocks noChangeArrowheads="1"/>
            </p:cNvSpPr>
            <p:nvPr/>
          </p:nvSpPr>
          <p:spPr bwMode="auto">
            <a:xfrm>
              <a:off x="4121" y="1735"/>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2</a:t>
              </a:r>
            </a:p>
          </p:txBody>
        </p:sp>
        <p:sp>
          <p:nvSpPr>
            <p:cNvPr id="149" name="Text Box 146"/>
            <p:cNvSpPr txBox="1">
              <a:spLocks noChangeArrowheads="1"/>
            </p:cNvSpPr>
            <p:nvPr/>
          </p:nvSpPr>
          <p:spPr bwMode="auto">
            <a:xfrm>
              <a:off x="4526" y="2743"/>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7</a:t>
              </a:r>
            </a:p>
          </p:txBody>
        </p:sp>
        <p:sp>
          <p:nvSpPr>
            <p:cNvPr id="150" name="Text Box 147"/>
            <p:cNvSpPr txBox="1">
              <a:spLocks noChangeArrowheads="1"/>
            </p:cNvSpPr>
            <p:nvPr/>
          </p:nvSpPr>
          <p:spPr bwMode="auto">
            <a:xfrm>
              <a:off x="4571" y="2058"/>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1</a:t>
              </a:r>
            </a:p>
          </p:txBody>
        </p:sp>
      </p:grpSp>
      <p:grpSp>
        <p:nvGrpSpPr>
          <p:cNvPr id="151" name="Group 148"/>
          <p:cNvGrpSpPr>
            <a:grpSpLocks/>
          </p:cNvGrpSpPr>
          <p:nvPr/>
        </p:nvGrpSpPr>
        <p:grpSpPr bwMode="auto">
          <a:xfrm>
            <a:off x="6096000" y="1600200"/>
            <a:ext cx="1670050" cy="5416550"/>
            <a:chOff x="4176" y="1008"/>
            <a:chExt cx="815" cy="2391"/>
          </a:xfrm>
        </p:grpSpPr>
        <p:sp>
          <p:nvSpPr>
            <p:cNvPr id="152" name="Text Box 149"/>
            <p:cNvSpPr txBox="1">
              <a:spLocks noChangeArrowheads="1"/>
            </p:cNvSpPr>
            <p:nvPr/>
          </p:nvSpPr>
          <p:spPr bwMode="auto">
            <a:xfrm>
              <a:off x="4176" y="1008"/>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A</a:t>
              </a:r>
            </a:p>
          </p:txBody>
        </p:sp>
        <p:sp>
          <p:nvSpPr>
            <p:cNvPr id="153" name="Text Box 150"/>
            <p:cNvSpPr txBox="1">
              <a:spLocks noChangeArrowheads="1"/>
            </p:cNvSpPr>
            <p:nvPr/>
          </p:nvSpPr>
          <p:spPr bwMode="auto">
            <a:xfrm>
              <a:off x="4464" y="1232"/>
              <a:ext cx="148"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B</a:t>
              </a:r>
            </a:p>
          </p:txBody>
        </p:sp>
        <p:sp>
          <p:nvSpPr>
            <p:cNvPr id="154" name="Text Box 151"/>
            <p:cNvSpPr txBox="1">
              <a:spLocks noChangeArrowheads="1"/>
            </p:cNvSpPr>
            <p:nvPr/>
          </p:nvSpPr>
          <p:spPr bwMode="auto">
            <a:xfrm>
              <a:off x="4704" y="1536"/>
              <a:ext cx="148"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C</a:t>
              </a:r>
            </a:p>
          </p:txBody>
        </p:sp>
        <p:sp>
          <p:nvSpPr>
            <p:cNvPr id="155" name="Text Box 152"/>
            <p:cNvSpPr txBox="1">
              <a:spLocks noChangeArrowheads="1"/>
            </p:cNvSpPr>
            <p:nvPr/>
          </p:nvSpPr>
          <p:spPr bwMode="auto">
            <a:xfrm>
              <a:off x="4800" y="1824"/>
              <a:ext cx="152"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D</a:t>
              </a:r>
            </a:p>
          </p:txBody>
        </p:sp>
        <p:sp>
          <p:nvSpPr>
            <p:cNvPr id="156" name="Text Box 153"/>
            <p:cNvSpPr txBox="1">
              <a:spLocks noChangeArrowheads="1"/>
            </p:cNvSpPr>
            <p:nvPr/>
          </p:nvSpPr>
          <p:spPr bwMode="auto">
            <a:xfrm>
              <a:off x="4848" y="2160"/>
              <a:ext cx="143"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E</a:t>
              </a:r>
            </a:p>
          </p:txBody>
        </p:sp>
        <p:sp>
          <p:nvSpPr>
            <p:cNvPr id="157" name="Text Box 154"/>
            <p:cNvSpPr txBox="1">
              <a:spLocks noChangeArrowheads="1"/>
            </p:cNvSpPr>
            <p:nvPr/>
          </p:nvSpPr>
          <p:spPr bwMode="auto">
            <a:xfrm>
              <a:off x="4799" y="2448"/>
              <a:ext cx="90"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endParaRPr>
            </a:p>
          </p:txBody>
        </p:sp>
        <p:sp>
          <p:nvSpPr>
            <p:cNvPr id="158" name="Text Box 155"/>
            <p:cNvSpPr txBox="1">
              <a:spLocks noChangeArrowheads="1"/>
            </p:cNvSpPr>
            <p:nvPr/>
          </p:nvSpPr>
          <p:spPr bwMode="auto">
            <a:xfrm>
              <a:off x="4176" y="3264"/>
              <a:ext cx="153"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A</a:t>
              </a:r>
            </a:p>
          </p:txBody>
        </p:sp>
        <p:sp>
          <p:nvSpPr>
            <p:cNvPr id="159" name="Text Box 156"/>
            <p:cNvSpPr txBox="1">
              <a:spLocks noChangeArrowheads="1"/>
            </p:cNvSpPr>
            <p:nvPr/>
          </p:nvSpPr>
          <p:spPr bwMode="auto">
            <a:xfrm>
              <a:off x="4680" y="2744"/>
              <a:ext cx="160"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 F</a:t>
              </a:r>
            </a:p>
          </p:txBody>
        </p:sp>
        <p:sp>
          <p:nvSpPr>
            <p:cNvPr id="160" name="Text Box 157"/>
            <p:cNvSpPr txBox="1">
              <a:spLocks noChangeArrowheads="1"/>
            </p:cNvSpPr>
            <p:nvPr/>
          </p:nvSpPr>
          <p:spPr bwMode="auto">
            <a:xfrm>
              <a:off x="4496" y="3024"/>
              <a:ext cx="152" cy="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G</a:t>
              </a:r>
            </a:p>
          </p:txBody>
        </p:sp>
      </p:grpSp>
      <p:grpSp>
        <p:nvGrpSpPr>
          <p:cNvPr id="161" name="Group 158"/>
          <p:cNvGrpSpPr>
            <a:grpSpLocks/>
          </p:cNvGrpSpPr>
          <p:nvPr/>
        </p:nvGrpSpPr>
        <p:grpSpPr bwMode="auto">
          <a:xfrm>
            <a:off x="4524375" y="1858963"/>
            <a:ext cx="3027363" cy="4864100"/>
            <a:chOff x="2994" y="1017"/>
            <a:chExt cx="1907" cy="3064"/>
          </a:xfrm>
        </p:grpSpPr>
        <p:sp>
          <p:nvSpPr>
            <p:cNvPr id="162" name="Arc 159"/>
            <p:cNvSpPr>
              <a:spLocks/>
            </p:cNvSpPr>
            <p:nvPr/>
          </p:nvSpPr>
          <p:spPr bwMode="auto">
            <a:xfrm rot="10107104">
              <a:off x="3111" y="1095"/>
              <a:ext cx="1790" cy="2977"/>
            </a:xfrm>
            <a:custGeom>
              <a:avLst/>
              <a:gdLst>
                <a:gd name="G0" fmla="+- 21600 0 0"/>
                <a:gd name="G1" fmla="+- 20192 0 0"/>
                <a:gd name="G2" fmla="+- 21600 0 0"/>
                <a:gd name="T0" fmla="*/ 7101 w 21600"/>
                <a:gd name="T1" fmla="*/ 36202 h 36202"/>
                <a:gd name="T2" fmla="*/ 13929 w 21600"/>
                <a:gd name="T3" fmla="*/ 0 h 36202"/>
                <a:gd name="T4" fmla="*/ 21600 w 21600"/>
                <a:gd name="T5" fmla="*/ 20192 h 36202"/>
              </a:gdLst>
              <a:ahLst/>
              <a:cxnLst>
                <a:cxn ang="0">
                  <a:pos x="T0" y="T1"/>
                </a:cxn>
                <a:cxn ang="0">
                  <a:pos x="T2" y="T3"/>
                </a:cxn>
                <a:cxn ang="0">
                  <a:pos x="T4" y="T5"/>
                </a:cxn>
              </a:cxnLst>
              <a:rect l="0" t="0" r="r" b="b"/>
              <a:pathLst>
                <a:path w="21600" h="36202" fill="none" extrusionOk="0">
                  <a:moveTo>
                    <a:pt x="7100" y="36202"/>
                  </a:moveTo>
                  <a:cubicBezTo>
                    <a:pt x="2579" y="32107"/>
                    <a:pt x="0" y="26292"/>
                    <a:pt x="0" y="20192"/>
                  </a:cubicBezTo>
                  <a:cubicBezTo>
                    <a:pt x="0" y="11222"/>
                    <a:pt x="5543" y="3185"/>
                    <a:pt x="13929" y="0"/>
                  </a:cubicBezTo>
                </a:path>
                <a:path w="21600" h="36202" stroke="0" extrusionOk="0">
                  <a:moveTo>
                    <a:pt x="7100" y="36202"/>
                  </a:moveTo>
                  <a:cubicBezTo>
                    <a:pt x="2579" y="32107"/>
                    <a:pt x="0" y="26292"/>
                    <a:pt x="0" y="20192"/>
                  </a:cubicBezTo>
                  <a:cubicBezTo>
                    <a:pt x="0" y="11222"/>
                    <a:pt x="5543" y="3185"/>
                    <a:pt x="13929" y="0"/>
                  </a:cubicBezTo>
                  <a:lnTo>
                    <a:pt x="21600" y="20192"/>
                  </a:lnTo>
                  <a:close/>
                </a:path>
              </a:pathLst>
            </a:custGeom>
            <a:noFill/>
            <a:ln w="317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10800000"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endParaRPr>
            </a:p>
          </p:txBody>
        </p:sp>
        <p:grpSp>
          <p:nvGrpSpPr>
            <p:cNvPr id="163" name="Group 160"/>
            <p:cNvGrpSpPr>
              <a:grpSpLocks/>
            </p:cNvGrpSpPr>
            <p:nvPr/>
          </p:nvGrpSpPr>
          <p:grpSpPr bwMode="auto">
            <a:xfrm>
              <a:off x="2994" y="1017"/>
              <a:ext cx="1857" cy="3064"/>
              <a:chOff x="2999" y="1032"/>
              <a:chExt cx="1857" cy="3064"/>
            </a:xfrm>
          </p:grpSpPr>
          <p:grpSp>
            <p:nvGrpSpPr>
              <p:cNvPr id="164" name="Group 161"/>
              <p:cNvGrpSpPr>
                <a:grpSpLocks/>
              </p:cNvGrpSpPr>
              <p:nvPr/>
            </p:nvGrpSpPr>
            <p:grpSpPr bwMode="auto">
              <a:xfrm>
                <a:off x="3128" y="1032"/>
                <a:ext cx="1728" cy="3064"/>
                <a:chOff x="3128" y="1032"/>
                <a:chExt cx="1728" cy="3064"/>
              </a:xfrm>
            </p:grpSpPr>
            <p:grpSp>
              <p:nvGrpSpPr>
                <p:cNvPr id="166" name="Group 162"/>
                <p:cNvGrpSpPr>
                  <a:grpSpLocks/>
                </p:cNvGrpSpPr>
                <p:nvPr/>
              </p:nvGrpSpPr>
              <p:grpSpPr bwMode="auto">
                <a:xfrm>
                  <a:off x="3128" y="1294"/>
                  <a:ext cx="1728" cy="2802"/>
                  <a:chOff x="2208" y="480"/>
                  <a:chExt cx="1728" cy="2802"/>
                </a:xfrm>
              </p:grpSpPr>
              <p:sp>
                <p:nvSpPr>
                  <p:cNvPr id="168" name="Line 163"/>
                  <p:cNvSpPr>
                    <a:spLocks noChangeShapeType="1"/>
                  </p:cNvSpPr>
                  <p:nvPr/>
                </p:nvSpPr>
                <p:spPr bwMode="auto">
                  <a:xfrm rot="10264863">
                    <a:off x="2344" y="1650"/>
                    <a:ext cx="653" cy="163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69" name="Group 164"/>
                  <p:cNvGrpSpPr>
                    <a:grpSpLocks/>
                  </p:cNvGrpSpPr>
                  <p:nvPr/>
                </p:nvGrpSpPr>
                <p:grpSpPr bwMode="auto">
                  <a:xfrm>
                    <a:off x="2208" y="480"/>
                    <a:ext cx="1728" cy="2448"/>
                    <a:chOff x="3120" y="1296"/>
                    <a:chExt cx="1728" cy="2448"/>
                  </a:xfrm>
                </p:grpSpPr>
                <p:sp>
                  <p:nvSpPr>
                    <p:cNvPr id="170" name="Line 165"/>
                    <p:cNvSpPr>
                      <a:spLocks noChangeShapeType="1"/>
                    </p:cNvSpPr>
                    <p:nvPr/>
                  </p:nvSpPr>
                  <p:spPr bwMode="auto">
                    <a:xfrm flipV="1">
                      <a:off x="3168" y="1680"/>
                      <a:ext cx="1488" cy="816"/>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1" name="Line 166"/>
                    <p:cNvSpPr>
                      <a:spLocks noChangeShapeType="1"/>
                    </p:cNvSpPr>
                    <p:nvPr/>
                  </p:nvSpPr>
                  <p:spPr bwMode="auto">
                    <a:xfrm>
                      <a:off x="3120" y="2496"/>
                      <a:ext cx="1584" cy="864"/>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2" name="Line 167"/>
                    <p:cNvSpPr>
                      <a:spLocks noChangeShapeType="1"/>
                    </p:cNvSpPr>
                    <p:nvPr/>
                  </p:nvSpPr>
                  <p:spPr bwMode="auto">
                    <a:xfrm flipV="1">
                      <a:off x="3168" y="1296"/>
                      <a:ext cx="1200" cy="1200"/>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3" name="Line 168"/>
                    <p:cNvSpPr>
                      <a:spLocks noChangeShapeType="1"/>
                    </p:cNvSpPr>
                    <p:nvPr/>
                  </p:nvSpPr>
                  <p:spPr bwMode="auto">
                    <a:xfrm>
                      <a:off x="3168" y="2496"/>
                      <a:ext cx="1248" cy="1248"/>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4" name="Line 169"/>
                    <p:cNvSpPr>
                      <a:spLocks noChangeShapeType="1"/>
                    </p:cNvSpPr>
                    <p:nvPr/>
                  </p:nvSpPr>
                  <p:spPr bwMode="auto">
                    <a:xfrm flipV="1">
                      <a:off x="3168" y="2208"/>
                      <a:ext cx="1680" cy="288"/>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5" name="Line 170"/>
                    <p:cNvSpPr>
                      <a:spLocks noChangeShapeType="1"/>
                    </p:cNvSpPr>
                    <p:nvPr/>
                  </p:nvSpPr>
                  <p:spPr bwMode="auto">
                    <a:xfrm>
                      <a:off x="3168" y="2496"/>
                      <a:ext cx="1680" cy="288"/>
                    </a:xfrm>
                    <a:prstGeom prst="line">
                      <a:avLst/>
                    </a:prstGeom>
                    <a:noFill/>
                    <a:ln w="63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sp>
              <p:nvSpPr>
                <p:cNvPr id="167" name="Line 171"/>
                <p:cNvSpPr>
                  <a:spLocks noChangeShapeType="1"/>
                </p:cNvSpPr>
                <p:nvPr/>
              </p:nvSpPr>
              <p:spPr bwMode="auto">
                <a:xfrm flipV="1">
                  <a:off x="3152" y="1032"/>
                  <a:ext cx="864" cy="14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65" name="Text Box 172"/>
              <p:cNvSpPr txBox="1">
                <a:spLocks noChangeArrowheads="1"/>
              </p:cNvSpPr>
              <p:nvPr/>
            </p:nvSpPr>
            <p:spPr bwMode="auto">
              <a:xfrm>
                <a:off x="2999" y="2425"/>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O</a:t>
                </a:r>
              </a:p>
            </p:txBody>
          </p:sp>
        </p:grpSp>
      </p:grpSp>
      <p:sp>
        <p:nvSpPr>
          <p:cNvPr id="176" name="Text Box 173"/>
          <p:cNvSpPr txBox="1">
            <a:spLocks noChangeArrowheads="1"/>
          </p:cNvSpPr>
          <p:nvPr/>
        </p:nvSpPr>
        <p:spPr bwMode="auto">
          <a:xfrm>
            <a:off x="2971800" y="1447800"/>
            <a:ext cx="3714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O’</a:t>
            </a:r>
          </a:p>
        </p:txBody>
      </p:sp>
      <p:grpSp>
        <p:nvGrpSpPr>
          <p:cNvPr id="177" name="Group 174"/>
          <p:cNvGrpSpPr>
            <a:grpSpLocks/>
          </p:cNvGrpSpPr>
          <p:nvPr/>
        </p:nvGrpSpPr>
        <p:grpSpPr bwMode="auto">
          <a:xfrm>
            <a:off x="1795463" y="4087813"/>
            <a:ext cx="2549525" cy="360362"/>
            <a:chOff x="1035" y="2479"/>
            <a:chExt cx="1606" cy="227"/>
          </a:xfrm>
        </p:grpSpPr>
        <p:sp>
          <p:nvSpPr>
            <p:cNvPr id="178" name="Line 175"/>
            <p:cNvSpPr>
              <a:spLocks noChangeShapeType="1"/>
            </p:cNvSpPr>
            <p:nvPr/>
          </p:nvSpPr>
          <p:spPr bwMode="auto">
            <a:xfrm>
              <a:off x="1200" y="2544"/>
              <a:ext cx="528"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9" name="Line 176"/>
            <p:cNvSpPr>
              <a:spLocks noChangeShapeType="1"/>
            </p:cNvSpPr>
            <p:nvPr/>
          </p:nvSpPr>
          <p:spPr bwMode="auto">
            <a:xfrm>
              <a:off x="1728" y="2544"/>
              <a:ext cx="672" cy="0"/>
            </a:xfrm>
            <a:prstGeom prst="line">
              <a:avLst/>
            </a:prstGeom>
            <a:noFill/>
            <a:ln w="28575">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0" name="Text Box 177"/>
            <p:cNvSpPr txBox="1">
              <a:spLocks noChangeArrowheads="1"/>
            </p:cNvSpPr>
            <p:nvPr/>
          </p:nvSpPr>
          <p:spPr bwMode="auto">
            <a:xfrm>
              <a:off x="1035" y="2514"/>
              <a:ext cx="29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d’e’</a:t>
              </a:r>
            </a:p>
          </p:txBody>
        </p:sp>
        <p:sp>
          <p:nvSpPr>
            <p:cNvPr id="181" name="Text Box 178"/>
            <p:cNvSpPr txBox="1">
              <a:spLocks noChangeArrowheads="1"/>
            </p:cNvSpPr>
            <p:nvPr/>
          </p:nvSpPr>
          <p:spPr bwMode="auto">
            <a:xfrm>
              <a:off x="1613" y="2482"/>
              <a:ext cx="27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err="1">
                  <a:ln>
                    <a:noFill/>
                  </a:ln>
                  <a:solidFill>
                    <a:prstClr val="black"/>
                  </a:solidFill>
                  <a:effectLst/>
                  <a:uLnTx/>
                  <a:uFillTx/>
                  <a:latin typeface="Times New Roman" charset="0"/>
                  <a:ea typeface="+mn-ea"/>
                  <a:cs typeface="+mn-cs"/>
                </a:rPr>
                <a:t>c’f</a:t>
              </a:r>
              <a:r>
                <a:rPr kumimoji="0" lang="en-US" altLang="en-US" sz="1400" b="0" i="0" u="none" strike="noStrike" kern="1200" cap="none" spc="0" normalizeH="0" baseline="0" noProof="0" dirty="0">
                  <a:ln>
                    <a:noFill/>
                  </a:ln>
                  <a:solidFill>
                    <a:prstClr val="black"/>
                  </a:solidFill>
                  <a:effectLst/>
                  <a:uLnTx/>
                  <a:uFillTx/>
                  <a:latin typeface="Times New Roman" charset="0"/>
                  <a:ea typeface="+mn-ea"/>
                  <a:cs typeface="+mn-cs"/>
                </a:rPr>
                <a:t>’</a:t>
              </a:r>
            </a:p>
          </p:txBody>
        </p:sp>
        <p:sp>
          <p:nvSpPr>
            <p:cNvPr id="182" name="Text Box 179"/>
            <p:cNvSpPr txBox="1">
              <a:spLocks noChangeArrowheads="1"/>
            </p:cNvSpPr>
            <p:nvPr/>
          </p:nvSpPr>
          <p:spPr bwMode="auto">
            <a:xfrm>
              <a:off x="2123" y="2482"/>
              <a:ext cx="30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g’b’</a:t>
              </a:r>
            </a:p>
          </p:txBody>
        </p:sp>
        <p:sp>
          <p:nvSpPr>
            <p:cNvPr id="183" name="Text Box 180"/>
            <p:cNvSpPr txBox="1">
              <a:spLocks noChangeArrowheads="1"/>
            </p:cNvSpPr>
            <p:nvPr/>
          </p:nvSpPr>
          <p:spPr bwMode="auto">
            <a:xfrm>
              <a:off x="2438" y="2479"/>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a’</a:t>
              </a:r>
            </a:p>
          </p:txBody>
        </p:sp>
      </p:grpSp>
      <p:grpSp>
        <p:nvGrpSpPr>
          <p:cNvPr id="184" name="Group 181"/>
          <p:cNvGrpSpPr>
            <a:grpSpLocks/>
          </p:cNvGrpSpPr>
          <p:nvPr/>
        </p:nvGrpSpPr>
        <p:grpSpPr bwMode="auto">
          <a:xfrm>
            <a:off x="2028825" y="4191000"/>
            <a:ext cx="1933575" cy="1371600"/>
            <a:chOff x="1182" y="2544"/>
            <a:chExt cx="1218" cy="864"/>
          </a:xfrm>
        </p:grpSpPr>
        <p:sp>
          <p:nvSpPr>
            <p:cNvPr id="185" name="Line 182"/>
            <p:cNvSpPr>
              <a:spLocks noChangeShapeType="1"/>
            </p:cNvSpPr>
            <p:nvPr/>
          </p:nvSpPr>
          <p:spPr bwMode="auto">
            <a:xfrm flipV="1">
              <a:off x="1182" y="2544"/>
              <a:ext cx="0" cy="57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6" name="Line 183"/>
            <p:cNvSpPr>
              <a:spLocks noChangeShapeType="1"/>
            </p:cNvSpPr>
            <p:nvPr/>
          </p:nvSpPr>
          <p:spPr bwMode="auto">
            <a:xfrm flipV="1">
              <a:off x="2400" y="2544"/>
              <a:ext cx="0" cy="864"/>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7" name="Line 184"/>
            <p:cNvSpPr>
              <a:spLocks noChangeShapeType="1"/>
            </p:cNvSpPr>
            <p:nvPr/>
          </p:nvSpPr>
          <p:spPr bwMode="auto">
            <a:xfrm flipV="1">
              <a:off x="2244" y="2544"/>
              <a:ext cx="0" cy="432"/>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88" name="Group 185"/>
          <p:cNvGrpSpPr>
            <a:grpSpLocks/>
          </p:cNvGrpSpPr>
          <p:nvPr/>
        </p:nvGrpSpPr>
        <p:grpSpPr bwMode="auto">
          <a:xfrm>
            <a:off x="2000250" y="1600200"/>
            <a:ext cx="1962150" cy="2590800"/>
            <a:chOff x="1164" y="912"/>
            <a:chExt cx="1236" cy="1632"/>
          </a:xfrm>
        </p:grpSpPr>
        <p:sp>
          <p:nvSpPr>
            <p:cNvPr id="189" name="Line 186"/>
            <p:cNvSpPr>
              <a:spLocks noChangeShapeType="1"/>
            </p:cNvSpPr>
            <p:nvPr/>
          </p:nvSpPr>
          <p:spPr bwMode="auto">
            <a:xfrm flipH="1" flipV="1">
              <a:off x="1728" y="912"/>
              <a:ext cx="528" cy="1632"/>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0" name="Line 187"/>
            <p:cNvSpPr>
              <a:spLocks noChangeShapeType="1"/>
            </p:cNvSpPr>
            <p:nvPr/>
          </p:nvSpPr>
          <p:spPr bwMode="auto">
            <a:xfrm flipV="1">
              <a:off x="1734" y="912"/>
              <a:ext cx="0" cy="16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1" name="Line 188"/>
            <p:cNvSpPr>
              <a:spLocks noChangeShapeType="1"/>
            </p:cNvSpPr>
            <p:nvPr/>
          </p:nvSpPr>
          <p:spPr bwMode="auto">
            <a:xfrm>
              <a:off x="1747" y="912"/>
              <a:ext cx="653" cy="16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2" name="Line 189"/>
            <p:cNvSpPr>
              <a:spLocks noChangeShapeType="1"/>
            </p:cNvSpPr>
            <p:nvPr/>
          </p:nvSpPr>
          <p:spPr bwMode="auto">
            <a:xfrm rot="21533410" flipH="1">
              <a:off x="1164" y="912"/>
              <a:ext cx="576" cy="16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193" name="Group 190"/>
          <p:cNvGrpSpPr>
            <a:grpSpLocks/>
          </p:cNvGrpSpPr>
          <p:nvPr/>
        </p:nvGrpSpPr>
        <p:grpSpPr bwMode="auto">
          <a:xfrm>
            <a:off x="1031875" y="3914775"/>
            <a:ext cx="3638550" cy="314325"/>
            <a:chOff x="554" y="2370"/>
            <a:chExt cx="2292" cy="198"/>
          </a:xfrm>
        </p:grpSpPr>
        <p:sp>
          <p:nvSpPr>
            <p:cNvPr id="194" name="Line 191"/>
            <p:cNvSpPr>
              <a:spLocks noChangeShapeType="1"/>
            </p:cNvSpPr>
            <p:nvPr/>
          </p:nvSpPr>
          <p:spPr bwMode="auto">
            <a:xfrm>
              <a:off x="624" y="2544"/>
              <a:ext cx="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5" name="Text Box 192"/>
            <p:cNvSpPr txBox="1">
              <a:spLocks noChangeArrowheads="1"/>
            </p:cNvSpPr>
            <p:nvPr/>
          </p:nvSpPr>
          <p:spPr bwMode="auto">
            <a:xfrm>
              <a:off x="554" y="237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X</a:t>
              </a:r>
            </a:p>
          </p:txBody>
        </p:sp>
        <p:sp>
          <p:nvSpPr>
            <p:cNvPr id="196" name="Text Box 193"/>
            <p:cNvSpPr txBox="1">
              <a:spLocks noChangeArrowheads="1"/>
            </p:cNvSpPr>
            <p:nvPr/>
          </p:nvSpPr>
          <p:spPr bwMode="auto">
            <a:xfrm>
              <a:off x="2649" y="2376"/>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Y</a:t>
              </a:r>
            </a:p>
          </p:txBody>
        </p:sp>
      </p:grpSp>
      <p:grpSp>
        <p:nvGrpSpPr>
          <p:cNvPr id="197" name="Group 194"/>
          <p:cNvGrpSpPr>
            <a:grpSpLocks/>
          </p:cNvGrpSpPr>
          <p:nvPr/>
        </p:nvGrpSpPr>
        <p:grpSpPr bwMode="auto">
          <a:xfrm>
            <a:off x="688975" y="1042988"/>
            <a:ext cx="2524125" cy="2157412"/>
            <a:chOff x="338" y="561"/>
            <a:chExt cx="1590" cy="1359"/>
          </a:xfrm>
        </p:grpSpPr>
        <p:sp>
          <p:nvSpPr>
            <p:cNvPr id="198" name="Line 195"/>
            <p:cNvSpPr>
              <a:spLocks noChangeShapeType="1"/>
            </p:cNvSpPr>
            <p:nvPr/>
          </p:nvSpPr>
          <p:spPr bwMode="auto">
            <a:xfrm flipV="1">
              <a:off x="480" y="720"/>
              <a:ext cx="1392" cy="1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9" name="Text Box 196"/>
            <p:cNvSpPr txBox="1">
              <a:spLocks noChangeArrowheads="1"/>
            </p:cNvSpPr>
            <p:nvPr/>
          </p:nvSpPr>
          <p:spPr bwMode="auto">
            <a:xfrm>
              <a:off x="338" y="1714"/>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X</a:t>
              </a:r>
              <a:r>
                <a:rPr kumimoji="0" lang="en-US" altLang="en-US" sz="1400" b="0" i="0" u="none" strike="noStrike" kern="1200" cap="none" spc="0" normalizeH="0" baseline="-25000" noProof="0">
                  <a:ln>
                    <a:noFill/>
                  </a:ln>
                  <a:solidFill>
                    <a:prstClr val="black"/>
                  </a:solidFill>
                  <a:effectLst/>
                  <a:uLnTx/>
                  <a:uFillTx/>
                  <a:latin typeface="Times New Roman" charset="0"/>
                  <a:ea typeface="+mn-ea"/>
                  <a:cs typeface="+mn-cs"/>
                </a:rPr>
                <a:t>1</a:t>
              </a:r>
            </a:p>
          </p:txBody>
        </p:sp>
        <p:sp>
          <p:nvSpPr>
            <p:cNvPr id="200" name="Text Box 197"/>
            <p:cNvSpPr txBox="1">
              <a:spLocks noChangeArrowheads="1"/>
            </p:cNvSpPr>
            <p:nvPr/>
          </p:nvSpPr>
          <p:spPr bwMode="auto">
            <a:xfrm>
              <a:off x="1695" y="561"/>
              <a:ext cx="23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Y</a:t>
              </a:r>
              <a:r>
                <a:rPr kumimoji="0" lang="en-US" altLang="en-US" sz="1400" b="0" i="0" u="none" strike="noStrike" kern="1200" cap="none" spc="0" normalizeH="0" baseline="-25000" noProof="0">
                  <a:ln>
                    <a:noFill/>
                  </a:ln>
                  <a:solidFill>
                    <a:prstClr val="black"/>
                  </a:solidFill>
                  <a:effectLst/>
                  <a:uLnTx/>
                  <a:uFillTx/>
                  <a:latin typeface="Times New Roman" charset="0"/>
                  <a:ea typeface="+mn-ea"/>
                  <a:cs typeface="+mn-cs"/>
                </a:rPr>
                <a:t>1</a:t>
              </a:r>
            </a:p>
          </p:txBody>
        </p:sp>
      </p:grpSp>
      <p:sp>
        <p:nvSpPr>
          <p:cNvPr id="201" name="Text Box 198"/>
          <p:cNvSpPr txBox="1">
            <a:spLocks noChangeArrowheads="1"/>
          </p:cNvSpPr>
          <p:nvPr/>
        </p:nvSpPr>
        <p:spPr bwMode="auto">
          <a:xfrm rot="-1713226">
            <a:off x="381000" y="533400"/>
            <a:ext cx="11017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a:ln>
                  <a:noFill/>
                </a:ln>
                <a:solidFill>
                  <a:prstClr val="black"/>
                </a:solidFill>
                <a:effectLst/>
                <a:uLnTx/>
                <a:uFillTx/>
                <a:latin typeface="Times New Roman" charset="0"/>
                <a:ea typeface="+mn-ea"/>
                <a:cs typeface="+mn-cs"/>
              </a:rPr>
              <a:t>TRUE SHAPE</a:t>
            </a:r>
          </a:p>
        </p:txBody>
      </p:sp>
      <p:sp>
        <p:nvSpPr>
          <p:cNvPr id="202" name="Text Box 199"/>
          <p:cNvSpPr txBox="1">
            <a:spLocks noChangeArrowheads="1"/>
          </p:cNvSpPr>
          <p:nvPr/>
        </p:nvSpPr>
        <p:spPr bwMode="auto">
          <a:xfrm>
            <a:off x="3794125" y="2881313"/>
            <a:ext cx="544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Times New Roman" charset="0"/>
                <a:ea typeface="+mn-ea"/>
                <a:cs typeface="+mn-cs"/>
              </a:rPr>
              <a:t>F.V.</a:t>
            </a:r>
          </a:p>
        </p:txBody>
      </p:sp>
      <p:sp>
        <p:nvSpPr>
          <p:cNvPr id="203" name="Text Box 200"/>
          <p:cNvSpPr txBox="1">
            <a:spLocks noChangeArrowheads="1"/>
          </p:cNvSpPr>
          <p:nvPr/>
        </p:nvSpPr>
        <p:spPr bwMode="auto">
          <a:xfrm>
            <a:off x="914400" y="5156200"/>
            <a:ext cx="1169988"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SECTIONAL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rPr>
              <a:t>TOP VIEW.</a:t>
            </a:r>
          </a:p>
        </p:txBody>
      </p:sp>
      <p:sp>
        <p:nvSpPr>
          <p:cNvPr id="204" name="Text Box 201"/>
          <p:cNvSpPr txBox="1">
            <a:spLocks noChangeArrowheads="1"/>
          </p:cNvSpPr>
          <p:nvPr/>
        </p:nvSpPr>
        <p:spPr bwMode="auto">
          <a:xfrm rot="-3674021">
            <a:off x="4759325" y="2209800"/>
            <a:ext cx="1309688"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a:ln>
                  <a:noFill/>
                </a:ln>
                <a:solidFill>
                  <a:prstClr val="black"/>
                </a:solidFill>
                <a:effectLst/>
                <a:uLnTx/>
                <a:uFillTx/>
                <a:latin typeface="Times New Roman" charset="0"/>
                <a:ea typeface="+mn-ea"/>
                <a:cs typeface="+mn-cs"/>
              </a:rPr>
              <a:t>DEVELOPMENT</a:t>
            </a:r>
          </a:p>
        </p:txBody>
      </p:sp>
      <p:grpSp>
        <p:nvGrpSpPr>
          <p:cNvPr id="205" name="Group 202"/>
          <p:cNvGrpSpPr>
            <a:grpSpLocks/>
          </p:cNvGrpSpPr>
          <p:nvPr/>
        </p:nvGrpSpPr>
        <p:grpSpPr bwMode="auto">
          <a:xfrm>
            <a:off x="2057400" y="4876800"/>
            <a:ext cx="1905000" cy="1390650"/>
            <a:chOff x="1200" y="2976"/>
            <a:chExt cx="1200" cy="876"/>
          </a:xfrm>
        </p:grpSpPr>
        <p:grpSp>
          <p:nvGrpSpPr>
            <p:cNvPr id="206" name="Group 203"/>
            <p:cNvGrpSpPr>
              <a:grpSpLocks/>
            </p:cNvGrpSpPr>
            <p:nvPr/>
          </p:nvGrpSpPr>
          <p:grpSpPr bwMode="auto">
            <a:xfrm>
              <a:off x="1728" y="2976"/>
              <a:ext cx="672" cy="876"/>
              <a:chOff x="1728" y="2976"/>
              <a:chExt cx="672" cy="876"/>
            </a:xfrm>
          </p:grpSpPr>
          <p:sp>
            <p:nvSpPr>
              <p:cNvPr id="209" name="Line 204"/>
              <p:cNvSpPr>
                <a:spLocks noChangeShapeType="1"/>
              </p:cNvSpPr>
              <p:nvPr/>
            </p:nvSpPr>
            <p:spPr bwMode="auto">
              <a:xfrm>
                <a:off x="1728" y="3408"/>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0" name="Line 205"/>
              <p:cNvSpPr>
                <a:spLocks noChangeShapeType="1"/>
              </p:cNvSpPr>
              <p:nvPr/>
            </p:nvSpPr>
            <p:spPr bwMode="auto">
              <a:xfrm flipV="1">
                <a:off x="1728" y="2976"/>
                <a:ext cx="52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1" name="Line 206"/>
              <p:cNvSpPr>
                <a:spLocks noChangeShapeType="1"/>
              </p:cNvSpPr>
              <p:nvPr/>
            </p:nvSpPr>
            <p:spPr bwMode="auto">
              <a:xfrm>
                <a:off x="1734" y="3420"/>
                <a:ext cx="52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07" name="Line 207"/>
            <p:cNvSpPr>
              <a:spLocks noChangeShapeType="1"/>
            </p:cNvSpPr>
            <p:nvPr/>
          </p:nvSpPr>
          <p:spPr bwMode="auto">
            <a:xfrm>
              <a:off x="1200" y="3072"/>
              <a:ext cx="576" cy="38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8" name="Line 208"/>
            <p:cNvSpPr>
              <a:spLocks noChangeShapeType="1"/>
            </p:cNvSpPr>
            <p:nvPr/>
          </p:nvSpPr>
          <p:spPr bwMode="auto">
            <a:xfrm flipV="1">
              <a:off x="1200" y="3408"/>
              <a:ext cx="528" cy="33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12" name="Line 209"/>
          <p:cNvSpPr>
            <a:spLocks noChangeShapeType="1"/>
          </p:cNvSpPr>
          <p:nvPr/>
        </p:nvSpPr>
        <p:spPr bwMode="auto">
          <a:xfrm>
            <a:off x="2895600" y="3152775"/>
            <a:ext cx="67627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13" name="Group 210"/>
          <p:cNvGrpSpPr>
            <a:grpSpLocks/>
          </p:cNvGrpSpPr>
          <p:nvPr/>
        </p:nvGrpSpPr>
        <p:grpSpPr bwMode="auto">
          <a:xfrm>
            <a:off x="2133600" y="2819400"/>
            <a:ext cx="1676400" cy="914400"/>
            <a:chOff x="1248" y="1680"/>
            <a:chExt cx="1056" cy="576"/>
          </a:xfrm>
        </p:grpSpPr>
        <p:sp>
          <p:nvSpPr>
            <p:cNvPr id="214" name="Line 211"/>
            <p:cNvSpPr>
              <a:spLocks noChangeShapeType="1"/>
            </p:cNvSpPr>
            <p:nvPr/>
          </p:nvSpPr>
          <p:spPr bwMode="auto">
            <a:xfrm>
              <a:off x="1248" y="2256"/>
              <a:ext cx="105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5" name="Line 212"/>
            <p:cNvSpPr>
              <a:spLocks noChangeShapeType="1"/>
            </p:cNvSpPr>
            <p:nvPr/>
          </p:nvSpPr>
          <p:spPr bwMode="auto">
            <a:xfrm>
              <a:off x="1824" y="1680"/>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16" name="Group 213"/>
          <p:cNvGrpSpPr>
            <a:grpSpLocks/>
          </p:cNvGrpSpPr>
          <p:nvPr/>
        </p:nvGrpSpPr>
        <p:grpSpPr bwMode="auto">
          <a:xfrm>
            <a:off x="3200400" y="53540"/>
            <a:ext cx="5846763" cy="1169988"/>
            <a:chOff x="1920" y="25"/>
            <a:chExt cx="3683" cy="737"/>
          </a:xfrm>
        </p:grpSpPr>
        <p:sp>
          <p:nvSpPr>
            <p:cNvPr id="217" name="AutoShape 214"/>
            <p:cNvSpPr>
              <a:spLocks noChangeArrowheads="1"/>
            </p:cNvSpPr>
            <p:nvPr/>
          </p:nvSpPr>
          <p:spPr bwMode="auto">
            <a:xfrm>
              <a:off x="1920" y="48"/>
              <a:ext cx="3648" cy="672"/>
            </a:xfrm>
            <a:prstGeom prst="wedgeRectCallout">
              <a:avLst>
                <a:gd name="adj1" fmla="val -37255"/>
                <a:gd name="adj2" fmla="val 102231"/>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Times New Roman" charset="0"/>
                <a:ea typeface="+mn-ea"/>
                <a:cs typeface="+mn-cs"/>
              </a:endParaRPr>
            </a:p>
          </p:txBody>
        </p:sp>
        <p:sp>
          <p:nvSpPr>
            <p:cNvPr id="218" name="Rectangle 215"/>
            <p:cNvSpPr>
              <a:spLocks noChangeArrowheads="1"/>
            </p:cNvSpPr>
            <p:nvPr/>
          </p:nvSpPr>
          <p:spPr bwMode="auto">
            <a:xfrm>
              <a:off x="1944" y="25"/>
              <a:ext cx="3659" cy="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srgbClr val="CC0000"/>
                  </a:solidFill>
                  <a:effectLst/>
                  <a:uLnTx/>
                  <a:uFillTx/>
                  <a:latin typeface="Times New Roman" charset="0"/>
                  <a:ea typeface="+mn-ea"/>
                  <a:cs typeface="+mn-cs"/>
                </a:rPr>
                <a:t>Problem 5</a:t>
              </a:r>
              <a:r>
                <a:rPr kumimoji="0" lang="en-US" altLang="en-US" sz="1400" b="0" i="0" u="none" strike="noStrike" kern="1200" cap="none" spc="0" normalizeH="0" baseline="0" noProof="0" dirty="0" smtClean="0">
                  <a:ln>
                    <a:noFill/>
                  </a:ln>
                  <a:solidFill>
                    <a:srgbClr val="000000"/>
                  </a:solidFill>
                  <a:effectLst/>
                  <a:uLnTx/>
                  <a:uFillTx/>
                  <a:latin typeface="Times New Roman" charset="0"/>
                  <a:ea typeface="+mn-ea"/>
                  <a:cs typeface="+mn-cs"/>
                </a:rPr>
                <a:t>: </a:t>
              </a:r>
              <a:r>
                <a:rPr kumimoji="0" lang="en-US" altLang="en-US" sz="1400" b="0" i="0" u="none" strike="noStrike" kern="1200" cap="none" spc="0" normalizeH="0" baseline="0" noProof="0" dirty="0" smtClean="0">
                  <a:ln>
                    <a:noFill/>
                  </a:ln>
                  <a:effectLst/>
                  <a:uLnTx/>
                  <a:uFillTx/>
                  <a:latin typeface="Times New Roman" charset="0"/>
                  <a:ea typeface="+mn-ea"/>
                  <a:cs typeface="+mn-cs"/>
                </a:rPr>
                <a:t>A </a:t>
              </a:r>
              <a:r>
                <a:rPr kumimoji="0" lang="en-US" altLang="en-US" sz="1400" b="0" i="0" u="none" strike="noStrike" kern="1200" cap="none" spc="0" normalizeH="0" baseline="0" noProof="0" dirty="0">
                  <a:ln>
                    <a:noFill/>
                  </a:ln>
                  <a:effectLst/>
                  <a:uLnTx/>
                  <a:uFillTx/>
                  <a:latin typeface="Times New Roman" charset="0"/>
                  <a:ea typeface="+mn-ea"/>
                  <a:cs typeface="+mn-cs"/>
                </a:rPr>
                <a:t>solid composed of a half-cone and half- hexagonal pyramid is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effectLst/>
                  <a:uLnTx/>
                  <a:uFillTx/>
                  <a:latin typeface="Times New Roman" charset="0"/>
                  <a:ea typeface="+mn-ea"/>
                  <a:cs typeface="+mn-cs"/>
                </a:rPr>
                <a:t>shown in figure</a:t>
              </a:r>
              <a:r>
                <a:rPr kumimoji="0" lang="en-US" altLang="en-US" sz="1400" b="0" i="0" u="none" strike="noStrike" kern="1200" cap="none" spc="0" normalizeH="0" baseline="0" noProof="0" dirty="0" smtClean="0">
                  <a:ln>
                    <a:noFill/>
                  </a:ln>
                  <a:effectLst/>
                  <a:uLnTx/>
                  <a:uFillTx/>
                  <a:latin typeface="Times New Roman" charset="0"/>
                  <a:ea typeface="+mn-ea"/>
                  <a:cs typeface="+mn-cs"/>
                </a:rPr>
                <a:t>. It </a:t>
              </a:r>
              <a:r>
                <a:rPr kumimoji="0" lang="en-US" altLang="en-US" sz="1400" b="0" i="0" u="none" strike="noStrike" kern="1200" cap="none" spc="0" normalizeH="0" baseline="0" noProof="0" dirty="0">
                  <a:ln>
                    <a:noFill/>
                  </a:ln>
                  <a:effectLst/>
                  <a:uLnTx/>
                  <a:uFillTx/>
                  <a:latin typeface="Times New Roman" charset="0"/>
                  <a:ea typeface="+mn-ea"/>
                  <a:cs typeface="+mn-cs"/>
                </a:rPr>
                <a:t>is cut by a section plane 45</a:t>
              </a:r>
              <a:r>
                <a:rPr kumimoji="0" lang="en-US" altLang="en-US" sz="1400" b="0" i="0" u="none" strike="noStrike" kern="1200" cap="none" spc="0" normalizeH="0" baseline="30000" noProof="0" dirty="0">
                  <a:ln>
                    <a:noFill/>
                  </a:ln>
                  <a:effectLst/>
                  <a:uLnTx/>
                  <a:uFillTx/>
                  <a:latin typeface="Times New Roman" charset="0"/>
                  <a:ea typeface="+mn-ea"/>
                  <a:cs typeface="+mn-cs"/>
                </a:rPr>
                <a:t>0 </a:t>
              </a:r>
              <a:r>
                <a:rPr kumimoji="0" lang="en-US" altLang="en-US" sz="1400" b="0" i="0" u="none" strike="noStrike" kern="1200" cap="none" spc="0" normalizeH="0" baseline="0" noProof="0" dirty="0">
                  <a:ln>
                    <a:noFill/>
                  </a:ln>
                  <a:effectLst/>
                  <a:uLnTx/>
                  <a:uFillTx/>
                  <a:latin typeface="Times New Roman" charset="0"/>
                  <a:ea typeface="+mn-ea"/>
                  <a:cs typeface="+mn-cs"/>
                </a:rPr>
                <a:t>inclined to </a:t>
              </a:r>
              <a:r>
                <a:rPr kumimoji="0" lang="en-US" altLang="en-US" sz="1400" b="0" i="0" u="none" strike="noStrike" kern="1200" cap="none" spc="0" normalizeH="0" baseline="0" noProof="0" dirty="0" smtClean="0">
                  <a:ln>
                    <a:noFill/>
                  </a:ln>
                  <a:effectLst/>
                  <a:uLnTx/>
                  <a:uFillTx/>
                  <a:latin typeface="Times New Roman" charset="0"/>
                  <a:ea typeface="+mn-ea"/>
                  <a:cs typeface="+mn-cs"/>
                </a:rPr>
                <a:t>HP, </a:t>
              </a:r>
              <a:r>
                <a:rPr kumimoji="0" lang="en-US" altLang="en-US" sz="1400" b="0" i="0" u="none" strike="noStrike" kern="1200" cap="none" spc="0" normalizeH="0" baseline="0" noProof="0" dirty="0">
                  <a:ln>
                    <a:noFill/>
                  </a:ln>
                  <a:effectLst/>
                  <a:uLnTx/>
                  <a:uFillTx/>
                  <a:latin typeface="Times New Roman" charset="0"/>
                  <a:ea typeface="+mn-ea"/>
                  <a:cs typeface="+mn-cs"/>
                </a:rPr>
                <a:t>passing through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effectLst/>
                  <a:uLnTx/>
                  <a:uFillTx/>
                  <a:latin typeface="Times New Roman" charset="0"/>
                  <a:ea typeface="+mn-ea"/>
                  <a:cs typeface="+mn-cs"/>
                </a:rPr>
                <a:t> mid-point of axis</a:t>
              </a:r>
              <a:r>
                <a:rPr kumimoji="0" lang="en-US" altLang="en-US" sz="1400" b="0" i="0" u="none" strike="noStrike" kern="1200" cap="none" spc="0" normalizeH="0" baseline="0" noProof="0" dirty="0" smtClean="0">
                  <a:ln>
                    <a:noFill/>
                  </a:ln>
                  <a:effectLst/>
                  <a:uLnTx/>
                  <a:uFillTx/>
                  <a:latin typeface="Times New Roman" charset="0"/>
                  <a:ea typeface="+mn-ea"/>
                  <a:cs typeface="+mn-cs"/>
                </a:rPr>
                <a:t>. Draw F</a:t>
              </a:r>
              <a:r>
                <a:rPr lang="en-US" altLang="en-US" sz="1400" dirty="0" smtClean="0">
                  <a:latin typeface="Times New Roman" charset="0"/>
                </a:rPr>
                <a:t>V</a:t>
              </a:r>
              <a:r>
                <a:rPr kumimoji="0" lang="en-US" altLang="en-US" sz="1400" b="0" i="0" u="none" strike="noStrike" kern="1200" cap="none" spc="0" normalizeH="0" baseline="0" noProof="0" dirty="0" smtClean="0">
                  <a:ln>
                    <a:noFill/>
                  </a:ln>
                  <a:effectLst/>
                  <a:uLnTx/>
                  <a:uFillTx/>
                  <a:latin typeface="Times New Roman" charset="0"/>
                  <a:ea typeface="+mn-ea"/>
                  <a:cs typeface="+mn-cs"/>
                </a:rPr>
                <a:t>, </a:t>
              </a:r>
              <a:r>
                <a:rPr kumimoji="0" lang="en-US" altLang="en-US" sz="1400" b="0" i="0" u="none" strike="noStrike" kern="1200" cap="none" spc="0" normalizeH="0" baseline="0" noProof="0" dirty="0">
                  <a:ln>
                    <a:noFill/>
                  </a:ln>
                  <a:effectLst/>
                  <a:uLnTx/>
                  <a:uFillTx/>
                  <a:latin typeface="Times New Roman" charset="0"/>
                  <a:ea typeface="+mn-ea"/>
                  <a:cs typeface="+mn-cs"/>
                </a:rPr>
                <a:t>sectional </a:t>
              </a:r>
              <a:r>
                <a:rPr kumimoji="0" lang="en-US" altLang="en-US" sz="1400" b="0" i="0" u="none" strike="noStrike" kern="1200" cap="none" spc="0" normalizeH="0" baseline="0" noProof="0" dirty="0" smtClean="0">
                  <a:ln>
                    <a:noFill/>
                  </a:ln>
                  <a:effectLst/>
                  <a:uLnTx/>
                  <a:uFillTx/>
                  <a:latin typeface="Times New Roman" charset="0"/>
                  <a:ea typeface="+mn-ea"/>
                  <a:cs typeface="+mn-cs"/>
                </a:rPr>
                <a:t>T</a:t>
              </a:r>
              <a:r>
                <a:rPr lang="en-US" altLang="en-US" sz="1400" dirty="0" smtClean="0">
                  <a:latin typeface="Times New Roman" charset="0"/>
                </a:rPr>
                <a:t>V</a:t>
              </a:r>
              <a:r>
                <a:rPr kumimoji="0" lang="en-US" altLang="en-US" sz="1400" b="0" i="0" u="none" strike="noStrike" kern="1200" cap="none" spc="0" normalizeH="0" baseline="0" noProof="0" dirty="0" smtClean="0">
                  <a:ln>
                    <a:noFill/>
                  </a:ln>
                  <a:effectLst/>
                  <a:uLnTx/>
                  <a:uFillTx/>
                  <a:latin typeface="Times New Roman" charset="0"/>
                  <a:ea typeface="+mn-ea"/>
                  <a:cs typeface="+mn-cs"/>
                </a:rPr>
                <a:t>, true </a:t>
              </a:r>
              <a:r>
                <a:rPr kumimoji="0" lang="en-US" altLang="en-US" sz="1400" b="0" i="0" u="none" strike="noStrike" kern="1200" cap="none" spc="0" normalizeH="0" baseline="0" noProof="0" dirty="0">
                  <a:ln>
                    <a:noFill/>
                  </a:ln>
                  <a:effectLst/>
                  <a:uLnTx/>
                  <a:uFillTx/>
                  <a:latin typeface="Times New Roman" charset="0"/>
                  <a:ea typeface="+mn-ea"/>
                  <a:cs typeface="+mn-cs"/>
                </a:rPr>
                <a:t>shape of section and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effectLst/>
                  <a:uLnTx/>
                  <a:uFillTx/>
                  <a:latin typeface="Times New Roman" charset="0"/>
                  <a:ea typeface="+mn-ea"/>
                  <a:cs typeface="+mn-cs"/>
                </a:rPr>
                <a:t>development of remaining part of the solid.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effectLst/>
                  <a:uLnTx/>
                  <a:uFillTx/>
                  <a:latin typeface="Times New Roman" charset="0"/>
                  <a:ea typeface="+mn-ea"/>
                  <a:cs typeface="+mn-cs"/>
                </a:rPr>
                <a:t>( take radius of cone and each side of hexagon 30mm long and axis 70mm.)</a:t>
              </a:r>
            </a:p>
          </p:txBody>
        </p:sp>
      </p:grpSp>
      <p:grpSp>
        <p:nvGrpSpPr>
          <p:cNvPr id="219" name="Group 216"/>
          <p:cNvGrpSpPr>
            <a:grpSpLocks/>
          </p:cNvGrpSpPr>
          <p:nvPr/>
        </p:nvGrpSpPr>
        <p:grpSpPr bwMode="auto">
          <a:xfrm>
            <a:off x="6935641" y="1248929"/>
            <a:ext cx="2256368" cy="1446213"/>
            <a:chOff x="4334" y="778"/>
            <a:chExt cx="1457" cy="911"/>
          </a:xfrm>
        </p:grpSpPr>
        <p:sp>
          <p:nvSpPr>
            <p:cNvPr id="220" name="Rectangle 217"/>
            <p:cNvSpPr>
              <a:spLocks noChangeArrowheads="1"/>
            </p:cNvSpPr>
            <p:nvPr/>
          </p:nvSpPr>
          <p:spPr bwMode="auto">
            <a:xfrm>
              <a:off x="4368" y="816"/>
              <a:ext cx="1392" cy="81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1" name="Text Box 218"/>
            <p:cNvSpPr txBox="1">
              <a:spLocks noChangeArrowheads="1"/>
            </p:cNvSpPr>
            <p:nvPr/>
          </p:nvSpPr>
          <p:spPr bwMode="auto">
            <a:xfrm>
              <a:off x="4334" y="778"/>
              <a:ext cx="1457" cy="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Arial" charset="0"/>
                  <a:ea typeface="+mn-ea"/>
                  <a:cs typeface="+mn-cs"/>
                </a:rPr>
                <a:t>Note: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smtClean="0">
                  <a:ln>
                    <a:noFill/>
                  </a:ln>
                  <a:solidFill>
                    <a:prstClr val="black"/>
                  </a:solidFill>
                  <a:effectLst>
                    <a:outerShdw blurRad="38100" dist="38100" dir="2700000" algn="tl">
                      <a:srgbClr val="C0C0C0"/>
                    </a:outerShdw>
                  </a:effectLst>
                  <a:uLnTx/>
                  <a:uFillTx/>
                  <a:latin typeface="Arial" charset="0"/>
                  <a:ea typeface="+mn-ea"/>
                  <a:cs typeface="+mn-cs"/>
                </a:rPr>
                <a:t>FV </a:t>
              </a:r>
              <a:r>
                <a:rPr kumimoji="0" lang="en-US" altLang="en-US" sz="1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mn-ea"/>
                  <a:cs typeface="+mn-cs"/>
                </a:rPr>
                <a:t>&amp; TV </a:t>
              </a:r>
              <a:r>
                <a:rPr kumimoji="0" lang="en-US" altLang="en-US" sz="1400" b="0" i="0" u="none" strike="noStrike" kern="1200" cap="none" spc="0" normalizeH="0" baseline="0" noProof="0" dirty="0" smtClean="0">
                  <a:ln>
                    <a:noFill/>
                  </a:ln>
                  <a:solidFill>
                    <a:prstClr val="black"/>
                  </a:solidFill>
                  <a:effectLst>
                    <a:outerShdw blurRad="38100" dist="38100" dir="2700000" algn="tl">
                      <a:srgbClr val="C0C0C0"/>
                    </a:outerShdw>
                  </a:effectLst>
                  <a:uLnTx/>
                  <a:uFillTx/>
                  <a:latin typeface="Arial" charset="0"/>
                  <a:ea typeface="+mn-ea"/>
                  <a:cs typeface="+mn-cs"/>
                </a:rPr>
                <a:t>of </a:t>
              </a:r>
              <a:r>
                <a:rPr kumimoji="0" lang="en-US" altLang="en-US" sz="1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mn-ea"/>
                  <a:cs typeface="+mn-cs"/>
                </a:rPr>
                <a:t>two solids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mn-ea"/>
                  <a:cs typeface="+mn-cs"/>
                </a:rPr>
                <a:t>sandwiched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mn-ea"/>
                  <a:cs typeface="+mn-cs"/>
                </a:rPr>
                <a:t>Section lines style in both: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mn-ea"/>
                  <a:cs typeface="+mn-cs"/>
                </a:rPr>
                <a:t>Development of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Arial" charset="0"/>
                  <a:ea typeface="+mn-ea"/>
                  <a:cs typeface="+mn-cs"/>
                </a:rPr>
                <a:t>half cone &amp; half pyramid:</a:t>
              </a:r>
            </a:p>
          </p:txBody>
        </p:sp>
      </p:grpSp>
      <p:sp>
        <p:nvSpPr>
          <p:cNvPr id="222" name="Date Placeholder 1"/>
          <p:cNvSpPr txBox="1">
            <a:spLocks/>
          </p:cNvSpPr>
          <p:nvPr/>
        </p:nvSpPr>
        <p:spPr>
          <a:xfrm>
            <a:off x="609600" y="6508752"/>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5EC29E-1346-7C41-97B5-F29531802E98}" type="datetime1">
              <a:rPr lang="en-IN" smtClean="0">
                <a:solidFill>
                  <a:srgbClr val="00B050"/>
                </a:solidFill>
                <a:latin typeface="Calibri"/>
              </a:rPr>
              <a:pPr/>
              <a:t>06-10-2023</a:t>
            </a:fld>
            <a:endParaRPr lang="en-IN" dirty="0">
              <a:solidFill>
                <a:srgbClr val="00B050"/>
              </a:solidFill>
              <a:latin typeface="Calibri"/>
            </a:endParaRPr>
          </a:p>
        </p:txBody>
      </p:sp>
      <p:sp>
        <p:nvSpPr>
          <p:cNvPr id="223" name="Footer Placeholder 2"/>
          <p:cNvSpPr txBox="1">
            <a:spLocks/>
          </p:cNvSpPr>
          <p:nvPr/>
        </p:nvSpPr>
        <p:spPr>
          <a:xfrm>
            <a:off x="3276600" y="6508752"/>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mtClean="0">
                <a:solidFill>
                  <a:srgbClr val="00B050"/>
                </a:solidFill>
                <a:latin typeface="Calibri"/>
              </a:rPr>
              <a:t>Development of Surfaces</a:t>
            </a:r>
            <a:endParaRPr lang="en-IN" dirty="0">
              <a:solidFill>
                <a:srgbClr val="00B050"/>
              </a:solidFill>
              <a:latin typeface="Calibri"/>
            </a:endParaRPr>
          </a:p>
        </p:txBody>
      </p:sp>
      <p:sp>
        <p:nvSpPr>
          <p:cNvPr id="224" name="Slide Number Placeholder 3"/>
          <p:cNvSpPr txBox="1">
            <a:spLocks/>
          </p:cNvSpPr>
          <p:nvPr/>
        </p:nvSpPr>
        <p:spPr>
          <a:xfrm>
            <a:off x="7091394" y="6508752"/>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7FF31BA-82E2-4C85-86C6-F5926E4FA1B8}" type="slidenum">
              <a:rPr lang="en-IN" smtClean="0">
                <a:solidFill>
                  <a:srgbClr val="00B050"/>
                </a:solidFill>
                <a:latin typeface="Calibri"/>
              </a:rPr>
              <a:pPr/>
              <a:t>25</a:t>
            </a:fld>
            <a:endParaRPr lang="en-IN" dirty="0">
              <a:solidFill>
                <a:srgbClr val="00B050"/>
              </a:solidFill>
              <a:latin typeface="Calibri"/>
            </a:endParaRPr>
          </a:p>
        </p:txBody>
      </p:sp>
    </p:spTree>
    <p:extLst>
      <p:ext uri="{BB962C8B-B14F-4D97-AF65-F5344CB8AC3E}">
        <p14:creationId xmlns:p14="http://schemas.microsoft.com/office/powerpoint/2010/main" val="155676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19"/>
                                        </p:tgtEl>
                                        <p:attrNameLst>
                                          <p:attrName>style.visibility</p:attrName>
                                        </p:attrNameLst>
                                      </p:cBhvr>
                                      <p:to>
                                        <p:strVal val="visible"/>
                                      </p:to>
                                    </p:set>
                                    <p:anim calcmode="lin" valueType="num">
                                      <p:cBhvr>
                                        <p:cTn id="7" dur="500" fill="hold"/>
                                        <p:tgtEl>
                                          <p:spTgt spid="219"/>
                                        </p:tgtEl>
                                        <p:attrNameLst>
                                          <p:attrName>ppt_w</p:attrName>
                                        </p:attrNameLst>
                                      </p:cBhvr>
                                      <p:tavLst>
                                        <p:tav tm="0">
                                          <p:val>
                                            <p:fltVal val="0"/>
                                          </p:val>
                                        </p:tav>
                                        <p:tav tm="100000">
                                          <p:val>
                                            <p:strVal val="#ppt_w"/>
                                          </p:val>
                                        </p:tav>
                                      </p:tavLst>
                                    </p:anim>
                                    <p:anim calcmode="lin" valueType="num">
                                      <p:cBhvr>
                                        <p:cTn id="8" dur="500" fill="hold"/>
                                        <p:tgtEl>
                                          <p:spTgt spid="21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193"/>
                                        </p:tgtEl>
                                        <p:attrNameLst>
                                          <p:attrName>style.visibility</p:attrName>
                                        </p:attrNameLst>
                                      </p:cBhvr>
                                      <p:to>
                                        <p:strVal val="visible"/>
                                      </p:to>
                                    </p:set>
                                    <p:anim calcmode="lin" valueType="num">
                                      <p:cBhvr>
                                        <p:cTn id="13" dur="500" fill="hold"/>
                                        <p:tgtEl>
                                          <p:spTgt spid="193"/>
                                        </p:tgtEl>
                                        <p:attrNameLst>
                                          <p:attrName>ppt_w</p:attrName>
                                        </p:attrNameLst>
                                      </p:cBhvr>
                                      <p:tavLst>
                                        <p:tav tm="0">
                                          <p:val>
                                            <p:fltVal val="0"/>
                                          </p:val>
                                        </p:tav>
                                        <p:tav tm="100000">
                                          <p:val>
                                            <p:strVal val="#ppt_w"/>
                                          </p:val>
                                        </p:tav>
                                      </p:tavLst>
                                    </p:anim>
                                    <p:anim calcmode="lin" valueType="num">
                                      <p:cBhvr>
                                        <p:cTn id="14" dur="500" fill="hold"/>
                                        <p:tgtEl>
                                          <p:spTgt spid="193"/>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nodeType="clickEffect">
                                  <p:stCondLst>
                                    <p:cond delay="0"/>
                                  </p:stCondLst>
                                  <p:childTnLst>
                                    <p:set>
                                      <p:cBhvr>
                                        <p:cTn id="26" dur="1" fill="hold">
                                          <p:stCondLst>
                                            <p:cond delay="0"/>
                                          </p:stCondLst>
                                        </p:cTn>
                                        <p:tgtEl>
                                          <p:spTgt spid="205"/>
                                        </p:tgtEl>
                                        <p:attrNameLst>
                                          <p:attrName>style.visibility</p:attrName>
                                        </p:attrNameLst>
                                      </p:cBhvr>
                                      <p:to>
                                        <p:strVal val="visible"/>
                                      </p:to>
                                    </p:set>
                                    <p:anim calcmode="lin" valueType="num">
                                      <p:cBhvr>
                                        <p:cTn id="27" dur="500" fill="hold"/>
                                        <p:tgtEl>
                                          <p:spTgt spid="205"/>
                                        </p:tgtEl>
                                        <p:attrNameLst>
                                          <p:attrName>ppt_w</p:attrName>
                                        </p:attrNameLst>
                                      </p:cBhvr>
                                      <p:tavLst>
                                        <p:tav tm="0">
                                          <p:val>
                                            <p:fltVal val="0"/>
                                          </p:val>
                                        </p:tav>
                                        <p:tav tm="100000">
                                          <p:val>
                                            <p:strVal val="#ppt_w"/>
                                          </p:val>
                                        </p:tav>
                                      </p:tavLst>
                                    </p:anim>
                                    <p:anim calcmode="lin" valueType="num">
                                      <p:cBhvr>
                                        <p:cTn id="28" dur="500" fill="hold"/>
                                        <p:tgtEl>
                                          <p:spTgt spid="205"/>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nodeType="clickEffect">
                                  <p:stCondLst>
                                    <p:cond delay="0"/>
                                  </p:stCondLst>
                                  <p:childTnLst>
                                    <p:set>
                                      <p:cBhvr>
                                        <p:cTn id="32" dur="1" fill="hold">
                                          <p:stCondLst>
                                            <p:cond delay="0"/>
                                          </p:stCondLst>
                                        </p:cTn>
                                        <p:tgtEl>
                                          <p:spTgt spid="134"/>
                                        </p:tgtEl>
                                        <p:attrNameLst>
                                          <p:attrName>style.visibility</p:attrName>
                                        </p:attrNameLst>
                                      </p:cBhvr>
                                      <p:to>
                                        <p:strVal val="visible"/>
                                      </p:to>
                                    </p:set>
                                    <p:anim calcmode="lin" valueType="num">
                                      <p:cBhvr>
                                        <p:cTn id="33" dur="500" fill="hold"/>
                                        <p:tgtEl>
                                          <p:spTgt spid="134"/>
                                        </p:tgtEl>
                                        <p:attrNameLst>
                                          <p:attrName>ppt_w</p:attrName>
                                        </p:attrNameLst>
                                      </p:cBhvr>
                                      <p:tavLst>
                                        <p:tav tm="0">
                                          <p:val>
                                            <p:fltVal val="0"/>
                                          </p:val>
                                        </p:tav>
                                        <p:tav tm="100000">
                                          <p:val>
                                            <p:strVal val="#ppt_w"/>
                                          </p:val>
                                        </p:tav>
                                      </p:tavLst>
                                    </p:anim>
                                    <p:anim calcmode="lin" valueType="num">
                                      <p:cBhvr>
                                        <p:cTn id="34" dur="500" fill="hold"/>
                                        <p:tgtEl>
                                          <p:spTgt spid="134"/>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4" fill="hold" nodeType="clickEffect">
                                  <p:stCondLst>
                                    <p:cond delay="0"/>
                                  </p:stCondLst>
                                  <p:childTnLst>
                                    <p:set>
                                      <p:cBhvr>
                                        <p:cTn id="38" dur="1" fill="hold">
                                          <p:stCondLst>
                                            <p:cond delay="0"/>
                                          </p:stCondLst>
                                        </p:cTn>
                                        <p:tgtEl>
                                          <p:spTgt spid="184"/>
                                        </p:tgtEl>
                                        <p:attrNameLst>
                                          <p:attrName>style.visibility</p:attrName>
                                        </p:attrNameLst>
                                      </p:cBhvr>
                                      <p:to>
                                        <p:strVal val="visible"/>
                                      </p:to>
                                    </p:set>
                                    <p:anim calcmode="lin" valueType="num">
                                      <p:cBhvr>
                                        <p:cTn id="39" dur="500" fill="hold"/>
                                        <p:tgtEl>
                                          <p:spTgt spid="184"/>
                                        </p:tgtEl>
                                        <p:attrNameLst>
                                          <p:attrName>ppt_x</p:attrName>
                                        </p:attrNameLst>
                                      </p:cBhvr>
                                      <p:tavLst>
                                        <p:tav tm="0">
                                          <p:val>
                                            <p:strVal val="#ppt_x"/>
                                          </p:val>
                                        </p:tav>
                                        <p:tav tm="100000">
                                          <p:val>
                                            <p:strVal val="#ppt_x"/>
                                          </p:val>
                                        </p:tav>
                                      </p:tavLst>
                                    </p:anim>
                                    <p:anim calcmode="lin" valueType="num">
                                      <p:cBhvr>
                                        <p:cTn id="40" dur="500" fill="hold"/>
                                        <p:tgtEl>
                                          <p:spTgt spid="184"/>
                                        </p:tgtEl>
                                        <p:attrNameLst>
                                          <p:attrName>ppt_y</p:attrName>
                                        </p:attrNameLst>
                                      </p:cBhvr>
                                      <p:tavLst>
                                        <p:tav tm="0">
                                          <p:val>
                                            <p:strVal val="#ppt_y+#ppt_h/2"/>
                                          </p:val>
                                        </p:tav>
                                        <p:tav tm="100000">
                                          <p:val>
                                            <p:strVal val="#ppt_y"/>
                                          </p:val>
                                        </p:tav>
                                      </p:tavLst>
                                    </p:anim>
                                    <p:anim calcmode="lin" valueType="num">
                                      <p:cBhvr>
                                        <p:cTn id="41" dur="500" fill="hold"/>
                                        <p:tgtEl>
                                          <p:spTgt spid="184"/>
                                        </p:tgtEl>
                                        <p:attrNameLst>
                                          <p:attrName>ppt_w</p:attrName>
                                        </p:attrNameLst>
                                      </p:cBhvr>
                                      <p:tavLst>
                                        <p:tav tm="0">
                                          <p:val>
                                            <p:strVal val="#ppt_w"/>
                                          </p:val>
                                        </p:tav>
                                        <p:tav tm="100000">
                                          <p:val>
                                            <p:strVal val="#ppt_w"/>
                                          </p:val>
                                        </p:tav>
                                      </p:tavLst>
                                    </p:anim>
                                    <p:anim calcmode="lin" valueType="num">
                                      <p:cBhvr>
                                        <p:cTn id="42" dur="500" fill="hold"/>
                                        <p:tgtEl>
                                          <p:spTgt spid="184"/>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10" fill="hold" nodeType="clickEffect">
                                  <p:stCondLst>
                                    <p:cond delay="0"/>
                                  </p:stCondLst>
                                  <p:childTnLst>
                                    <p:set>
                                      <p:cBhvr>
                                        <p:cTn id="46" dur="1" fill="hold">
                                          <p:stCondLst>
                                            <p:cond delay="0"/>
                                          </p:stCondLst>
                                        </p:cTn>
                                        <p:tgtEl>
                                          <p:spTgt spid="177"/>
                                        </p:tgtEl>
                                        <p:attrNameLst>
                                          <p:attrName>style.visibility</p:attrName>
                                        </p:attrNameLst>
                                      </p:cBhvr>
                                      <p:to>
                                        <p:strVal val="visible"/>
                                      </p:to>
                                    </p:set>
                                    <p:anim calcmode="lin" valueType="num">
                                      <p:cBhvr>
                                        <p:cTn id="47" dur="500" fill="hold"/>
                                        <p:tgtEl>
                                          <p:spTgt spid="177"/>
                                        </p:tgtEl>
                                        <p:attrNameLst>
                                          <p:attrName>ppt_w</p:attrName>
                                        </p:attrNameLst>
                                      </p:cBhvr>
                                      <p:tavLst>
                                        <p:tav tm="0">
                                          <p:val>
                                            <p:fltVal val="0"/>
                                          </p:val>
                                        </p:tav>
                                        <p:tav tm="100000">
                                          <p:val>
                                            <p:strVal val="#ppt_w"/>
                                          </p:val>
                                        </p:tav>
                                      </p:tavLst>
                                    </p:anim>
                                    <p:anim calcmode="lin" valueType="num">
                                      <p:cBhvr>
                                        <p:cTn id="48" dur="500" fill="hold"/>
                                        <p:tgtEl>
                                          <p:spTgt spid="177"/>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4" fill="hold" nodeType="clickEffect">
                                  <p:stCondLst>
                                    <p:cond delay="0"/>
                                  </p:stCondLst>
                                  <p:childTnLst>
                                    <p:set>
                                      <p:cBhvr>
                                        <p:cTn id="52" dur="1" fill="hold">
                                          <p:stCondLst>
                                            <p:cond delay="0"/>
                                          </p:stCondLst>
                                        </p:cTn>
                                        <p:tgtEl>
                                          <p:spTgt spid="188"/>
                                        </p:tgtEl>
                                        <p:attrNameLst>
                                          <p:attrName>style.visibility</p:attrName>
                                        </p:attrNameLst>
                                      </p:cBhvr>
                                      <p:to>
                                        <p:strVal val="visible"/>
                                      </p:to>
                                    </p:set>
                                    <p:anim calcmode="lin" valueType="num">
                                      <p:cBhvr>
                                        <p:cTn id="53" dur="500" fill="hold"/>
                                        <p:tgtEl>
                                          <p:spTgt spid="188"/>
                                        </p:tgtEl>
                                        <p:attrNameLst>
                                          <p:attrName>ppt_x</p:attrName>
                                        </p:attrNameLst>
                                      </p:cBhvr>
                                      <p:tavLst>
                                        <p:tav tm="0">
                                          <p:val>
                                            <p:strVal val="#ppt_x"/>
                                          </p:val>
                                        </p:tav>
                                        <p:tav tm="100000">
                                          <p:val>
                                            <p:strVal val="#ppt_x"/>
                                          </p:val>
                                        </p:tav>
                                      </p:tavLst>
                                    </p:anim>
                                    <p:anim calcmode="lin" valueType="num">
                                      <p:cBhvr>
                                        <p:cTn id="54" dur="500" fill="hold"/>
                                        <p:tgtEl>
                                          <p:spTgt spid="188"/>
                                        </p:tgtEl>
                                        <p:attrNameLst>
                                          <p:attrName>ppt_y</p:attrName>
                                        </p:attrNameLst>
                                      </p:cBhvr>
                                      <p:tavLst>
                                        <p:tav tm="0">
                                          <p:val>
                                            <p:strVal val="#ppt_y+#ppt_h/2"/>
                                          </p:val>
                                        </p:tav>
                                        <p:tav tm="100000">
                                          <p:val>
                                            <p:strVal val="#ppt_y"/>
                                          </p:val>
                                        </p:tav>
                                      </p:tavLst>
                                    </p:anim>
                                    <p:anim calcmode="lin" valueType="num">
                                      <p:cBhvr>
                                        <p:cTn id="55" dur="500" fill="hold"/>
                                        <p:tgtEl>
                                          <p:spTgt spid="188"/>
                                        </p:tgtEl>
                                        <p:attrNameLst>
                                          <p:attrName>ppt_w</p:attrName>
                                        </p:attrNameLst>
                                      </p:cBhvr>
                                      <p:tavLst>
                                        <p:tav tm="0">
                                          <p:val>
                                            <p:strVal val="#ppt_w"/>
                                          </p:val>
                                        </p:tav>
                                        <p:tav tm="100000">
                                          <p:val>
                                            <p:strVal val="#ppt_w"/>
                                          </p:val>
                                        </p:tav>
                                      </p:tavLst>
                                    </p:anim>
                                    <p:anim calcmode="lin" valueType="num">
                                      <p:cBhvr>
                                        <p:cTn id="56" dur="500" fill="hold"/>
                                        <p:tgtEl>
                                          <p:spTgt spid="188"/>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1" fill="hold" grpId="0" nodeType="clickEffect">
                                  <p:stCondLst>
                                    <p:cond delay="0"/>
                                  </p:stCondLst>
                                  <p:childTnLst>
                                    <p:set>
                                      <p:cBhvr>
                                        <p:cTn id="60" dur="1" fill="hold">
                                          <p:stCondLst>
                                            <p:cond delay="0"/>
                                          </p:stCondLst>
                                        </p:cTn>
                                        <p:tgtEl>
                                          <p:spTgt spid="176"/>
                                        </p:tgtEl>
                                        <p:attrNameLst>
                                          <p:attrName>style.visibility</p:attrName>
                                        </p:attrNameLst>
                                      </p:cBhvr>
                                      <p:to>
                                        <p:strVal val="visible"/>
                                      </p:to>
                                    </p:set>
                                    <p:anim calcmode="lin" valueType="num">
                                      <p:cBhvr additive="base">
                                        <p:cTn id="61" dur="500" fill="hold"/>
                                        <p:tgtEl>
                                          <p:spTgt spid="176"/>
                                        </p:tgtEl>
                                        <p:attrNameLst>
                                          <p:attrName>ppt_x</p:attrName>
                                        </p:attrNameLst>
                                      </p:cBhvr>
                                      <p:tavLst>
                                        <p:tav tm="0">
                                          <p:val>
                                            <p:strVal val="#ppt_x"/>
                                          </p:val>
                                        </p:tav>
                                        <p:tav tm="100000">
                                          <p:val>
                                            <p:strVal val="#ppt_x"/>
                                          </p:val>
                                        </p:tav>
                                      </p:tavLst>
                                    </p:anim>
                                    <p:anim calcmode="lin" valueType="num">
                                      <p:cBhvr additive="base">
                                        <p:cTn id="62" dur="500" fill="hold"/>
                                        <p:tgtEl>
                                          <p:spTgt spid="176"/>
                                        </p:tgtEl>
                                        <p:attrNameLst>
                                          <p:attrName>ppt_y</p:attrName>
                                        </p:attrNameLst>
                                      </p:cBhvr>
                                      <p:tavLst>
                                        <p:tav tm="0">
                                          <p:val>
                                            <p:strVal val="0-#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161"/>
                                        </p:tgtEl>
                                        <p:attrNameLst>
                                          <p:attrName>style.visibility</p:attrName>
                                        </p:attrNameLst>
                                      </p:cBhvr>
                                      <p:to>
                                        <p:strVal val="visible"/>
                                      </p:to>
                                    </p:set>
                                    <p:animEffect transition="in" filter="strips(downLeft)">
                                      <p:cBhvr>
                                        <p:cTn id="67" dur="500"/>
                                        <p:tgtEl>
                                          <p:spTgt spid="161"/>
                                        </p:tgtEl>
                                      </p:cBhvr>
                                    </p:animEffect>
                                  </p:childTnLst>
                                </p:cTn>
                              </p:par>
                            </p:childTnLst>
                          </p:cTn>
                        </p:par>
                      </p:childTnLst>
                    </p:cTn>
                  </p:par>
                  <p:par>
                    <p:cTn id="68" fill="hold">
                      <p:stCondLst>
                        <p:cond delay="indefinite"/>
                      </p:stCondLst>
                      <p:childTnLst>
                        <p:par>
                          <p:cTn id="69" fill="hold">
                            <p:stCondLst>
                              <p:cond delay="0"/>
                            </p:stCondLst>
                            <p:childTnLst>
                              <p:par>
                                <p:cTn id="70" presetID="18" presetClass="entr" presetSubtype="12" fill="hold" nodeType="clickEffect">
                                  <p:stCondLst>
                                    <p:cond delay="0"/>
                                  </p:stCondLst>
                                  <p:childTnLst>
                                    <p:set>
                                      <p:cBhvr>
                                        <p:cTn id="71" dur="1" fill="hold">
                                          <p:stCondLst>
                                            <p:cond delay="0"/>
                                          </p:stCondLst>
                                        </p:cTn>
                                        <p:tgtEl>
                                          <p:spTgt spid="151"/>
                                        </p:tgtEl>
                                        <p:attrNameLst>
                                          <p:attrName>style.visibility</p:attrName>
                                        </p:attrNameLst>
                                      </p:cBhvr>
                                      <p:to>
                                        <p:strVal val="visible"/>
                                      </p:to>
                                    </p:set>
                                    <p:animEffect transition="in" filter="strips(downLeft)">
                                      <p:cBhvr>
                                        <p:cTn id="72" dur="500"/>
                                        <p:tgtEl>
                                          <p:spTgt spid="151"/>
                                        </p:tgtEl>
                                      </p:cBhvr>
                                    </p:animEffect>
                                  </p:childTnLst>
                                </p:cTn>
                              </p:par>
                            </p:childTnLst>
                          </p:cTn>
                        </p:par>
                      </p:childTnLst>
                    </p:cTn>
                  </p:par>
                  <p:par>
                    <p:cTn id="73" fill="hold">
                      <p:stCondLst>
                        <p:cond delay="indefinite"/>
                      </p:stCondLst>
                      <p:childTnLst>
                        <p:par>
                          <p:cTn id="74" fill="hold">
                            <p:stCondLst>
                              <p:cond delay="0"/>
                            </p:stCondLst>
                            <p:childTnLst>
                              <p:par>
                                <p:cTn id="75" presetID="18" presetClass="entr" presetSubtype="3" fill="hold" grpId="0" nodeType="clickEffect">
                                  <p:stCondLst>
                                    <p:cond delay="0"/>
                                  </p:stCondLst>
                                  <p:childTnLst>
                                    <p:set>
                                      <p:cBhvr>
                                        <p:cTn id="76" dur="1" fill="hold">
                                          <p:stCondLst>
                                            <p:cond delay="0"/>
                                          </p:stCondLst>
                                        </p:cTn>
                                        <p:tgtEl>
                                          <p:spTgt spid="204"/>
                                        </p:tgtEl>
                                        <p:attrNameLst>
                                          <p:attrName>style.visibility</p:attrName>
                                        </p:attrNameLst>
                                      </p:cBhvr>
                                      <p:to>
                                        <p:strVal val="visible"/>
                                      </p:to>
                                    </p:set>
                                    <p:animEffect transition="in" filter="strips(upRight)">
                                      <p:cBhvr>
                                        <p:cTn id="77" dur="500"/>
                                        <p:tgtEl>
                                          <p:spTgt spid="204"/>
                                        </p:tgtEl>
                                      </p:cBhvr>
                                    </p:animEffect>
                                  </p:childTnLst>
                                </p:cTn>
                              </p:par>
                            </p:childTnLst>
                          </p:cTn>
                        </p:par>
                      </p:childTnLst>
                    </p:cTn>
                  </p:par>
                  <p:par>
                    <p:cTn id="78" fill="hold">
                      <p:stCondLst>
                        <p:cond delay="indefinite"/>
                      </p:stCondLst>
                      <p:childTnLst>
                        <p:par>
                          <p:cTn id="79" fill="hold">
                            <p:stCondLst>
                              <p:cond delay="0"/>
                            </p:stCondLst>
                            <p:childTnLst>
                              <p:par>
                                <p:cTn id="80" presetID="18" presetClass="entr" presetSubtype="3" fill="hold" grpId="0"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strips(upRight)">
                                      <p:cBhvr>
                                        <p:cTn id="82" dur="500"/>
                                        <p:tgtEl>
                                          <p:spTgt spid="12"/>
                                        </p:tgtEl>
                                      </p:cBhvr>
                                    </p:animEffect>
                                  </p:childTnLst>
                                </p:cTn>
                              </p:par>
                            </p:childTnLst>
                          </p:cTn>
                        </p:par>
                      </p:childTnLst>
                    </p:cTn>
                  </p:par>
                  <p:par>
                    <p:cTn id="83" fill="hold">
                      <p:stCondLst>
                        <p:cond delay="indefinite"/>
                      </p:stCondLst>
                      <p:childTnLst>
                        <p:par>
                          <p:cTn id="84" fill="hold">
                            <p:stCondLst>
                              <p:cond delay="0"/>
                            </p:stCondLst>
                            <p:childTnLst>
                              <p:par>
                                <p:cTn id="85" presetID="18" presetClass="entr" presetSubtype="3" fill="hold" nodeType="clickEffect">
                                  <p:stCondLst>
                                    <p:cond delay="0"/>
                                  </p:stCondLst>
                                  <p:childTnLst>
                                    <p:set>
                                      <p:cBhvr>
                                        <p:cTn id="86" dur="1" fill="hold">
                                          <p:stCondLst>
                                            <p:cond delay="0"/>
                                          </p:stCondLst>
                                        </p:cTn>
                                        <p:tgtEl>
                                          <p:spTgt spid="110"/>
                                        </p:tgtEl>
                                        <p:attrNameLst>
                                          <p:attrName>style.visibility</p:attrName>
                                        </p:attrNameLst>
                                      </p:cBhvr>
                                      <p:to>
                                        <p:strVal val="visible"/>
                                      </p:to>
                                    </p:set>
                                    <p:animEffect transition="in" filter="strips(upRight)">
                                      <p:cBhvr>
                                        <p:cTn id="87" dur="500"/>
                                        <p:tgtEl>
                                          <p:spTgt spid="110"/>
                                        </p:tgtEl>
                                      </p:cBhvr>
                                    </p:animEffect>
                                  </p:childTnLst>
                                </p:cTn>
                              </p:par>
                            </p:childTnLst>
                          </p:cTn>
                        </p:par>
                      </p:childTnLst>
                    </p:cTn>
                  </p:par>
                  <p:par>
                    <p:cTn id="88" fill="hold">
                      <p:stCondLst>
                        <p:cond delay="indefinite"/>
                      </p:stCondLst>
                      <p:childTnLst>
                        <p:par>
                          <p:cTn id="89" fill="hold">
                            <p:stCondLst>
                              <p:cond delay="0"/>
                            </p:stCondLst>
                            <p:childTnLst>
                              <p:par>
                                <p:cTn id="90" presetID="2" presetClass="entr" presetSubtype="1" fill="hold" grpId="0" nodeType="clickEffect">
                                  <p:stCondLst>
                                    <p:cond delay="0"/>
                                  </p:stCondLst>
                                  <p:childTnLst>
                                    <p:set>
                                      <p:cBhvr>
                                        <p:cTn id="91" dur="1" fill="hold">
                                          <p:stCondLst>
                                            <p:cond delay="0"/>
                                          </p:stCondLst>
                                        </p:cTn>
                                        <p:tgtEl>
                                          <p:spTgt spid="13"/>
                                        </p:tgtEl>
                                        <p:attrNameLst>
                                          <p:attrName>style.visibility</p:attrName>
                                        </p:attrNameLst>
                                      </p:cBhvr>
                                      <p:to>
                                        <p:strVal val="visible"/>
                                      </p:to>
                                    </p:set>
                                    <p:anim calcmode="lin" valueType="num">
                                      <p:cBhvr additive="base">
                                        <p:cTn id="92" dur="500" fill="hold"/>
                                        <p:tgtEl>
                                          <p:spTgt spid="13"/>
                                        </p:tgtEl>
                                        <p:attrNameLst>
                                          <p:attrName>ppt_x</p:attrName>
                                        </p:attrNameLst>
                                      </p:cBhvr>
                                      <p:tavLst>
                                        <p:tav tm="0">
                                          <p:val>
                                            <p:strVal val="#ppt_x"/>
                                          </p:val>
                                        </p:tav>
                                        <p:tav tm="100000">
                                          <p:val>
                                            <p:strVal val="#ppt_x"/>
                                          </p:val>
                                        </p:tav>
                                      </p:tavLst>
                                    </p:anim>
                                    <p:anim calcmode="lin" valueType="num">
                                      <p:cBhvr additive="base">
                                        <p:cTn id="93"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 presetClass="entr" presetSubtype="1" fill="hold" grpId="0" nodeType="clickEffect">
                                  <p:stCondLst>
                                    <p:cond delay="0"/>
                                  </p:stCondLst>
                                  <p:childTnLst>
                                    <p:set>
                                      <p:cBhvr>
                                        <p:cTn id="97" dur="1" fill="hold">
                                          <p:stCondLst>
                                            <p:cond delay="0"/>
                                          </p:stCondLst>
                                        </p:cTn>
                                        <p:tgtEl>
                                          <p:spTgt spid="14"/>
                                        </p:tgtEl>
                                        <p:attrNameLst>
                                          <p:attrName>style.visibility</p:attrName>
                                        </p:attrNameLst>
                                      </p:cBhvr>
                                      <p:to>
                                        <p:strVal val="visible"/>
                                      </p:to>
                                    </p:set>
                                    <p:anim calcmode="lin" valueType="num">
                                      <p:cBhvr additive="base">
                                        <p:cTn id="98" dur="500" fill="hold"/>
                                        <p:tgtEl>
                                          <p:spTgt spid="14"/>
                                        </p:tgtEl>
                                        <p:attrNameLst>
                                          <p:attrName>ppt_x</p:attrName>
                                        </p:attrNameLst>
                                      </p:cBhvr>
                                      <p:tavLst>
                                        <p:tav tm="0">
                                          <p:val>
                                            <p:strVal val="#ppt_x"/>
                                          </p:val>
                                        </p:tav>
                                        <p:tav tm="100000">
                                          <p:val>
                                            <p:strVal val="#ppt_x"/>
                                          </p:val>
                                        </p:tav>
                                      </p:tavLst>
                                    </p:anim>
                                    <p:anim calcmode="lin" valueType="num">
                                      <p:cBhvr additive="base">
                                        <p:cTn id="99"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2" presetClass="entr" presetSubtype="1" fill="hold" grpId="0" nodeType="clickEffect">
                                  <p:stCondLst>
                                    <p:cond delay="0"/>
                                  </p:stCondLst>
                                  <p:childTnLst>
                                    <p:set>
                                      <p:cBhvr>
                                        <p:cTn id="103" dur="1" fill="hold">
                                          <p:stCondLst>
                                            <p:cond delay="0"/>
                                          </p:stCondLst>
                                        </p:cTn>
                                        <p:tgtEl>
                                          <p:spTgt spid="17"/>
                                        </p:tgtEl>
                                        <p:attrNameLst>
                                          <p:attrName>style.visibility</p:attrName>
                                        </p:attrNameLst>
                                      </p:cBhvr>
                                      <p:to>
                                        <p:strVal val="visible"/>
                                      </p:to>
                                    </p:set>
                                    <p:anim calcmode="lin" valueType="num">
                                      <p:cBhvr additive="base">
                                        <p:cTn id="104" dur="500" fill="hold"/>
                                        <p:tgtEl>
                                          <p:spTgt spid="17"/>
                                        </p:tgtEl>
                                        <p:attrNameLst>
                                          <p:attrName>ppt_x</p:attrName>
                                        </p:attrNameLst>
                                      </p:cBhvr>
                                      <p:tavLst>
                                        <p:tav tm="0">
                                          <p:val>
                                            <p:strVal val="#ppt_x"/>
                                          </p:val>
                                        </p:tav>
                                        <p:tav tm="100000">
                                          <p:val>
                                            <p:strVal val="#ppt_x"/>
                                          </p:val>
                                        </p:tav>
                                      </p:tavLst>
                                    </p:anim>
                                    <p:anim calcmode="lin" valueType="num">
                                      <p:cBhvr additive="base">
                                        <p:cTn id="105" dur="500" fill="hold"/>
                                        <p:tgtEl>
                                          <p:spTgt spid="17"/>
                                        </p:tgtEl>
                                        <p:attrNameLst>
                                          <p:attrName>ppt_y</p:attrName>
                                        </p:attrNameLst>
                                      </p:cBhvr>
                                      <p:tavLst>
                                        <p:tav tm="0">
                                          <p:val>
                                            <p:strVal val="0-#ppt_h/2"/>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2" presetClass="entr" presetSubtype="4" fill="hold" nodeType="clickEffect">
                                  <p:stCondLst>
                                    <p:cond delay="0"/>
                                  </p:stCondLst>
                                  <p:childTnLst>
                                    <p:set>
                                      <p:cBhvr>
                                        <p:cTn id="109" dur="1" fill="hold">
                                          <p:stCondLst>
                                            <p:cond delay="0"/>
                                          </p:stCondLst>
                                        </p:cTn>
                                        <p:tgtEl>
                                          <p:spTgt spid="21"/>
                                        </p:tgtEl>
                                        <p:attrNameLst>
                                          <p:attrName>style.visibility</p:attrName>
                                        </p:attrNameLst>
                                      </p:cBhvr>
                                      <p:to>
                                        <p:strVal val="visible"/>
                                      </p:to>
                                    </p:set>
                                    <p:anim calcmode="lin" valueType="num">
                                      <p:cBhvr additive="base">
                                        <p:cTn id="110" dur="500" fill="hold"/>
                                        <p:tgtEl>
                                          <p:spTgt spid="21"/>
                                        </p:tgtEl>
                                        <p:attrNameLst>
                                          <p:attrName>ppt_x</p:attrName>
                                        </p:attrNameLst>
                                      </p:cBhvr>
                                      <p:tavLst>
                                        <p:tav tm="0">
                                          <p:val>
                                            <p:strVal val="#ppt_x"/>
                                          </p:val>
                                        </p:tav>
                                        <p:tav tm="100000">
                                          <p:val>
                                            <p:strVal val="#ppt_x"/>
                                          </p:val>
                                        </p:tav>
                                      </p:tavLst>
                                    </p:anim>
                                    <p:anim calcmode="lin" valueType="num">
                                      <p:cBhvr additive="base">
                                        <p:cTn id="111"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17" presetClass="entr" presetSubtype="8" fill="hold" grpId="0" nodeType="clickEffect">
                                  <p:stCondLst>
                                    <p:cond delay="0"/>
                                  </p:stCondLst>
                                  <p:childTnLst>
                                    <p:set>
                                      <p:cBhvr>
                                        <p:cTn id="115" dur="1" fill="hold">
                                          <p:stCondLst>
                                            <p:cond delay="0"/>
                                          </p:stCondLst>
                                        </p:cTn>
                                        <p:tgtEl>
                                          <p:spTgt spid="212"/>
                                        </p:tgtEl>
                                        <p:attrNameLst>
                                          <p:attrName>style.visibility</p:attrName>
                                        </p:attrNameLst>
                                      </p:cBhvr>
                                      <p:to>
                                        <p:strVal val="visible"/>
                                      </p:to>
                                    </p:set>
                                    <p:anim calcmode="lin" valueType="num">
                                      <p:cBhvr>
                                        <p:cTn id="116" dur="500" fill="hold"/>
                                        <p:tgtEl>
                                          <p:spTgt spid="212"/>
                                        </p:tgtEl>
                                        <p:attrNameLst>
                                          <p:attrName>ppt_x</p:attrName>
                                        </p:attrNameLst>
                                      </p:cBhvr>
                                      <p:tavLst>
                                        <p:tav tm="0">
                                          <p:val>
                                            <p:strVal val="#ppt_x-#ppt_w/2"/>
                                          </p:val>
                                        </p:tav>
                                        <p:tav tm="100000">
                                          <p:val>
                                            <p:strVal val="#ppt_x"/>
                                          </p:val>
                                        </p:tav>
                                      </p:tavLst>
                                    </p:anim>
                                    <p:anim calcmode="lin" valueType="num">
                                      <p:cBhvr>
                                        <p:cTn id="117" dur="500" fill="hold"/>
                                        <p:tgtEl>
                                          <p:spTgt spid="212"/>
                                        </p:tgtEl>
                                        <p:attrNameLst>
                                          <p:attrName>ppt_y</p:attrName>
                                        </p:attrNameLst>
                                      </p:cBhvr>
                                      <p:tavLst>
                                        <p:tav tm="0">
                                          <p:val>
                                            <p:strVal val="#ppt_y"/>
                                          </p:val>
                                        </p:tav>
                                        <p:tav tm="100000">
                                          <p:val>
                                            <p:strVal val="#ppt_y"/>
                                          </p:val>
                                        </p:tav>
                                      </p:tavLst>
                                    </p:anim>
                                    <p:anim calcmode="lin" valueType="num">
                                      <p:cBhvr>
                                        <p:cTn id="118" dur="500" fill="hold"/>
                                        <p:tgtEl>
                                          <p:spTgt spid="212"/>
                                        </p:tgtEl>
                                        <p:attrNameLst>
                                          <p:attrName>ppt_w</p:attrName>
                                        </p:attrNameLst>
                                      </p:cBhvr>
                                      <p:tavLst>
                                        <p:tav tm="0">
                                          <p:val>
                                            <p:fltVal val="0"/>
                                          </p:val>
                                        </p:tav>
                                        <p:tav tm="100000">
                                          <p:val>
                                            <p:strVal val="#ppt_w"/>
                                          </p:val>
                                        </p:tav>
                                      </p:tavLst>
                                    </p:anim>
                                    <p:anim calcmode="lin" valueType="num">
                                      <p:cBhvr>
                                        <p:cTn id="119" dur="500" fill="hold"/>
                                        <p:tgtEl>
                                          <p:spTgt spid="212"/>
                                        </p:tgtEl>
                                        <p:attrNameLst>
                                          <p:attrName>ppt_h</p:attrName>
                                        </p:attrNameLst>
                                      </p:cBhvr>
                                      <p:tavLst>
                                        <p:tav tm="0">
                                          <p:val>
                                            <p:strVal val="#ppt_h"/>
                                          </p:val>
                                        </p:tav>
                                        <p:tav tm="100000">
                                          <p:val>
                                            <p:strVal val="#ppt_h"/>
                                          </p:val>
                                        </p:tav>
                                      </p:tavLst>
                                    </p:anim>
                                  </p:childTnLst>
                                </p:cTn>
                              </p:par>
                            </p:childTnLst>
                          </p:cTn>
                        </p:par>
                      </p:childTnLst>
                    </p:cTn>
                  </p:par>
                  <p:par>
                    <p:cTn id="120" fill="hold">
                      <p:stCondLst>
                        <p:cond delay="indefinite"/>
                      </p:stCondLst>
                      <p:childTnLst>
                        <p:par>
                          <p:cTn id="121" fill="hold">
                            <p:stCondLst>
                              <p:cond delay="0"/>
                            </p:stCondLst>
                            <p:childTnLst>
                              <p:par>
                                <p:cTn id="122" presetID="17" presetClass="entr" presetSubtype="1" fill="hold" grpId="0" nodeType="clickEffect">
                                  <p:stCondLst>
                                    <p:cond delay="0"/>
                                  </p:stCondLst>
                                  <p:childTnLst>
                                    <p:set>
                                      <p:cBhvr>
                                        <p:cTn id="123" dur="1" fill="hold">
                                          <p:stCondLst>
                                            <p:cond delay="0"/>
                                          </p:stCondLst>
                                        </p:cTn>
                                        <p:tgtEl>
                                          <p:spTgt spid="15"/>
                                        </p:tgtEl>
                                        <p:attrNameLst>
                                          <p:attrName>style.visibility</p:attrName>
                                        </p:attrNameLst>
                                      </p:cBhvr>
                                      <p:to>
                                        <p:strVal val="visible"/>
                                      </p:to>
                                    </p:set>
                                    <p:anim calcmode="lin" valueType="num">
                                      <p:cBhvr>
                                        <p:cTn id="124" dur="500" fill="hold"/>
                                        <p:tgtEl>
                                          <p:spTgt spid="15"/>
                                        </p:tgtEl>
                                        <p:attrNameLst>
                                          <p:attrName>ppt_x</p:attrName>
                                        </p:attrNameLst>
                                      </p:cBhvr>
                                      <p:tavLst>
                                        <p:tav tm="0">
                                          <p:val>
                                            <p:strVal val="#ppt_x"/>
                                          </p:val>
                                        </p:tav>
                                        <p:tav tm="100000">
                                          <p:val>
                                            <p:strVal val="#ppt_x"/>
                                          </p:val>
                                        </p:tav>
                                      </p:tavLst>
                                    </p:anim>
                                    <p:anim calcmode="lin" valueType="num">
                                      <p:cBhvr>
                                        <p:cTn id="125" dur="500" fill="hold"/>
                                        <p:tgtEl>
                                          <p:spTgt spid="15"/>
                                        </p:tgtEl>
                                        <p:attrNameLst>
                                          <p:attrName>ppt_y</p:attrName>
                                        </p:attrNameLst>
                                      </p:cBhvr>
                                      <p:tavLst>
                                        <p:tav tm="0">
                                          <p:val>
                                            <p:strVal val="#ppt_y-#ppt_h/2"/>
                                          </p:val>
                                        </p:tav>
                                        <p:tav tm="100000">
                                          <p:val>
                                            <p:strVal val="#ppt_y"/>
                                          </p:val>
                                        </p:tav>
                                      </p:tavLst>
                                    </p:anim>
                                    <p:anim calcmode="lin" valueType="num">
                                      <p:cBhvr>
                                        <p:cTn id="126" dur="500" fill="hold"/>
                                        <p:tgtEl>
                                          <p:spTgt spid="15"/>
                                        </p:tgtEl>
                                        <p:attrNameLst>
                                          <p:attrName>ppt_w</p:attrName>
                                        </p:attrNameLst>
                                      </p:cBhvr>
                                      <p:tavLst>
                                        <p:tav tm="0">
                                          <p:val>
                                            <p:strVal val="#ppt_w"/>
                                          </p:val>
                                        </p:tav>
                                        <p:tav tm="100000">
                                          <p:val>
                                            <p:strVal val="#ppt_w"/>
                                          </p:val>
                                        </p:tav>
                                      </p:tavLst>
                                    </p:anim>
                                    <p:anim calcmode="lin" valueType="num">
                                      <p:cBhvr>
                                        <p:cTn id="127"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128" fill="hold">
                      <p:stCondLst>
                        <p:cond delay="indefinite"/>
                      </p:stCondLst>
                      <p:childTnLst>
                        <p:par>
                          <p:cTn id="129" fill="hold">
                            <p:stCondLst>
                              <p:cond delay="0"/>
                            </p:stCondLst>
                            <p:childTnLst>
                              <p:par>
                                <p:cTn id="130" presetID="18" presetClass="entr" presetSubtype="12" fill="hold" grpId="0" nodeType="clickEffect">
                                  <p:stCondLst>
                                    <p:cond delay="0"/>
                                  </p:stCondLst>
                                  <p:childTnLst>
                                    <p:set>
                                      <p:cBhvr>
                                        <p:cTn id="131" dur="1" fill="hold">
                                          <p:stCondLst>
                                            <p:cond delay="0"/>
                                          </p:stCondLst>
                                        </p:cTn>
                                        <p:tgtEl>
                                          <p:spTgt spid="16"/>
                                        </p:tgtEl>
                                        <p:attrNameLst>
                                          <p:attrName>style.visibility</p:attrName>
                                        </p:attrNameLst>
                                      </p:cBhvr>
                                      <p:to>
                                        <p:strVal val="visible"/>
                                      </p:to>
                                    </p:set>
                                    <p:animEffect transition="in" filter="strips(downLeft)">
                                      <p:cBhvr>
                                        <p:cTn id="132" dur="500"/>
                                        <p:tgtEl>
                                          <p:spTgt spid="16"/>
                                        </p:tgtEl>
                                      </p:cBhvr>
                                    </p:animEffect>
                                  </p:childTnLst>
                                </p:cTn>
                              </p:par>
                            </p:childTnLst>
                          </p:cTn>
                        </p:par>
                      </p:childTnLst>
                    </p:cTn>
                  </p:par>
                  <p:par>
                    <p:cTn id="133" fill="hold">
                      <p:stCondLst>
                        <p:cond delay="indefinite"/>
                      </p:stCondLst>
                      <p:childTnLst>
                        <p:par>
                          <p:cTn id="134" fill="hold">
                            <p:stCondLst>
                              <p:cond delay="0"/>
                            </p:stCondLst>
                            <p:childTnLst>
                              <p:par>
                                <p:cTn id="135" presetID="2" presetClass="entr" presetSubtype="8" fill="hold" nodeType="clickEffect">
                                  <p:stCondLst>
                                    <p:cond delay="0"/>
                                  </p:stCondLst>
                                  <p:childTnLst>
                                    <p:set>
                                      <p:cBhvr>
                                        <p:cTn id="136" dur="1" fill="hold">
                                          <p:stCondLst>
                                            <p:cond delay="0"/>
                                          </p:stCondLst>
                                        </p:cTn>
                                        <p:tgtEl>
                                          <p:spTgt spid="18"/>
                                        </p:tgtEl>
                                        <p:attrNameLst>
                                          <p:attrName>style.visibility</p:attrName>
                                        </p:attrNameLst>
                                      </p:cBhvr>
                                      <p:to>
                                        <p:strVal val="visible"/>
                                      </p:to>
                                    </p:set>
                                    <p:anim calcmode="lin" valueType="num">
                                      <p:cBhvr additive="base">
                                        <p:cTn id="137" dur="500" fill="hold"/>
                                        <p:tgtEl>
                                          <p:spTgt spid="18"/>
                                        </p:tgtEl>
                                        <p:attrNameLst>
                                          <p:attrName>ppt_x</p:attrName>
                                        </p:attrNameLst>
                                      </p:cBhvr>
                                      <p:tavLst>
                                        <p:tav tm="0">
                                          <p:val>
                                            <p:strVal val="0-#ppt_w/2"/>
                                          </p:val>
                                        </p:tav>
                                        <p:tav tm="100000">
                                          <p:val>
                                            <p:strVal val="#ppt_x"/>
                                          </p:val>
                                        </p:tav>
                                      </p:tavLst>
                                    </p:anim>
                                    <p:anim calcmode="lin" valueType="num">
                                      <p:cBhvr additive="base">
                                        <p:cTn id="138"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3" presetClass="entr" presetSubtype="16" fill="hold" nodeType="clickEffect">
                                  <p:stCondLst>
                                    <p:cond delay="0"/>
                                  </p:stCondLst>
                                  <p:childTnLst>
                                    <p:set>
                                      <p:cBhvr>
                                        <p:cTn id="142" dur="1" fill="hold">
                                          <p:stCondLst>
                                            <p:cond delay="0"/>
                                          </p:stCondLst>
                                        </p:cTn>
                                        <p:tgtEl>
                                          <p:spTgt spid="28"/>
                                        </p:tgtEl>
                                        <p:attrNameLst>
                                          <p:attrName>style.visibility</p:attrName>
                                        </p:attrNameLst>
                                      </p:cBhvr>
                                      <p:to>
                                        <p:strVal val="visible"/>
                                      </p:to>
                                    </p:set>
                                    <p:anim calcmode="lin" valueType="num">
                                      <p:cBhvr>
                                        <p:cTn id="143" dur="500" fill="hold"/>
                                        <p:tgtEl>
                                          <p:spTgt spid="28"/>
                                        </p:tgtEl>
                                        <p:attrNameLst>
                                          <p:attrName>ppt_w</p:attrName>
                                        </p:attrNameLst>
                                      </p:cBhvr>
                                      <p:tavLst>
                                        <p:tav tm="0">
                                          <p:val>
                                            <p:fltVal val="0"/>
                                          </p:val>
                                        </p:tav>
                                        <p:tav tm="100000">
                                          <p:val>
                                            <p:strVal val="#ppt_w"/>
                                          </p:val>
                                        </p:tav>
                                      </p:tavLst>
                                    </p:anim>
                                    <p:anim calcmode="lin" valueType="num">
                                      <p:cBhvr>
                                        <p:cTn id="144" dur="500" fill="hold"/>
                                        <p:tgtEl>
                                          <p:spTgt spid="28"/>
                                        </p:tgtEl>
                                        <p:attrNameLst>
                                          <p:attrName>ppt_h</p:attrName>
                                        </p:attrNameLst>
                                      </p:cBhvr>
                                      <p:tavLst>
                                        <p:tav tm="0">
                                          <p:val>
                                            <p:fltVal val="0"/>
                                          </p:val>
                                        </p:tav>
                                        <p:tav tm="100000">
                                          <p:val>
                                            <p:strVal val="#ppt_h"/>
                                          </p:val>
                                        </p:tav>
                                      </p:tavLst>
                                    </p:anim>
                                  </p:childTnLst>
                                </p:cTn>
                              </p:par>
                            </p:childTnLst>
                          </p:cTn>
                        </p:par>
                      </p:childTnLst>
                    </p:cTn>
                  </p:par>
                  <p:par>
                    <p:cTn id="145" fill="hold">
                      <p:stCondLst>
                        <p:cond delay="indefinite"/>
                      </p:stCondLst>
                      <p:childTnLst>
                        <p:par>
                          <p:cTn id="146" fill="hold">
                            <p:stCondLst>
                              <p:cond delay="0"/>
                            </p:stCondLst>
                            <p:childTnLst>
                              <p:par>
                                <p:cTn id="147" presetID="23" presetClass="entr" presetSubtype="16" fill="hold" nodeType="clickEffect">
                                  <p:stCondLst>
                                    <p:cond delay="0"/>
                                  </p:stCondLst>
                                  <p:childTnLst>
                                    <p:set>
                                      <p:cBhvr>
                                        <p:cTn id="148" dur="1" fill="hold">
                                          <p:stCondLst>
                                            <p:cond delay="0"/>
                                          </p:stCondLst>
                                        </p:cTn>
                                        <p:tgtEl>
                                          <p:spTgt spid="118"/>
                                        </p:tgtEl>
                                        <p:attrNameLst>
                                          <p:attrName>style.visibility</p:attrName>
                                        </p:attrNameLst>
                                      </p:cBhvr>
                                      <p:to>
                                        <p:strVal val="visible"/>
                                      </p:to>
                                    </p:set>
                                    <p:anim calcmode="lin" valueType="num">
                                      <p:cBhvr>
                                        <p:cTn id="149" dur="500" fill="hold"/>
                                        <p:tgtEl>
                                          <p:spTgt spid="118"/>
                                        </p:tgtEl>
                                        <p:attrNameLst>
                                          <p:attrName>ppt_w</p:attrName>
                                        </p:attrNameLst>
                                      </p:cBhvr>
                                      <p:tavLst>
                                        <p:tav tm="0">
                                          <p:val>
                                            <p:fltVal val="0"/>
                                          </p:val>
                                        </p:tav>
                                        <p:tav tm="100000">
                                          <p:val>
                                            <p:strVal val="#ppt_w"/>
                                          </p:val>
                                        </p:tav>
                                      </p:tavLst>
                                    </p:anim>
                                    <p:anim calcmode="lin" valueType="num">
                                      <p:cBhvr>
                                        <p:cTn id="150" dur="500" fill="hold"/>
                                        <p:tgtEl>
                                          <p:spTgt spid="118"/>
                                        </p:tgtEl>
                                        <p:attrNameLst>
                                          <p:attrName>ppt_h</p:attrName>
                                        </p:attrNameLst>
                                      </p:cBhvr>
                                      <p:tavLst>
                                        <p:tav tm="0">
                                          <p:val>
                                            <p:fltVal val="0"/>
                                          </p:val>
                                        </p:tav>
                                        <p:tav tm="100000">
                                          <p:val>
                                            <p:strVal val="#ppt_h"/>
                                          </p:val>
                                        </p:tav>
                                      </p:tavLst>
                                    </p:anim>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499"/>
                                          </p:stCondLst>
                                        </p:cTn>
                                        <p:tgtEl>
                                          <p:spTgt spid="11"/>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7" presetClass="entr" presetSubtype="1" fill="hold" nodeType="clickEffect">
                                  <p:stCondLst>
                                    <p:cond delay="0"/>
                                  </p:stCondLst>
                                  <p:childTnLst>
                                    <p:set>
                                      <p:cBhvr>
                                        <p:cTn id="158" dur="1" fill="hold">
                                          <p:stCondLst>
                                            <p:cond delay="0"/>
                                          </p:stCondLst>
                                        </p:cTn>
                                        <p:tgtEl>
                                          <p:spTgt spid="33"/>
                                        </p:tgtEl>
                                        <p:attrNameLst>
                                          <p:attrName>style.visibility</p:attrName>
                                        </p:attrNameLst>
                                      </p:cBhvr>
                                      <p:to>
                                        <p:strVal val="visible"/>
                                      </p:to>
                                    </p:set>
                                    <p:anim calcmode="lin" valueType="num">
                                      <p:cBhvr>
                                        <p:cTn id="159" dur="500" fill="hold"/>
                                        <p:tgtEl>
                                          <p:spTgt spid="33"/>
                                        </p:tgtEl>
                                        <p:attrNameLst>
                                          <p:attrName>ppt_x</p:attrName>
                                        </p:attrNameLst>
                                      </p:cBhvr>
                                      <p:tavLst>
                                        <p:tav tm="0">
                                          <p:val>
                                            <p:strVal val="#ppt_x"/>
                                          </p:val>
                                        </p:tav>
                                        <p:tav tm="100000">
                                          <p:val>
                                            <p:strVal val="#ppt_x"/>
                                          </p:val>
                                        </p:tav>
                                      </p:tavLst>
                                    </p:anim>
                                    <p:anim calcmode="lin" valueType="num">
                                      <p:cBhvr>
                                        <p:cTn id="160" dur="500" fill="hold"/>
                                        <p:tgtEl>
                                          <p:spTgt spid="33"/>
                                        </p:tgtEl>
                                        <p:attrNameLst>
                                          <p:attrName>ppt_y</p:attrName>
                                        </p:attrNameLst>
                                      </p:cBhvr>
                                      <p:tavLst>
                                        <p:tav tm="0">
                                          <p:val>
                                            <p:strVal val="#ppt_y-#ppt_h/2"/>
                                          </p:val>
                                        </p:tav>
                                        <p:tav tm="100000">
                                          <p:val>
                                            <p:strVal val="#ppt_y"/>
                                          </p:val>
                                        </p:tav>
                                      </p:tavLst>
                                    </p:anim>
                                    <p:anim calcmode="lin" valueType="num">
                                      <p:cBhvr>
                                        <p:cTn id="161" dur="500" fill="hold"/>
                                        <p:tgtEl>
                                          <p:spTgt spid="33"/>
                                        </p:tgtEl>
                                        <p:attrNameLst>
                                          <p:attrName>ppt_w</p:attrName>
                                        </p:attrNameLst>
                                      </p:cBhvr>
                                      <p:tavLst>
                                        <p:tav tm="0">
                                          <p:val>
                                            <p:strVal val="#ppt_w"/>
                                          </p:val>
                                        </p:tav>
                                        <p:tav tm="100000">
                                          <p:val>
                                            <p:strVal val="#ppt_w"/>
                                          </p:val>
                                        </p:tav>
                                      </p:tavLst>
                                    </p:anim>
                                    <p:anim calcmode="lin" valueType="num">
                                      <p:cBhvr>
                                        <p:cTn id="162" dur="500" fill="hold"/>
                                        <p:tgtEl>
                                          <p:spTgt spid="33"/>
                                        </p:tgtEl>
                                        <p:attrNameLst>
                                          <p:attrName>ppt_h</p:attrName>
                                        </p:attrNameLst>
                                      </p:cBhvr>
                                      <p:tavLst>
                                        <p:tav tm="0">
                                          <p:val>
                                            <p:fltVal val="0"/>
                                          </p:val>
                                        </p:tav>
                                        <p:tav tm="100000">
                                          <p:val>
                                            <p:strVal val="#ppt_h"/>
                                          </p:val>
                                        </p:tav>
                                      </p:tavLst>
                                    </p:anim>
                                  </p:childTnLst>
                                </p:cTn>
                              </p:par>
                            </p:childTnLst>
                          </p:cTn>
                        </p:par>
                      </p:childTnLst>
                    </p:cTn>
                  </p:par>
                  <p:par>
                    <p:cTn id="163" fill="hold">
                      <p:stCondLst>
                        <p:cond delay="indefinite"/>
                      </p:stCondLst>
                      <p:childTnLst>
                        <p:par>
                          <p:cTn id="164" fill="hold">
                            <p:stCondLst>
                              <p:cond delay="0"/>
                            </p:stCondLst>
                            <p:childTnLst>
                              <p:par>
                                <p:cTn id="165" presetID="2" presetClass="entr" presetSubtype="8" fill="hold" grpId="0" nodeType="clickEffect">
                                  <p:stCondLst>
                                    <p:cond delay="0"/>
                                  </p:stCondLst>
                                  <p:childTnLst>
                                    <p:set>
                                      <p:cBhvr>
                                        <p:cTn id="166" dur="1" fill="hold">
                                          <p:stCondLst>
                                            <p:cond delay="0"/>
                                          </p:stCondLst>
                                        </p:cTn>
                                        <p:tgtEl>
                                          <p:spTgt spid="203"/>
                                        </p:tgtEl>
                                        <p:attrNameLst>
                                          <p:attrName>style.visibility</p:attrName>
                                        </p:attrNameLst>
                                      </p:cBhvr>
                                      <p:to>
                                        <p:strVal val="visible"/>
                                      </p:to>
                                    </p:set>
                                    <p:anim calcmode="lin" valueType="num">
                                      <p:cBhvr additive="base">
                                        <p:cTn id="167" dur="500" fill="hold"/>
                                        <p:tgtEl>
                                          <p:spTgt spid="203"/>
                                        </p:tgtEl>
                                        <p:attrNameLst>
                                          <p:attrName>ppt_x</p:attrName>
                                        </p:attrNameLst>
                                      </p:cBhvr>
                                      <p:tavLst>
                                        <p:tav tm="0">
                                          <p:val>
                                            <p:strVal val="0-#ppt_w/2"/>
                                          </p:val>
                                        </p:tav>
                                        <p:tav tm="100000">
                                          <p:val>
                                            <p:strVal val="#ppt_x"/>
                                          </p:val>
                                        </p:tav>
                                      </p:tavLst>
                                    </p:anim>
                                    <p:anim calcmode="lin" valueType="num">
                                      <p:cBhvr additive="base">
                                        <p:cTn id="168" dur="500" fill="hold"/>
                                        <p:tgtEl>
                                          <p:spTgt spid="203"/>
                                        </p:tgtEl>
                                        <p:attrNameLst>
                                          <p:attrName>ppt_y</p:attrName>
                                        </p:attrNameLst>
                                      </p:cBhvr>
                                      <p:tavLst>
                                        <p:tav tm="0">
                                          <p:val>
                                            <p:strVal val="#ppt_y"/>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2" presetClass="entr" presetSubtype="1" fill="hold" grpId="0" nodeType="clickEffect">
                                  <p:stCondLst>
                                    <p:cond delay="0"/>
                                  </p:stCondLst>
                                  <p:childTnLst>
                                    <p:set>
                                      <p:cBhvr>
                                        <p:cTn id="172" dur="1" fill="hold">
                                          <p:stCondLst>
                                            <p:cond delay="0"/>
                                          </p:stCondLst>
                                        </p:cTn>
                                        <p:tgtEl>
                                          <p:spTgt spid="202"/>
                                        </p:tgtEl>
                                        <p:attrNameLst>
                                          <p:attrName>style.visibility</p:attrName>
                                        </p:attrNameLst>
                                      </p:cBhvr>
                                      <p:to>
                                        <p:strVal val="visible"/>
                                      </p:to>
                                    </p:set>
                                    <p:anim calcmode="lin" valueType="num">
                                      <p:cBhvr additive="base">
                                        <p:cTn id="173" dur="500" fill="hold"/>
                                        <p:tgtEl>
                                          <p:spTgt spid="202"/>
                                        </p:tgtEl>
                                        <p:attrNameLst>
                                          <p:attrName>ppt_x</p:attrName>
                                        </p:attrNameLst>
                                      </p:cBhvr>
                                      <p:tavLst>
                                        <p:tav tm="0">
                                          <p:val>
                                            <p:strVal val="#ppt_x"/>
                                          </p:val>
                                        </p:tav>
                                        <p:tav tm="100000">
                                          <p:val>
                                            <p:strVal val="#ppt_x"/>
                                          </p:val>
                                        </p:tav>
                                      </p:tavLst>
                                    </p:anim>
                                    <p:anim calcmode="lin" valueType="num">
                                      <p:cBhvr additive="base">
                                        <p:cTn id="174" dur="500" fill="hold"/>
                                        <p:tgtEl>
                                          <p:spTgt spid="202"/>
                                        </p:tgtEl>
                                        <p:attrNameLst>
                                          <p:attrName>ppt_y</p:attrName>
                                        </p:attrNameLst>
                                      </p:cBhvr>
                                      <p:tavLst>
                                        <p:tav tm="0">
                                          <p:val>
                                            <p:strVal val="0-#ppt_h/2"/>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18" presetClass="entr" presetSubtype="12" fill="hold" nodeType="clickEffect">
                                  <p:stCondLst>
                                    <p:cond delay="0"/>
                                  </p:stCondLst>
                                  <p:childTnLst>
                                    <p:set>
                                      <p:cBhvr>
                                        <p:cTn id="178" dur="1" fill="hold">
                                          <p:stCondLst>
                                            <p:cond delay="0"/>
                                          </p:stCondLst>
                                        </p:cTn>
                                        <p:tgtEl>
                                          <p:spTgt spid="197"/>
                                        </p:tgtEl>
                                        <p:attrNameLst>
                                          <p:attrName>style.visibility</p:attrName>
                                        </p:attrNameLst>
                                      </p:cBhvr>
                                      <p:to>
                                        <p:strVal val="visible"/>
                                      </p:to>
                                    </p:set>
                                    <p:animEffect transition="in" filter="strips(downLeft)">
                                      <p:cBhvr>
                                        <p:cTn id="179" dur="500"/>
                                        <p:tgtEl>
                                          <p:spTgt spid="197"/>
                                        </p:tgtEl>
                                      </p:cBhvr>
                                    </p:animEffect>
                                  </p:childTnLst>
                                </p:cTn>
                              </p:par>
                            </p:childTnLst>
                          </p:cTn>
                        </p:par>
                      </p:childTnLst>
                    </p:cTn>
                  </p:par>
                  <p:par>
                    <p:cTn id="180" fill="hold">
                      <p:stCondLst>
                        <p:cond delay="indefinite"/>
                      </p:stCondLst>
                      <p:childTnLst>
                        <p:par>
                          <p:cTn id="181" fill="hold">
                            <p:stCondLst>
                              <p:cond delay="0"/>
                            </p:stCondLst>
                            <p:childTnLst>
                              <p:par>
                                <p:cTn id="182" presetID="18" presetClass="entr" presetSubtype="9" fill="hold" nodeType="clickEffect">
                                  <p:stCondLst>
                                    <p:cond delay="0"/>
                                  </p:stCondLst>
                                  <p:childTnLst>
                                    <p:set>
                                      <p:cBhvr>
                                        <p:cTn id="183" dur="1" fill="hold">
                                          <p:stCondLst>
                                            <p:cond delay="0"/>
                                          </p:stCondLst>
                                        </p:cTn>
                                        <p:tgtEl>
                                          <p:spTgt spid="51"/>
                                        </p:tgtEl>
                                        <p:attrNameLst>
                                          <p:attrName>style.visibility</p:attrName>
                                        </p:attrNameLst>
                                      </p:cBhvr>
                                      <p:to>
                                        <p:strVal val="visible"/>
                                      </p:to>
                                    </p:set>
                                    <p:animEffect transition="in" filter="strips(upLeft)">
                                      <p:cBhvr>
                                        <p:cTn id="184" dur="500"/>
                                        <p:tgtEl>
                                          <p:spTgt spid="51"/>
                                        </p:tgtEl>
                                      </p:cBhvr>
                                    </p:animEffect>
                                  </p:childTnLst>
                                </p:cTn>
                              </p:par>
                            </p:childTnLst>
                          </p:cTn>
                        </p:par>
                      </p:childTnLst>
                    </p:cTn>
                  </p:par>
                  <p:par>
                    <p:cTn id="185" fill="hold">
                      <p:stCondLst>
                        <p:cond delay="indefinite"/>
                      </p:stCondLst>
                      <p:childTnLst>
                        <p:par>
                          <p:cTn id="186" fill="hold">
                            <p:stCondLst>
                              <p:cond delay="0"/>
                            </p:stCondLst>
                            <p:childTnLst>
                              <p:par>
                                <p:cTn id="187" presetID="23" presetClass="entr" presetSubtype="16" fill="hold" nodeType="clickEffect">
                                  <p:stCondLst>
                                    <p:cond delay="0"/>
                                  </p:stCondLst>
                                  <p:childTnLst>
                                    <p:set>
                                      <p:cBhvr>
                                        <p:cTn id="188" dur="1" fill="hold">
                                          <p:stCondLst>
                                            <p:cond delay="0"/>
                                          </p:stCondLst>
                                        </p:cTn>
                                        <p:tgtEl>
                                          <p:spTgt spid="56"/>
                                        </p:tgtEl>
                                        <p:attrNameLst>
                                          <p:attrName>style.visibility</p:attrName>
                                        </p:attrNameLst>
                                      </p:cBhvr>
                                      <p:to>
                                        <p:strVal val="visible"/>
                                      </p:to>
                                    </p:set>
                                    <p:anim calcmode="lin" valueType="num">
                                      <p:cBhvr>
                                        <p:cTn id="189" dur="500" fill="hold"/>
                                        <p:tgtEl>
                                          <p:spTgt spid="56"/>
                                        </p:tgtEl>
                                        <p:attrNameLst>
                                          <p:attrName>ppt_w</p:attrName>
                                        </p:attrNameLst>
                                      </p:cBhvr>
                                      <p:tavLst>
                                        <p:tav tm="0">
                                          <p:val>
                                            <p:fltVal val="0"/>
                                          </p:val>
                                        </p:tav>
                                        <p:tav tm="100000">
                                          <p:val>
                                            <p:strVal val="#ppt_w"/>
                                          </p:val>
                                        </p:tav>
                                      </p:tavLst>
                                    </p:anim>
                                    <p:anim calcmode="lin" valueType="num">
                                      <p:cBhvr>
                                        <p:cTn id="190" dur="500" fill="hold"/>
                                        <p:tgtEl>
                                          <p:spTgt spid="56"/>
                                        </p:tgtEl>
                                        <p:attrNameLst>
                                          <p:attrName>ppt_h</p:attrName>
                                        </p:attrNameLst>
                                      </p:cBhvr>
                                      <p:tavLst>
                                        <p:tav tm="0">
                                          <p:val>
                                            <p:fltVal val="0"/>
                                          </p:val>
                                        </p:tav>
                                        <p:tav tm="100000">
                                          <p:val>
                                            <p:strVal val="#ppt_h"/>
                                          </p:val>
                                        </p:tav>
                                      </p:tavLst>
                                    </p:anim>
                                  </p:childTnLst>
                                </p:cTn>
                              </p:par>
                            </p:childTnLst>
                          </p:cTn>
                        </p:par>
                      </p:childTnLst>
                    </p:cTn>
                  </p:par>
                  <p:par>
                    <p:cTn id="191" fill="hold">
                      <p:stCondLst>
                        <p:cond delay="indefinite"/>
                      </p:stCondLst>
                      <p:childTnLst>
                        <p:par>
                          <p:cTn id="192" fill="hold">
                            <p:stCondLst>
                              <p:cond delay="0"/>
                            </p:stCondLst>
                            <p:childTnLst>
                              <p:par>
                                <p:cTn id="193" presetID="23" presetClass="entr" presetSubtype="16" fill="hold" nodeType="clickEffect">
                                  <p:stCondLst>
                                    <p:cond delay="0"/>
                                  </p:stCondLst>
                                  <p:childTnLst>
                                    <p:set>
                                      <p:cBhvr>
                                        <p:cTn id="194" dur="1" fill="hold">
                                          <p:stCondLst>
                                            <p:cond delay="0"/>
                                          </p:stCondLst>
                                        </p:cTn>
                                        <p:tgtEl>
                                          <p:spTgt spid="126"/>
                                        </p:tgtEl>
                                        <p:attrNameLst>
                                          <p:attrName>style.visibility</p:attrName>
                                        </p:attrNameLst>
                                      </p:cBhvr>
                                      <p:to>
                                        <p:strVal val="visible"/>
                                      </p:to>
                                    </p:set>
                                    <p:anim calcmode="lin" valueType="num">
                                      <p:cBhvr>
                                        <p:cTn id="195" dur="500" fill="hold"/>
                                        <p:tgtEl>
                                          <p:spTgt spid="126"/>
                                        </p:tgtEl>
                                        <p:attrNameLst>
                                          <p:attrName>ppt_w</p:attrName>
                                        </p:attrNameLst>
                                      </p:cBhvr>
                                      <p:tavLst>
                                        <p:tav tm="0">
                                          <p:val>
                                            <p:fltVal val="0"/>
                                          </p:val>
                                        </p:tav>
                                        <p:tav tm="100000">
                                          <p:val>
                                            <p:strVal val="#ppt_w"/>
                                          </p:val>
                                        </p:tav>
                                      </p:tavLst>
                                    </p:anim>
                                    <p:anim calcmode="lin" valueType="num">
                                      <p:cBhvr>
                                        <p:cTn id="196" dur="500" fill="hold"/>
                                        <p:tgtEl>
                                          <p:spTgt spid="126"/>
                                        </p:tgtEl>
                                        <p:attrNameLst>
                                          <p:attrName>ppt_h</p:attrName>
                                        </p:attrNameLst>
                                      </p:cBhvr>
                                      <p:tavLst>
                                        <p:tav tm="0">
                                          <p:val>
                                            <p:fltVal val="0"/>
                                          </p:val>
                                        </p:tav>
                                        <p:tav tm="100000">
                                          <p:val>
                                            <p:strVal val="#ppt_h"/>
                                          </p:val>
                                        </p:tav>
                                      </p:tavLst>
                                    </p:anim>
                                  </p:childTnLst>
                                </p:cTn>
                              </p:par>
                            </p:childTnLst>
                          </p:cTn>
                        </p:par>
                      </p:childTnLst>
                    </p:cTn>
                  </p:par>
                  <p:par>
                    <p:cTn id="197" fill="hold">
                      <p:stCondLst>
                        <p:cond delay="indefinite"/>
                      </p:stCondLst>
                      <p:childTnLst>
                        <p:par>
                          <p:cTn id="198" fill="hold">
                            <p:stCondLst>
                              <p:cond delay="0"/>
                            </p:stCondLst>
                            <p:childTnLst>
                              <p:par>
                                <p:cTn id="199" presetID="18" presetClass="entr" presetSubtype="3" fill="hold" grpId="0" nodeType="clickEffect">
                                  <p:stCondLst>
                                    <p:cond delay="0"/>
                                  </p:stCondLst>
                                  <p:childTnLst>
                                    <p:set>
                                      <p:cBhvr>
                                        <p:cTn id="200" dur="1" fill="hold">
                                          <p:stCondLst>
                                            <p:cond delay="0"/>
                                          </p:stCondLst>
                                        </p:cTn>
                                        <p:tgtEl>
                                          <p:spTgt spid="201"/>
                                        </p:tgtEl>
                                        <p:attrNameLst>
                                          <p:attrName>style.visibility</p:attrName>
                                        </p:attrNameLst>
                                      </p:cBhvr>
                                      <p:to>
                                        <p:strVal val="visible"/>
                                      </p:to>
                                    </p:set>
                                    <p:animEffect transition="in" filter="strips(upRight)">
                                      <p:cBhvr>
                                        <p:cTn id="201" dur="500"/>
                                        <p:tgtEl>
                                          <p:spTgt spid="201"/>
                                        </p:tgtEl>
                                      </p:cBhvr>
                                    </p:animEffect>
                                  </p:childTnLst>
                                </p:cTn>
                              </p:par>
                            </p:childTnLst>
                          </p:cTn>
                        </p:par>
                      </p:childTnLst>
                    </p:cTn>
                  </p:par>
                  <p:par>
                    <p:cTn id="202" fill="hold">
                      <p:stCondLst>
                        <p:cond delay="indefinite"/>
                      </p:stCondLst>
                      <p:childTnLst>
                        <p:par>
                          <p:cTn id="203" fill="hold">
                            <p:stCondLst>
                              <p:cond delay="0"/>
                            </p:stCondLst>
                            <p:childTnLst>
                              <p:par>
                                <p:cTn id="204" presetID="17" presetClass="entr" presetSubtype="8" fill="hold" nodeType="clickEffect">
                                  <p:stCondLst>
                                    <p:cond delay="0"/>
                                  </p:stCondLst>
                                  <p:childTnLst>
                                    <p:set>
                                      <p:cBhvr>
                                        <p:cTn id="205" dur="1" fill="hold">
                                          <p:stCondLst>
                                            <p:cond delay="0"/>
                                          </p:stCondLst>
                                        </p:cTn>
                                        <p:tgtEl>
                                          <p:spTgt spid="213"/>
                                        </p:tgtEl>
                                        <p:attrNameLst>
                                          <p:attrName>style.visibility</p:attrName>
                                        </p:attrNameLst>
                                      </p:cBhvr>
                                      <p:to>
                                        <p:strVal val="visible"/>
                                      </p:to>
                                    </p:set>
                                    <p:anim calcmode="lin" valueType="num">
                                      <p:cBhvr>
                                        <p:cTn id="206" dur="500" fill="hold"/>
                                        <p:tgtEl>
                                          <p:spTgt spid="213"/>
                                        </p:tgtEl>
                                        <p:attrNameLst>
                                          <p:attrName>ppt_x</p:attrName>
                                        </p:attrNameLst>
                                      </p:cBhvr>
                                      <p:tavLst>
                                        <p:tav tm="0">
                                          <p:val>
                                            <p:strVal val="#ppt_x-#ppt_w/2"/>
                                          </p:val>
                                        </p:tav>
                                        <p:tav tm="100000">
                                          <p:val>
                                            <p:strVal val="#ppt_x"/>
                                          </p:val>
                                        </p:tav>
                                      </p:tavLst>
                                    </p:anim>
                                    <p:anim calcmode="lin" valueType="num">
                                      <p:cBhvr>
                                        <p:cTn id="207" dur="500" fill="hold"/>
                                        <p:tgtEl>
                                          <p:spTgt spid="213"/>
                                        </p:tgtEl>
                                        <p:attrNameLst>
                                          <p:attrName>ppt_y</p:attrName>
                                        </p:attrNameLst>
                                      </p:cBhvr>
                                      <p:tavLst>
                                        <p:tav tm="0">
                                          <p:val>
                                            <p:strVal val="#ppt_y"/>
                                          </p:val>
                                        </p:tav>
                                        <p:tav tm="100000">
                                          <p:val>
                                            <p:strVal val="#ppt_y"/>
                                          </p:val>
                                        </p:tav>
                                      </p:tavLst>
                                    </p:anim>
                                    <p:anim calcmode="lin" valueType="num">
                                      <p:cBhvr>
                                        <p:cTn id="208" dur="500" fill="hold"/>
                                        <p:tgtEl>
                                          <p:spTgt spid="213"/>
                                        </p:tgtEl>
                                        <p:attrNameLst>
                                          <p:attrName>ppt_w</p:attrName>
                                        </p:attrNameLst>
                                      </p:cBhvr>
                                      <p:tavLst>
                                        <p:tav tm="0">
                                          <p:val>
                                            <p:fltVal val="0"/>
                                          </p:val>
                                        </p:tav>
                                        <p:tav tm="100000">
                                          <p:val>
                                            <p:strVal val="#ppt_w"/>
                                          </p:val>
                                        </p:tav>
                                      </p:tavLst>
                                    </p:anim>
                                    <p:anim calcmode="lin" valueType="num">
                                      <p:cBhvr>
                                        <p:cTn id="209" dur="500" fill="hold"/>
                                        <p:tgtEl>
                                          <p:spTgt spid="213"/>
                                        </p:tgtEl>
                                        <p:attrNameLst>
                                          <p:attrName>ppt_h</p:attrName>
                                        </p:attrNameLst>
                                      </p:cBhvr>
                                      <p:tavLst>
                                        <p:tav tm="0">
                                          <p:val>
                                            <p:strVal val="#ppt_h"/>
                                          </p:val>
                                        </p:tav>
                                        <p:tav tm="100000">
                                          <p:val>
                                            <p:strVal val="#ppt_h"/>
                                          </p:val>
                                        </p:tav>
                                      </p:tavLst>
                                    </p:anim>
                                  </p:childTnLst>
                                </p:cTn>
                              </p:par>
                            </p:childTnLst>
                          </p:cTn>
                        </p:par>
                      </p:childTnLst>
                    </p:cTn>
                  </p:par>
                  <p:par>
                    <p:cTn id="210" fill="hold">
                      <p:stCondLst>
                        <p:cond delay="indefinite"/>
                      </p:stCondLst>
                      <p:childTnLst>
                        <p:par>
                          <p:cTn id="211" fill="hold">
                            <p:stCondLst>
                              <p:cond delay="0"/>
                            </p:stCondLst>
                            <p:childTnLst>
                              <p:par>
                                <p:cTn id="212" presetID="2" presetClass="entr" presetSubtype="8" fill="hold" nodeType="clickEffect">
                                  <p:stCondLst>
                                    <p:cond delay="0"/>
                                  </p:stCondLst>
                                  <p:childTnLst>
                                    <p:set>
                                      <p:cBhvr>
                                        <p:cTn id="213" dur="1" fill="hold">
                                          <p:stCondLst>
                                            <p:cond delay="0"/>
                                          </p:stCondLst>
                                        </p:cTn>
                                        <p:tgtEl>
                                          <p:spTgt spid="95"/>
                                        </p:tgtEl>
                                        <p:attrNameLst>
                                          <p:attrName>style.visibility</p:attrName>
                                        </p:attrNameLst>
                                      </p:cBhvr>
                                      <p:to>
                                        <p:strVal val="visible"/>
                                      </p:to>
                                    </p:set>
                                    <p:anim calcmode="lin" valueType="num">
                                      <p:cBhvr additive="base">
                                        <p:cTn id="214" dur="500" fill="hold"/>
                                        <p:tgtEl>
                                          <p:spTgt spid="95"/>
                                        </p:tgtEl>
                                        <p:attrNameLst>
                                          <p:attrName>ppt_x</p:attrName>
                                        </p:attrNameLst>
                                      </p:cBhvr>
                                      <p:tavLst>
                                        <p:tav tm="0">
                                          <p:val>
                                            <p:strVal val="0-#ppt_w/2"/>
                                          </p:val>
                                        </p:tav>
                                        <p:tav tm="100000">
                                          <p:val>
                                            <p:strVal val="#ppt_x"/>
                                          </p:val>
                                        </p:tav>
                                      </p:tavLst>
                                    </p:anim>
                                    <p:anim calcmode="lin" valueType="num">
                                      <p:cBhvr additive="base">
                                        <p:cTn id="215" dur="500" fill="hold"/>
                                        <p:tgtEl>
                                          <p:spTgt spid="95"/>
                                        </p:tgtEl>
                                        <p:attrNameLst>
                                          <p:attrName>ppt_y</p:attrName>
                                        </p:attrNameLst>
                                      </p:cBhvr>
                                      <p:tavLst>
                                        <p:tav tm="0">
                                          <p:val>
                                            <p:strVal val="#ppt_y"/>
                                          </p:val>
                                        </p:tav>
                                        <p:tav tm="100000">
                                          <p:val>
                                            <p:strVal val="#ppt_y"/>
                                          </p:val>
                                        </p:tav>
                                      </p:tavLst>
                                    </p:anim>
                                  </p:childTnLst>
                                </p:cTn>
                              </p:par>
                            </p:childTnLst>
                          </p:cTn>
                        </p:par>
                      </p:childTnLst>
                    </p:cTn>
                  </p:par>
                  <p:par>
                    <p:cTn id="216" fill="hold">
                      <p:stCondLst>
                        <p:cond delay="indefinite"/>
                      </p:stCondLst>
                      <p:childTnLst>
                        <p:par>
                          <p:cTn id="217" fill="hold">
                            <p:stCondLst>
                              <p:cond delay="0"/>
                            </p:stCondLst>
                            <p:childTnLst>
                              <p:par>
                                <p:cTn id="218" presetID="2" presetClass="entr" presetSubtype="8" fill="hold" nodeType="clickEffect">
                                  <p:stCondLst>
                                    <p:cond delay="0"/>
                                  </p:stCondLst>
                                  <p:childTnLst>
                                    <p:set>
                                      <p:cBhvr>
                                        <p:cTn id="219" dur="1" fill="hold">
                                          <p:stCondLst>
                                            <p:cond delay="0"/>
                                          </p:stCondLst>
                                        </p:cTn>
                                        <p:tgtEl>
                                          <p:spTgt spid="92"/>
                                        </p:tgtEl>
                                        <p:attrNameLst>
                                          <p:attrName>style.visibility</p:attrName>
                                        </p:attrNameLst>
                                      </p:cBhvr>
                                      <p:to>
                                        <p:strVal val="visible"/>
                                      </p:to>
                                    </p:set>
                                    <p:anim calcmode="lin" valueType="num">
                                      <p:cBhvr additive="base">
                                        <p:cTn id="220" dur="500" fill="hold"/>
                                        <p:tgtEl>
                                          <p:spTgt spid="92"/>
                                        </p:tgtEl>
                                        <p:attrNameLst>
                                          <p:attrName>ppt_x</p:attrName>
                                        </p:attrNameLst>
                                      </p:cBhvr>
                                      <p:tavLst>
                                        <p:tav tm="0">
                                          <p:val>
                                            <p:strVal val="0-#ppt_w/2"/>
                                          </p:val>
                                        </p:tav>
                                        <p:tav tm="100000">
                                          <p:val>
                                            <p:strVal val="#ppt_x"/>
                                          </p:val>
                                        </p:tav>
                                      </p:tavLst>
                                    </p:anim>
                                    <p:anim calcmode="lin" valueType="num">
                                      <p:cBhvr additive="base">
                                        <p:cTn id="221" dur="500" fill="hold"/>
                                        <p:tgtEl>
                                          <p:spTgt spid="92"/>
                                        </p:tgtEl>
                                        <p:attrNameLst>
                                          <p:attrName>ppt_y</p:attrName>
                                        </p:attrNameLst>
                                      </p:cBhvr>
                                      <p:tavLst>
                                        <p:tav tm="0">
                                          <p:val>
                                            <p:strVal val="#ppt_y"/>
                                          </p:val>
                                        </p:tav>
                                        <p:tav tm="100000">
                                          <p:val>
                                            <p:strVal val="#ppt_y"/>
                                          </p:val>
                                        </p:tav>
                                      </p:tavLst>
                                    </p:anim>
                                  </p:childTnLst>
                                </p:cTn>
                              </p:par>
                            </p:childTnLst>
                          </p:cTn>
                        </p:par>
                      </p:childTnLst>
                    </p:cTn>
                  </p:par>
                  <p:par>
                    <p:cTn id="222" fill="hold">
                      <p:stCondLst>
                        <p:cond delay="indefinite"/>
                      </p:stCondLst>
                      <p:childTnLst>
                        <p:par>
                          <p:cTn id="223" fill="hold">
                            <p:stCondLst>
                              <p:cond delay="0"/>
                            </p:stCondLst>
                            <p:childTnLst>
                              <p:par>
                                <p:cTn id="224" presetID="2" presetClass="entr" presetSubtype="8" fill="hold" nodeType="clickEffect">
                                  <p:stCondLst>
                                    <p:cond delay="0"/>
                                  </p:stCondLst>
                                  <p:childTnLst>
                                    <p:set>
                                      <p:cBhvr>
                                        <p:cTn id="225" dur="1" fill="hold">
                                          <p:stCondLst>
                                            <p:cond delay="0"/>
                                          </p:stCondLst>
                                        </p:cTn>
                                        <p:tgtEl>
                                          <p:spTgt spid="89"/>
                                        </p:tgtEl>
                                        <p:attrNameLst>
                                          <p:attrName>style.visibility</p:attrName>
                                        </p:attrNameLst>
                                      </p:cBhvr>
                                      <p:to>
                                        <p:strVal val="visible"/>
                                      </p:to>
                                    </p:set>
                                    <p:anim calcmode="lin" valueType="num">
                                      <p:cBhvr additive="base">
                                        <p:cTn id="226" dur="500" fill="hold"/>
                                        <p:tgtEl>
                                          <p:spTgt spid="89"/>
                                        </p:tgtEl>
                                        <p:attrNameLst>
                                          <p:attrName>ppt_x</p:attrName>
                                        </p:attrNameLst>
                                      </p:cBhvr>
                                      <p:tavLst>
                                        <p:tav tm="0">
                                          <p:val>
                                            <p:strVal val="0-#ppt_w/2"/>
                                          </p:val>
                                        </p:tav>
                                        <p:tav tm="100000">
                                          <p:val>
                                            <p:strVal val="#ppt_x"/>
                                          </p:val>
                                        </p:tav>
                                      </p:tavLst>
                                    </p:anim>
                                    <p:anim calcmode="lin" valueType="num">
                                      <p:cBhvr additive="base">
                                        <p:cTn id="227" dur="500" fill="hold"/>
                                        <p:tgtEl>
                                          <p:spTgt spid="89"/>
                                        </p:tgtEl>
                                        <p:attrNameLst>
                                          <p:attrName>ppt_y</p:attrName>
                                        </p:attrNameLst>
                                      </p:cBhvr>
                                      <p:tavLst>
                                        <p:tav tm="0">
                                          <p:val>
                                            <p:strVal val="#ppt_y"/>
                                          </p:val>
                                        </p:tav>
                                        <p:tav tm="100000">
                                          <p:val>
                                            <p:strVal val="#ppt_y"/>
                                          </p:val>
                                        </p:tav>
                                      </p:tavLst>
                                    </p:anim>
                                  </p:childTnLst>
                                </p:cTn>
                              </p:par>
                            </p:childTnLst>
                          </p:cTn>
                        </p:par>
                      </p:childTnLst>
                    </p:cTn>
                  </p:par>
                  <p:par>
                    <p:cTn id="228" fill="hold">
                      <p:stCondLst>
                        <p:cond delay="indefinite"/>
                      </p:stCondLst>
                      <p:childTnLst>
                        <p:par>
                          <p:cTn id="229" fill="hold">
                            <p:stCondLst>
                              <p:cond delay="0"/>
                            </p:stCondLst>
                            <p:childTnLst>
                              <p:par>
                                <p:cTn id="230" presetID="2" presetClass="entr" presetSubtype="2" fill="hold" nodeType="clickEffect">
                                  <p:stCondLst>
                                    <p:cond delay="0"/>
                                  </p:stCondLst>
                                  <p:childTnLst>
                                    <p:set>
                                      <p:cBhvr>
                                        <p:cTn id="231" dur="1" fill="hold">
                                          <p:stCondLst>
                                            <p:cond delay="0"/>
                                          </p:stCondLst>
                                        </p:cTn>
                                        <p:tgtEl>
                                          <p:spTgt spid="86"/>
                                        </p:tgtEl>
                                        <p:attrNameLst>
                                          <p:attrName>style.visibility</p:attrName>
                                        </p:attrNameLst>
                                      </p:cBhvr>
                                      <p:to>
                                        <p:strVal val="visible"/>
                                      </p:to>
                                    </p:set>
                                    <p:anim calcmode="lin" valueType="num">
                                      <p:cBhvr additive="base">
                                        <p:cTn id="232" dur="500" fill="hold"/>
                                        <p:tgtEl>
                                          <p:spTgt spid="86"/>
                                        </p:tgtEl>
                                        <p:attrNameLst>
                                          <p:attrName>ppt_x</p:attrName>
                                        </p:attrNameLst>
                                      </p:cBhvr>
                                      <p:tavLst>
                                        <p:tav tm="0">
                                          <p:val>
                                            <p:strVal val="1+#ppt_w/2"/>
                                          </p:val>
                                        </p:tav>
                                        <p:tav tm="100000">
                                          <p:val>
                                            <p:strVal val="#ppt_x"/>
                                          </p:val>
                                        </p:tav>
                                      </p:tavLst>
                                    </p:anim>
                                    <p:anim calcmode="lin" valueType="num">
                                      <p:cBhvr additive="base">
                                        <p:cTn id="233" dur="500" fill="hold"/>
                                        <p:tgtEl>
                                          <p:spTgt spid="86"/>
                                        </p:tgtEl>
                                        <p:attrNameLst>
                                          <p:attrName>ppt_y</p:attrName>
                                        </p:attrNameLst>
                                      </p:cBhvr>
                                      <p:tavLst>
                                        <p:tav tm="0">
                                          <p:val>
                                            <p:strVal val="#ppt_y"/>
                                          </p:val>
                                        </p:tav>
                                        <p:tav tm="100000">
                                          <p:val>
                                            <p:strVal val="#ppt_y"/>
                                          </p:val>
                                        </p:tav>
                                      </p:tavLst>
                                    </p:anim>
                                  </p:childTnLst>
                                </p:cTn>
                              </p:par>
                            </p:childTnLst>
                          </p:cTn>
                        </p:par>
                      </p:childTnLst>
                    </p:cTn>
                  </p:par>
                  <p:par>
                    <p:cTn id="234" fill="hold">
                      <p:stCondLst>
                        <p:cond delay="indefinite"/>
                      </p:stCondLst>
                      <p:childTnLst>
                        <p:par>
                          <p:cTn id="235" fill="hold">
                            <p:stCondLst>
                              <p:cond delay="0"/>
                            </p:stCondLst>
                            <p:childTnLst>
                              <p:par>
                                <p:cTn id="236" presetID="23" presetClass="entr" presetSubtype="16" fill="hold" nodeType="clickEffect">
                                  <p:stCondLst>
                                    <p:cond delay="0"/>
                                  </p:stCondLst>
                                  <p:childTnLst>
                                    <p:set>
                                      <p:cBhvr>
                                        <p:cTn id="237" dur="1" fill="hold">
                                          <p:stCondLst>
                                            <p:cond delay="0"/>
                                          </p:stCondLst>
                                        </p:cTn>
                                        <p:tgtEl>
                                          <p:spTgt spid="142"/>
                                        </p:tgtEl>
                                        <p:attrNameLst>
                                          <p:attrName>style.visibility</p:attrName>
                                        </p:attrNameLst>
                                      </p:cBhvr>
                                      <p:to>
                                        <p:strVal val="visible"/>
                                      </p:to>
                                    </p:set>
                                    <p:anim calcmode="lin" valueType="num">
                                      <p:cBhvr>
                                        <p:cTn id="238" dur="500" fill="hold"/>
                                        <p:tgtEl>
                                          <p:spTgt spid="142"/>
                                        </p:tgtEl>
                                        <p:attrNameLst>
                                          <p:attrName>ppt_w</p:attrName>
                                        </p:attrNameLst>
                                      </p:cBhvr>
                                      <p:tavLst>
                                        <p:tav tm="0">
                                          <p:val>
                                            <p:fltVal val="0"/>
                                          </p:val>
                                        </p:tav>
                                        <p:tav tm="100000">
                                          <p:val>
                                            <p:strVal val="#ppt_w"/>
                                          </p:val>
                                        </p:tav>
                                      </p:tavLst>
                                    </p:anim>
                                    <p:anim calcmode="lin" valueType="num">
                                      <p:cBhvr>
                                        <p:cTn id="239" dur="500" fill="hold"/>
                                        <p:tgtEl>
                                          <p:spTgt spid="142"/>
                                        </p:tgtEl>
                                        <p:attrNameLst>
                                          <p:attrName>ppt_h</p:attrName>
                                        </p:attrNameLst>
                                      </p:cBhvr>
                                      <p:tavLst>
                                        <p:tav tm="0">
                                          <p:val>
                                            <p:fltVal val="0"/>
                                          </p:val>
                                        </p:tav>
                                        <p:tav tm="100000">
                                          <p:val>
                                            <p:strVal val="#ppt_h"/>
                                          </p:val>
                                        </p:tav>
                                      </p:tavLst>
                                    </p:anim>
                                  </p:childTnLst>
                                </p:cTn>
                              </p:par>
                            </p:childTnLst>
                          </p:cTn>
                        </p:par>
                      </p:childTnLst>
                    </p:cTn>
                  </p:par>
                  <p:par>
                    <p:cTn id="240" fill="hold">
                      <p:stCondLst>
                        <p:cond delay="indefinite"/>
                      </p:stCondLst>
                      <p:childTnLst>
                        <p:par>
                          <p:cTn id="241" fill="hold">
                            <p:stCondLst>
                              <p:cond delay="0"/>
                            </p:stCondLst>
                            <p:childTnLst>
                              <p:par>
                                <p:cTn id="242" presetID="18" presetClass="entr" presetSubtype="12" fill="hold" grpId="0" nodeType="clickEffect">
                                  <p:stCondLst>
                                    <p:cond delay="0"/>
                                  </p:stCondLst>
                                  <p:childTnLst>
                                    <p:set>
                                      <p:cBhvr>
                                        <p:cTn id="243" dur="1" fill="hold">
                                          <p:stCondLst>
                                            <p:cond delay="0"/>
                                          </p:stCondLst>
                                        </p:cTn>
                                        <p:tgtEl>
                                          <p:spTgt spid="104"/>
                                        </p:tgtEl>
                                        <p:attrNameLst>
                                          <p:attrName>style.visibility</p:attrName>
                                        </p:attrNameLst>
                                      </p:cBhvr>
                                      <p:to>
                                        <p:strVal val="visible"/>
                                      </p:to>
                                    </p:set>
                                    <p:animEffect transition="in" filter="strips(downLeft)">
                                      <p:cBhvr>
                                        <p:cTn id="244" dur="500"/>
                                        <p:tgtEl>
                                          <p:spTgt spid="104"/>
                                        </p:tgtEl>
                                      </p:cBhvr>
                                    </p:animEffect>
                                  </p:childTnLst>
                                </p:cTn>
                              </p:par>
                            </p:childTnLst>
                          </p:cTn>
                        </p:par>
                      </p:childTnLst>
                    </p:cTn>
                  </p:par>
                  <p:par>
                    <p:cTn id="245" fill="hold">
                      <p:stCondLst>
                        <p:cond delay="indefinite"/>
                      </p:stCondLst>
                      <p:childTnLst>
                        <p:par>
                          <p:cTn id="246" fill="hold">
                            <p:stCondLst>
                              <p:cond delay="0"/>
                            </p:stCondLst>
                            <p:childTnLst>
                              <p:par>
                                <p:cTn id="247" presetID="18" presetClass="entr" presetSubtype="3" fill="hold" grpId="0" nodeType="clickEffect">
                                  <p:stCondLst>
                                    <p:cond delay="0"/>
                                  </p:stCondLst>
                                  <p:childTnLst>
                                    <p:set>
                                      <p:cBhvr>
                                        <p:cTn id="248" dur="1" fill="hold">
                                          <p:stCondLst>
                                            <p:cond delay="0"/>
                                          </p:stCondLst>
                                        </p:cTn>
                                        <p:tgtEl>
                                          <p:spTgt spid="98"/>
                                        </p:tgtEl>
                                        <p:attrNameLst>
                                          <p:attrName>style.visibility</p:attrName>
                                        </p:attrNameLst>
                                      </p:cBhvr>
                                      <p:to>
                                        <p:strVal val="visible"/>
                                      </p:to>
                                    </p:set>
                                    <p:animEffect transition="in" filter="strips(upRight)">
                                      <p:cBhvr>
                                        <p:cTn id="249" dur="500"/>
                                        <p:tgtEl>
                                          <p:spTgt spid="98"/>
                                        </p:tgtEl>
                                      </p:cBhvr>
                                    </p:animEffect>
                                  </p:childTnLst>
                                </p:cTn>
                              </p:par>
                            </p:childTnLst>
                          </p:cTn>
                        </p:par>
                      </p:childTnLst>
                    </p:cTn>
                  </p:par>
                  <p:par>
                    <p:cTn id="250" fill="hold">
                      <p:stCondLst>
                        <p:cond delay="indefinite"/>
                      </p:stCondLst>
                      <p:childTnLst>
                        <p:par>
                          <p:cTn id="251" fill="hold">
                            <p:stCondLst>
                              <p:cond delay="0"/>
                            </p:stCondLst>
                            <p:childTnLst>
                              <p:par>
                                <p:cTn id="252" presetID="18" presetClass="entr" presetSubtype="6" fill="hold" grpId="0" nodeType="clickEffect">
                                  <p:stCondLst>
                                    <p:cond delay="0"/>
                                  </p:stCondLst>
                                  <p:childTnLst>
                                    <p:set>
                                      <p:cBhvr>
                                        <p:cTn id="253" dur="1" fill="hold">
                                          <p:stCondLst>
                                            <p:cond delay="0"/>
                                          </p:stCondLst>
                                        </p:cTn>
                                        <p:tgtEl>
                                          <p:spTgt spid="102"/>
                                        </p:tgtEl>
                                        <p:attrNameLst>
                                          <p:attrName>style.visibility</p:attrName>
                                        </p:attrNameLst>
                                      </p:cBhvr>
                                      <p:to>
                                        <p:strVal val="visible"/>
                                      </p:to>
                                    </p:set>
                                    <p:animEffect transition="in" filter="strips(downRight)">
                                      <p:cBhvr>
                                        <p:cTn id="254" dur="500"/>
                                        <p:tgtEl>
                                          <p:spTgt spid="102"/>
                                        </p:tgtEl>
                                      </p:cBhvr>
                                    </p:animEffect>
                                  </p:childTnLst>
                                </p:cTn>
                              </p:par>
                            </p:childTnLst>
                          </p:cTn>
                        </p:par>
                      </p:childTnLst>
                    </p:cTn>
                  </p:par>
                  <p:par>
                    <p:cTn id="255" fill="hold">
                      <p:stCondLst>
                        <p:cond delay="indefinite"/>
                      </p:stCondLst>
                      <p:childTnLst>
                        <p:par>
                          <p:cTn id="256" fill="hold">
                            <p:stCondLst>
                              <p:cond delay="0"/>
                            </p:stCondLst>
                            <p:childTnLst>
                              <p:par>
                                <p:cTn id="257" presetID="18" presetClass="entr" presetSubtype="6" fill="hold" grpId="0" nodeType="clickEffect">
                                  <p:stCondLst>
                                    <p:cond delay="0"/>
                                  </p:stCondLst>
                                  <p:childTnLst>
                                    <p:set>
                                      <p:cBhvr>
                                        <p:cTn id="258" dur="1" fill="hold">
                                          <p:stCondLst>
                                            <p:cond delay="0"/>
                                          </p:stCondLst>
                                        </p:cTn>
                                        <p:tgtEl>
                                          <p:spTgt spid="101"/>
                                        </p:tgtEl>
                                        <p:attrNameLst>
                                          <p:attrName>style.visibility</p:attrName>
                                        </p:attrNameLst>
                                      </p:cBhvr>
                                      <p:to>
                                        <p:strVal val="visible"/>
                                      </p:to>
                                    </p:set>
                                    <p:animEffect transition="in" filter="strips(downRight)">
                                      <p:cBhvr>
                                        <p:cTn id="259" dur="500"/>
                                        <p:tgtEl>
                                          <p:spTgt spid="101"/>
                                        </p:tgtEl>
                                      </p:cBhvr>
                                    </p:animEffect>
                                  </p:childTnLst>
                                </p:cTn>
                              </p:par>
                            </p:childTnLst>
                          </p:cTn>
                        </p:par>
                      </p:childTnLst>
                    </p:cTn>
                  </p:par>
                  <p:par>
                    <p:cTn id="260" fill="hold">
                      <p:stCondLst>
                        <p:cond delay="indefinite"/>
                      </p:stCondLst>
                      <p:childTnLst>
                        <p:par>
                          <p:cTn id="261" fill="hold">
                            <p:stCondLst>
                              <p:cond delay="0"/>
                            </p:stCondLst>
                            <p:childTnLst>
                              <p:par>
                                <p:cTn id="262" presetID="18" presetClass="entr" presetSubtype="12" fill="hold" grpId="0" nodeType="clickEffect">
                                  <p:stCondLst>
                                    <p:cond delay="0"/>
                                  </p:stCondLst>
                                  <p:childTnLst>
                                    <p:set>
                                      <p:cBhvr>
                                        <p:cTn id="263" dur="1" fill="hold">
                                          <p:stCondLst>
                                            <p:cond delay="0"/>
                                          </p:stCondLst>
                                        </p:cTn>
                                        <p:tgtEl>
                                          <p:spTgt spid="100"/>
                                        </p:tgtEl>
                                        <p:attrNameLst>
                                          <p:attrName>style.visibility</p:attrName>
                                        </p:attrNameLst>
                                      </p:cBhvr>
                                      <p:to>
                                        <p:strVal val="visible"/>
                                      </p:to>
                                    </p:set>
                                    <p:animEffect transition="in" filter="strips(downLeft)">
                                      <p:cBhvr>
                                        <p:cTn id="264" dur="500"/>
                                        <p:tgtEl>
                                          <p:spTgt spid="100"/>
                                        </p:tgtEl>
                                      </p:cBhvr>
                                    </p:animEffect>
                                  </p:childTnLst>
                                </p:cTn>
                              </p:par>
                            </p:childTnLst>
                          </p:cTn>
                        </p:par>
                      </p:childTnLst>
                    </p:cTn>
                  </p:par>
                  <p:par>
                    <p:cTn id="265" fill="hold">
                      <p:stCondLst>
                        <p:cond delay="indefinite"/>
                      </p:stCondLst>
                      <p:childTnLst>
                        <p:par>
                          <p:cTn id="266" fill="hold">
                            <p:stCondLst>
                              <p:cond delay="0"/>
                            </p:stCondLst>
                            <p:childTnLst>
                              <p:par>
                                <p:cTn id="267" presetID="18" presetClass="entr" presetSubtype="12" fill="hold" grpId="0" nodeType="clickEffect">
                                  <p:stCondLst>
                                    <p:cond delay="0"/>
                                  </p:stCondLst>
                                  <p:childTnLst>
                                    <p:set>
                                      <p:cBhvr>
                                        <p:cTn id="268" dur="1" fill="hold">
                                          <p:stCondLst>
                                            <p:cond delay="0"/>
                                          </p:stCondLst>
                                        </p:cTn>
                                        <p:tgtEl>
                                          <p:spTgt spid="99"/>
                                        </p:tgtEl>
                                        <p:attrNameLst>
                                          <p:attrName>style.visibility</p:attrName>
                                        </p:attrNameLst>
                                      </p:cBhvr>
                                      <p:to>
                                        <p:strVal val="visible"/>
                                      </p:to>
                                    </p:set>
                                    <p:animEffect transition="in" filter="strips(downLeft)">
                                      <p:cBhvr>
                                        <p:cTn id="269" dur="500"/>
                                        <p:tgtEl>
                                          <p:spTgt spid="99"/>
                                        </p:tgtEl>
                                      </p:cBhvr>
                                    </p:animEffect>
                                  </p:childTnLst>
                                </p:cTn>
                              </p:par>
                            </p:childTnLst>
                          </p:cTn>
                        </p:par>
                      </p:childTnLst>
                    </p:cTn>
                  </p:par>
                  <p:par>
                    <p:cTn id="270" fill="hold">
                      <p:stCondLst>
                        <p:cond delay="indefinite"/>
                      </p:stCondLst>
                      <p:childTnLst>
                        <p:par>
                          <p:cTn id="271" fill="hold">
                            <p:stCondLst>
                              <p:cond delay="0"/>
                            </p:stCondLst>
                            <p:childTnLst>
                              <p:par>
                                <p:cTn id="272" presetID="18" presetClass="entr" presetSubtype="6" fill="hold" grpId="0" nodeType="clickEffect">
                                  <p:stCondLst>
                                    <p:cond delay="0"/>
                                  </p:stCondLst>
                                  <p:childTnLst>
                                    <p:set>
                                      <p:cBhvr>
                                        <p:cTn id="273" dur="1" fill="hold">
                                          <p:stCondLst>
                                            <p:cond delay="0"/>
                                          </p:stCondLst>
                                        </p:cTn>
                                        <p:tgtEl>
                                          <p:spTgt spid="103"/>
                                        </p:tgtEl>
                                        <p:attrNameLst>
                                          <p:attrName>style.visibility</p:attrName>
                                        </p:attrNameLst>
                                      </p:cBhvr>
                                      <p:to>
                                        <p:strVal val="visible"/>
                                      </p:to>
                                    </p:set>
                                    <p:animEffect transition="in" filter="strips(downRight)">
                                      <p:cBhvr>
                                        <p:cTn id="274" dur="500"/>
                                        <p:tgtEl>
                                          <p:spTgt spid="103"/>
                                        </p:tgtEl>
                                      </p:cBhvr>
                                    </p:animEffect>
                                  </p:childTnLst>
                                </p:cTn>
                              </p:par>
                            </p:childTnLst>
                          </p:cTn>
                        </p:par>
                      </p:childTnLst>
                    </p:cTn>
                  </p:par>
                  <p:par>
                    <p:cTn id="275" fill="hold">
                      <p:stCondLst>
                        <p:cond delay="indefinite"/>
                      </p:stCondLst>
                      <p:childTnLst>
                        <p:par>
                          <p:cTn id="276" fill="hold">
                            <p:stCondLst>
                              <p:cond delay="0"/>
                            </p:stCondLst>
                            <p:childTnLst>
                              <p:par>
                                <p:cTn id="277" presetID="18" presetClass="entr" presetSubtype="3" fill="hold" nodeType="clickEffect">
                                  <p:stCondLst>
                                    <p:cond delay="0"/>
                                  </p:stCondLst>
                                  <p:childTnLst>
                                    <p:set>
                                      <p:cBhvr>
                                        <p:cTn id="278" dur="1" fill="hold">
                                          <p:stCondLst>
                                            <p:cond delay="0"/>
                                          </p:stCondLst>
                                        </p:cTn>
                                        <p:tgtEl>
                                          <p:spTgt spid="80"/>
                                        </p:tgtEl>
                                        <p:attrNameLst>
                                          <p:attrName>style.visibility</p:attrName>
                                        </p:attrNameLst>
                                      </p:cBhvr>
                                      <p:to>
                                        <p:strVal val="visible"/>
                                      </p:to>
                                    </p:set>
                                    <p:animEffect transition="in" filter="strips(upRight)">
                                      <p:cBhvr>
                                        <p:cTn id="279" dur="500"/>
                                        <p:tgtEl>
                                          <p:spTgt spid="80"/>
                                        </p:tgtEl>
                                      </p:cBhvr>
                                    </p:animEffect>
                                  </p:childTnLst>
                                </p:cTn>
                              </p:par>
                            </p:childTnLst>
                          </p:cTn>
                        </p:par>
                      </p:childTnLst>
                    </p:cTn>
                  </p:par>
                  <p:par>
                    <p:cTn id="280" fill="hold">
                      <p:stCondLst>
                        <p:cond delay="indefinite"/>
                      </p:stCondLst>
                      <p:childTnLst>
                        <p:par>
                          <p:cTn id="281" fill="hold">
                            <p:stCondLst>
                              <p:cond delay="0"/>
                            </p:stCondLst>
                            <p:childTnLst>
                              <p:par>
                                <p:cTn id="282" presetID="17" presetClass="entr" presetSubtype="8" fill="hold" nodeType="clickEffect">
                                  <p:stCondLst>
                                    <p:cond delay="0"/>
                                  </p:stCondLst>
                                  <p:childTnLst>
                                    <p:set>
                                      <p:cBhvr>
                                        <p:cTn id="283" dur="1" fill="hold">
                                          <p:stCondLst>
                                            <p:cond delay="0"/>
                                          </p:stCondLst>
                                        </p:cTn>
                                        <p:tgtEl>
                                          <p:spTgt spid="105"/>
                                        </p:tgtEl>
                                        <p:attrNameLst>
                                          <p:attrName>style.visibility</p:attrName>
                                        </p:attrNameLst>
                                      </p:cBhvr>
                                      <p:to>
                                        <p:strVal val="visible"/>
                                      </p:to>
                                    </p:set>
                                    <p:anim calcmode="lin" valueType="num">
                                      <p:cBhvr>
                                        <p:cTn id="284" dur="500" fill="hold"/>
                                        <p:tgtEl>
                                          <p:spTgt spid="105"/>
                                        </p:tgtEl>
                                        <p:attrNameLst>
                                          <p:attrName>ppt_x</p:attrName>
                                        </p:attrNameLst>
                                      </p:cBhvr>
                                      <p:tavLst>
                                        <p:tav tm="0">
                                          <p:val>
                                            <p:strVal val="#ppt_x-#ppt_w/2"/>
                                          </p:val>
                                        </p:tav>
                                        <p:tav tm="100000">
                                          <p:val>
                                            <p:strVal val="#ppt_x"/>
                                          </p:val>
                                        </p:tav>
                                      </p:tavLst>
                                    </p:anim>
                                    <p:anim calcmode="lin" valueType="num">
                                      <p:cBhvr>
                                        <p:cTn id="285" dur="500" fill="hold"/>
                                        <p:tgtEl>
                                          <p:spTgt spid="105"/>
                                        </p:tgtEl>
                                        <p:attrNameLst>
                                          <p:attrName>ppt_y</p:attrName>
                                        </p:attrNameLst>
                                      </p:cBhvr>
                                      <p:tavLst>
                                        <p:tav tm="0">
                                          <p:val>
                                            <p:strVal val="#ppt_y"/>
                                          </p:val>
                                        </p:tav>
                                        <p:tav tm="100000">
                                          <p:val>
                                            <p:strVal val="#ppt_y"/>
                                          </p:val>
                                        </p:tav>
                                      </p:tavLst>
                                    </p:anim>
                                    <p:anim calcmode="lin" valueType="num">
                                      <p:cBhvr>
                                        <p:cTn id="286" dur="500" fill="hold"/>
                                        <p:tgtEl>
                                          <p:spTgt spid="105"/>
                                        </p:tgtEl>
                                        <p:attrNameLst>
                                          <p:attrName>ppt_w</p:attrName>
                                        </p:attrNameLst>
                                      </p:cBhvr>
                                      <p:tavLst>
                                        <p:tav tm="0">
                                          <p:val>
                                            <p:fltVal val="0"/>
                                          </p:val>
                                        </p:tav>
                                        <p:tav tm="100000">
                                          <p:val>
                                            <p:strVal val="#ppt_w"/>
                                          </p:val>
                                        </p:tav>
                                      </p:tavLst>
                                    </p:anim>
                                    <p:anim calcmode="lin" valueType="num">
                                      <p:cBhvr>
                                        <p:cTn id="287" dur="500" fill="hold"/>
                                        <p:tgtEl>
                                          <p:spTgt spid="10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13" grpId="0" animBg="1"/>
      <p:bldP spid="14" grpId="0" animBg="1"/>
      <p:bldP spid="15" grpId="0" animBg="1"/>
      <p:bldP spid="16" grpId="0" animBg="1"/>
      <p:bldP spid="17" grpId="0" animBg="1"/>
      <p:bldP spid="98" grpId="0" animBg="1"/>
      <p:bldP spid="99" grpId="0" animBg="1"/>
      <p:bldP spid="100" grpId="0" animBg="1"/>
      <p:bldP spid="101" grpId="0" animBg="1"/>
      <p:bldP spid="102" grpId="0" animBg="1"/>
      <p:bldP spid="103" grpId="0" animBg="1"/>
      <p:bldP spid="104" grpId="0" animBg="1"/>
      <p:bldP spid="176" grpId="0" autoUpdateAnimBg="0"/>
      <p:bldP spid="201" grpId="0" autoUpdateAnimBg="0"/>
      <p:bldP spid="202" grpId="0" autoUpdateAnimBg="0"/>
      <p:bldP spid="203" grpId="0" autoUpdateAnimBg="0"/>
      <p:bldP spid="204" grpId="0" autoUpdateAnimBg="0"/>
      <p:bldP spid="2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Oval 2"/>
          <p:cNvSpPr>
            <a:spLocks noChangeArrowheads="1"/>
          </p:cNvSpPr>
          <p:nvPr/>
        </p:nvSpPr>
        <p:spPr bwMode="auto">
          <a:xfrm>
            <a:off x="1066798" y="4281055"/>
            <a:ext cx="1992313" cy="1992313"/>
          </a:xfrm>
          <a:prstGeom prst="ellipse">
            <a:avLst/>
          </a:prstGeom>
          <a:solidFill>
            <a:schemeClr val="bg1"/>
          </a:solidFill>
          <a:ln w="28575">
            <a:solidFill>
              <a:srgbClr val="FF0066"/>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8579" name="Group 3"/>
          <p:cNvGrpSpPr>
            <a:grpSpLocks/>
          </p:cNvGrpSpPr>
          <p:nvPr/>
        </p:nvGrpSpPr>
        <p:grpSpPr bwMode="auto">
          <a:xfrm>
            <a:off x="1063625" y="3790950"/>
            <a:ext cx="1992313" cy="1636713"/>
            <a:chOff x="670" y="2388"/>
            <a:chExt cx="1255" cy="1031"/>
          </a:xfrm>
        </p:grpSpPr>
        <p:sp>
          <p:nvSpPr>
            <p:cNvPr id="408580" name="Line 4"/>
            <p:cNvSpPr>
              <a:spLocks noChangeShapeType="1"/>
            </p:cNvSpPr>
            <p:nvPr/>
          </p:nvSpPr>
          <p:spPr bwMode="auto">
            <a:xfrm>
              <a:off x="670" y="2403"/>
              <a:ext cx="0" cy="1016"/>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1" name="Line 5"/>
            <p:cNvSpPr>
              <a:spLocks noChangeShapeType="1"/>
            </p:cNvSpPr>
            <p:nvPr/>
          </p:nvSpPr>
          <p:spPr bwMode="auto">
            <a:xfrm>
              <a:off x="1925" y="2403"/>
              <a:ext cx="0" cy="1016"/>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2" name="Line 6"/>
            <p:cNvSpPr>
              <a:spLocks noChangeShapeType="1"/>
            </p:cNvSpPr>
            <p:nvPr/>
          </p:nvSpPr>
          <p:spPr bwMode="auto">
            <a:xfrm flipV="1">
              <a:off x="827" y="2403"/>
              <a:ext cx="0" cy="538"/>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3" name="Line 7"/>
            <p:cNvSpPr>
              <a:spLocks noChangeShapeType="1"/>
            </p:cNvSpPr>
            <p:nvPr/>
          </p:nvSpPr>
          <p:spPr bwMode="auto">
            <a:xfrm flipV="1">
              <a:off x="1776" y="2388"/>
              <a:ext cx="0" cy="538"/>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8584" name="Group 8"/>
          <p:cNvGrpSpPr>
            <a:grpSpLocks/>
          </p:cNvGrpSpPr>
          <p:nvPr/>
        </p:nvGrpSpPr>
        <p:grpSpPr bwMode="auto">
          <a:xfrm>
            <a:off x="1063625" y="4289425"/>
            <a:ext cx="1992313" cy="1992313"/>
            <a:chOff x="670" y="2702"/>
            <a:chExt cx="1255" cy="1255"/>
          </a:xfrm>
        </p:grpSpPr>
        <p:sp>
          <p:nvSpPr>
            <p:cNvPr id="408585" name="Line 9"/>
            <p:cNvSpPr>
              <a:spLocks noChangeShapeType="1"/>
            </p:cNvSpPr>
            <p:nvPr/>
          </p:nvSpPr>
          <p:spPr bwMode="auto">
            <a:xfrm>
              <a:off x="1314" y="2702"/>
              <a:ext cx="0" cy="1255"/>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6" name="Line 10"/>
            <p:cNvSpPr>
              <a:spLocks noChangeShapeType="1"/>
            </p:cNvSpPr>
            <p:nvPr/>
          </p:nvSpPr>
          <p:spPr bwMode="auto">
            <a:xfrm>
              <a:off x="670" y="3327"/>
              <a:ext cx="1255"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7" name="Line 11"/>
            <p:cNvSpPr>
              <a:spLocks noChangeShapeType="1"/>
            </p:cNvSpPr>
            <p:nvPr/>
          </p:nvSpPr>
          <p:spPr bwMode="auto">
            <a:xfrm rot="189070" flipH="1" flipV="1">
              <a:off x="787" y="2921"/>
              <a:ext cx="1013" cy="789"/>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88" name="Line 12"/>
            <p:cNvSpPr>
              <a:spLocks noChangeShapeType="1"/>
            </p:cNvSpPr>
            <p:nvPr/>
          </p:nvSpPr>
          <p:spPr bwMode="auto">
            <a:xfrm rot="21410930" flipV="1">
              <a:off x="790" y="2948"/>
              <a:ext cx="1013" cy="79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8589" name="Group 13"/>
          <p:cNvGrpSpPr>
            <a:grpSpLocks/>
          </p:cNvGrpSpPr>
          <p:nvPr/>
        </p:nvGrpSpPr>
        <p:grpSpPr bwMode="auto">
          <a:xfrm>
            <a:off x="1063625" y="1951038"/>
            <a:ext cx="1992313" cy="2087562"/>
            <a:chOff x="670" y="1229"/>
            <a:chExt cx="1255" cy="1315"/>
          </a:xfrm>
        </p:grpSpPr>
        <p:sp>
          <p:nvSpPr>
            <p:cNvPr id="408590" name="AutoShape 14"/>
            <p:cNvSpPr>
              <a:spLocks noChangeArrowheads="1"/>
            </p:cNvSpPr>
            <p:nvPr/>
          </p:nvSpPr>
          <p:spPr bwMode="auto">
            <a:xfrm>
              <a:off x="670" y="1229"/>
              <a:ext cx="1255" cy="1171"/>
            </a:xfrm>
            <a:prstGeom prst="triangle">
              <a:avLst>
                <a:gd name="adj" fmla="val 50000"/>
              </a:avLst>
            </a:prstGeom>
            <a:solidFill>
              <a:schemeClr val="bg1"/>
            </a:solidFill>
            <a:ln w="28575">
              <a:solidFill>
                <a:srgbClr val="FF0066"/>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8591" name="Group 15"/>
            <p:cNvGrpSpPr>
              <a:grpSpLocks/>
            </p:cNvGrpSpPr>
            <p:nvPr/>
          </p:nvGrpSpPr>
          <p:grpSpPr bwMode="auto">
            <a:xfrm>
              <a:off x="849" y="1269"/>
              <a:ext cx="912" cy="1275"/>
              <a:chOff x="1172" y="1407"/>
              <a:chExt cx="732" cy="1249"/>
            </a:xfrm>
          </p:grpSpPr>
          <p:sp>
            <p:nvSpPr>
              <p:cNvPr id="408592" name="Line 16"/>
              <p:cNvSpPr>
                <a:spLocks noChangeShapeType="1"/>
              </p:cNvSpPr>
              <p:nvPr/>
            </p:nvSpPr>
            <p:spPr bwMode="auto">
              <a:xfrm flipH="1">
                <a:off x="1532" y="1680"/>
                <a:ext cx="4" cy="976"/>
              </a:xfrm>
              <a:prstGeom prst="line">
                <a:avLst/>
              </a:prstGeom>
              <a:noFill/>
              <a:ln w="3175">
                <a:solidFill>
                  <a:srgbClr val="FF0066"/>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93" name="Line 17"/>
              <p:cNvSpPr>
                <a:spLocks noChangeShapeType="1"/>
              </p:cNvSpPr>
              <p:nvPr/>
            </p:nvSpPr>
            <p:spPr bwMode="auto">
              <a:xfrm rot="92115" flipH="1">
                <a:off x="1172" y="1407"/>
                <a:ext cx="348" cy="1153"/>
              </a:xfrm>
              <a:prstGeom prst="line">
                <a:avLst/>
              </a:prstGeom>
              <a:noFill/>
              <a:ln w="31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594" name="Line 18"/>
              <p:cNvSpPr>
                <a:spLocks noChangeShapeType="1"/>
              </p:cNvSpPr>
              <p:nvPr/>
            </p:nvSpPr>
            <p:spPr bwMode="auto">
              <a:xfrm rot="-92115">
                <a:off x="1556" y="1419"/>
                <a:ext cx="348" cy="1153"/>
              </a:xfrm>
              <a:prstGeom prst="line">
                <a:avLst/>
              </a:prstGeom>
              <a:noFill/>
              <a:ln w="31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sp>
        <p:nvSpPr>
          <p:cNvPr id="408595" name="Text Box 19"/>
          <p:cNvSpPr txBox="1">
            <a:spLocks noChangeArrowheads="1"/>
          </p:cNvSpPr>
          <p:nvPr/>
        </p:nvSpPr>
        <p:spPr bwMode="auto">
          <a:xfrm>
            <a:off x="2019300" y="17526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sp>
        <p:nvSpPr>
          <p:cNvPr id="408596" name="Oval 20"/>
          <p:cNvSpPr>
            <a:spLocks noChangeArrowheads="1"/>
          </p:cNvSpPr>
          <p:nvPr/>
        </p:nvSpPr>
        <p:spPr bwMode="auto">
          <a:xfrm>
            <a:off x="1800225" y="257175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597" name="Oval 21"/>
          <p:cNvSpPr>
            <a:spLocks noChangeArrowheads="1"/>
          </p:cNvSpPr>
          <p:nvPr/>
        </p:nvSpPr>
        <p:spPr bwMode="auto">
          <a:xfrm>
            <a:off x="2019300" y="33242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598" name="Oval 22"/>
          <p:cNvSpPr>
            <a:spLocks noChangeArrowheads="1"/>
          </p:cNvSpPr>
          <p:nvPr/>
        </p:nvSpPr>
        <p:spPr bwMode="auto">
          <a:xfrm>
            <a:off x="2743200" y="370522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599" name="Oval 23"/>
          <p:cNvSpPr>
            <a:spLocks noChangeArrowheads="1"/>
          </p:cNvSpPr>
          <p:nvPr/>
        </p:nvSpPr>
        <p:spPr bwMode="auto">
          <a:xfrm>
            <a:off x="2971800" y="37338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00" name="Oval 24"/>
          <p:cNvSpPr>
            <a:spLocks noChangeArrowheads="1"/>
          </p:cNvSpPr>
          <p:nvPr/>
        </p:nvSpPr>
        <p:spPr bwMode="auto">
          <a:xfrm>
            <a:off x="2019300" y="1981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01" name="Line 25"/>
          <p:cNvSpPr>
            <a:spLocks noChangeShapeType="1"/>
          </p:cNvSpPr>
          <p:nvPr/>
        </p:nvSpPr>
        <p:spPr bwMode="auto">
          <a:xfrm>
            <a:off x="1828800" y="2590800"/>
            <a:ext cx="0" cy="28956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02" name="Line 26"/>
          <p:cNvSpPr>
            <a:spLocks noChangeShapeType="1"/>
          </p:cNvSpPr>
          <p:nvPr/>
        </p:nvSpPr>
        <p:spPr bwMode="auto">
          <a:xfrm flipH="1">
            <a:off x="1295400" y="3395663"/>
            <a:ext cx="762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03" name="Line 27"/>
          <p:cNvSpPr>
            <a:spLocks noChangeShapeType="1"/>
          </p:cNvSpPr>
          <p:nvPr/>
        </p:nvSpPr>
        <p:spPr bwMode="auto">
          <a:xfrm>
            <a:off x="1295400" y="3390900"/>
            <a:ext cx="0" cy="19050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04" name="Line 28"/>
          <p:cNvSpPr>
            <a:spLocks noChangeShapeType="1"/>
          </p:cNvSpPr>
          <p:nvPr/>
        </p:nvSpPr>
        <p:spPr bwMode="auto">
          <a:xfrm>
            <a:off x="2743200" y="3733800"/>
            <a:ext cx="0" cy="21336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05" name="Arc 29"/>
          <p:cNvSpPr>
            <a:spLocks/>
          </p:cNvSpPr>
          <p:nvPr/>
        </p:nvSpPr>
        <p:spPr bwMode="auto">
          <a:xfrm rot="1704347">
            <a:off x="1304925" y="4519613"/>
            <a:ext cx="1149350" cy="1433512"/>
          </a:xfrm>
          <a:custGeom>
            <a:avLst/>
            <a:gdLst>
              <a:gd name="G0" fmla="+- 21600 0 0"/>
              <a:gd name="G1" fmla="+- 19036 0 0"/>
              <a:gd name="G2" fmla="+- 21600 0 0"/>
              <a:gd name="T0" fmla="*/ 32608 w 32608"/>
              <a:gd name="T1" fmla="*/ 37620 h 40636"/>
              <a:gd name="T2" fmla="*/ 11392 w 32608"/>
              <a:gd name="T3" fmla="*/ 0 h 40636"/>
              <a:gd name="T4" fmla="*/ 21600 w 32608"/>
              <a:gd name="T5" fmla="*/ 19036 h 40636"/>
            </a:gdLst>
            <a:ahLst/>
            <a:cxnLst>
              <a:cxn ang="0">
                <a:pos x="T0" y="T1"/>
              </a:cxn>
              <a:cxn ang="0">
                <a:pos x="T2" y="T3"/>
              </a:cxn>
              <a:cxn ang="0">
                <a:pos x="T4" y="T5"/>
              </a:cxn>
            </a:cxnLst>
            <a:rect l="0" t="0" r="r" b="b"/>
            <a:pathLst>
              <a:path w="32608" h="40636" fill="none" extrusionOk="0">
                <a:moveTo>
                  <a:pt x="32608" y="37620"/>
                </a:moveTo>
                <a:cubicBezTo>
                  <a:pt x="29275" y="39594"/>
                  <a:pt x="25473" y="40635"/>
                  <a:pt x="21600" y="40635"/>
                </a:cubicBezTo>
                <a:cubicBezTo>
                  <a:pt x="9670" y="40636"/>
                  <a:pt x="0" y="30965"/>
                  <a:pt x="0" y="19036"/>
                </a:cubicBezTo>
                <a:cubicBezTo>
                  <a:pt x="0" y="11076"/>
                  <a:pt x="4377" y="3761"/>
                  <a:pt x="11392" y="0"/>
                </a:cubicBezTo>
              </a:path>
              <a:path w="32608" h="40636" stroke="0" extrusionOk="0">
                <a:moveTo>
                  <a:pt x="32608" y="37620"/>
                </a:moveTo>
                <a:cubicBezTo>
                  <a:pt x="29275" y="39594"/>
                  <a:pt x="25473" y="40635"/>
                  <a:pt x="21600" y="40635"/>
                </a:cubicBezTo>
                <a:cubicBezTo>
                  <a:pt x="9670" y="40636"/>
                  <a:pt x="0" y="30965"/>
                  <a:pt x="0" y="19036"/>
                </a:cubicBezTo>
                <a:cubicBezTo>
                  <a:pt x="0" y="11076"/>
                  <a:pt x="4377" y="3761"/>
                  <a:pt x="11392" y="0"/>
                </a:cubicBezTo>
                <a:lnTo>
                  <a:pt x="21600" y="19036"/>
                </a:lnTo>
                <a:close/>
              </a:path>
            </a:pathLst>
          </a:cu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06" name="Line 30"/>
          <p:cNvSpPr>
            <a:spLocks noChangeShapeType="1"/>
          </p:cNvSpPr>
          <p:nvPr/>
        </p:nvSpPr>
        <p:spPr bwMode="auto">
          <a:xfrm>
            <a:off x="1295400" y="4876800"/>
            <a:ext cx="0" cy="76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nvGrpSpPr>
          <p:cNvPr id="408607" name="Group 31"/>
          <p:cNvGrpSpPr>
            <a:grpSpLocks/>
          </p:cNvGrpSpPr>
          <p:nvPr/>
        </p:nvGrpSpPr>
        <p:grpSpPr bwMode="auto">
          <a:xfrm>
            <a:off x="1981200" y="4495800"/>
            <a:ext cx="152400" cy="1590675"/>
            <a:chOff x="1248" y="2832"/>
            <a:chExt cx="96" cy="1002"/>
          </a:xfrm>
        </p:grpSpPr>
        <p:sp>
          <p:nvSpPr>
            <p:cNvPr id="408608" name="Line 32"/>
            <p:cNvSpPr>
              <a:spLocks noChangeShapeType="1"/>
            </p:cNvSpPr>
            <p:nvPr/>
          </p:nvSpPr>
          <p:spPr bwMode="auto">
            <a:xfrm>
              <a:off x="1260" y="3804"/>
              <a:ext cx="4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09" name="Line 33"/>
            <p:cNvSpPr>
              <a:spLocks noChangeShapeType="1"/>
            </p:cNvSpPr>
            <p:nvPr/>
          </p:nvSpPr>
          <p:spPr bwMode="auto">
            <a:xfrm>
              <a:off x="1248" y="2850"/>
              <a:ext cx="4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10" name="Oval 34"/>
            <p:cNvSpPr>
              <a:spLocks noChangeArrowheads="1"/>
            </p:cNvSpPr>
            <p:nvPr/>
          </p:nvSpPr>
          <p:spPr bwMode="auto">
            <a:xfrm>
              <a:off x="1296" y="283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11" name="Oval 35"/>
            <p:cNvSpPr>
              <a:spLocks noChangeArrowheads="1"/>
            </p:cNvSpPr>
            <p:nvPr/>
          </p:nvSpPr>
          <p:spPr bwMode="auto">
            <a:xfrm>
              <a:off x="1290" y="378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08612" name="Oval 36"/>
          <p:cNvSpPr>
            <a:spLocks noChangeArrowheads="1"/>
          </p:cNvSpPr>
          <p:nvPr/>
        </p:nvSpPr>
        <p:spPr bwMode="auto">
          <a:xfrm>
            <a:off x="2057400" y="52578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8613" name="Group 37"/>
          <p:cNvGrpSpPr>
            <a:grpSpLocks/>
          </p:cNvGrpSpPr>
          <p:nvPr/>
        </p:nvGrpSpPr>
        <p:grpSpPr bwMode="auto">
          <a:xfrm>
            <a:off x="838200" y="3984625"/>
            <a:ext cx="2532063" cy="2505075"/>
            <a:chOff x="515" y="2510"/>
            <a:chExt cx="1595" cy="1578"/>
          </a:xfrm>
        </p:grpSpPr>
        <p:grpSp>
          <p:nvGrpSpPr>
            <p:cNvPr id="408614" name="Group 38"/>
            <p:cNvGrpSpPr>
              <a:grpSpLocks/>
            </p:cNvGrpSpPr>
            <p:nvPr/>
          </p:nvGrpSpPr>
          <p:grpSpPr bwMode="auto">
            <a:xfrm>
              <a:off x="515" y="2510"/>
              <a:ext cx="1426" cy="1578"/>
              <a:chOff x="491" y="2492"/>
              <a:chExt cx="1426" cy="1578"/>
            </a:xfrm>
          </p:grpSpPr>
          <p:sp>
            <p:nvSpPr>
              <p:cNvPr id="408615" name="Text Box 39"/>
              <p:cNvSpPr txBox="1">
                <a:spLocks noChangeArrowheads="1"/>
              </p:cNvSpPr>
              <p:nvPr/>
            </p:nvSpPr>
            <p:spPr bwMode="auto">
              <a:xfrm>
                <a:off x="670" y="2761"/>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h</a:t>
                </a:r>
              </a:p>
            </p:txBody>
          </p:sp>
          <p:sp>
            <p:nvSpPr>
              <p:cNvPr id="408616" name="Text Box 40"/>
              <p:cNvSpPr txBox="1">
                <a:spLocks noChangeArrowheads="1"/>
              </p:cNvSpPr>
              <p:nvPr/>
            </p:nvSpPr>
            <p:spPr bwMode="auto">
              <a:xfrm>
                <a:off x="491" y="3160"/>
                <a:ext cx="16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8617" name="Text Box 41"/>
              <p:cNvSpPr txBox="1">
                <a:spLocks noChangeArrowheads="1"/>
              </p:cNvSpPr>
              <p:nvPr/>
            </p:nvSpPr>
            <p:spPr bwMode="auto">
              <a:xfrm>
                <a:off x="670" y="3662"/>
                <a:ext cx="172"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8618" name="Text Box 42"/>
              <p:cNvSpPr txBox="1">
                <a:spLocks noChangeArrowheads="1"/>
              </p:cNvSpPr>
              <p:nvPr/>
            </p:nvSpPr>
            <p:spPr bwMode="auto">
              <a:xfrm>
                <a:off x="1208" y="3877"/>
                <a:ext cx="165"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8619" name="Text Box 43"/>
              <p:cNvSpPr txBox="1">
                <a:spLocks noChangeArrowheads="1"/>
              </p:cNvSpPr>
              <p:nvPr/>
            </p:nvSpPr>
            <p:spPr bwMode="auto">
              <a:xfrm>
                <a:off x="1746" y="3662"/>
                <a:ext cx="171"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8620" name="Text Box 44"/>
              <p:cNvSpPr txBox="1">
                <a:spLocks noChangeArrowheads="1"/>
              </p:cNvSpPr>
              <p:nvPr/>
            </p:nvSpPr>
            <p:spPr bwMode="auto">
              <a:xfrm>
                <a:off x="1208" y="249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08621" name="Text Box 45"/>
              <p:cNvSpPr txBox="1">
                <a:spLocks noChangeArrowheads="1"/>
              </p:cNvSpPr>
              <p:nvPr/>
            </p:nvSpPr>
            <p:spPr bwMode="auto">
              <a:xfrm>
                <a:off x="1746" y="2779"/>
                <a:ext cx="153" cy="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08622" name="Oval 46"/>
              <p:cNvSpPr>
                <a:spLocks noChangeArrowheads="1"/>
              </p:cNvSpPr>
              <p:nvPr/>
            </p:nvSpPr>
            <p:spPr bwMode="auto">
              <a:xfrm>
                <a:off x="1680" y="364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23" name="Text Box 47"/>
              <p:cNvSpPr txBox="1">
                <a:spLocks noChangeArrowheads="1"/>
              </p:cNvSpPr>
              <p:nvPr/>
            </p:nvSpPr>
            <p:spPr bwMode="auto">
              <a:xfrm>
                <a:off x="1284" y="318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sp>
          <p:nvSpPr>
            <p:cNvPr id="408624" name="Text Box 48"/>
            <p:cNvSpPr txBox="1">
              <a:spLocks noChangeArrowheads="1"/>
            </p:cNvSpPr>
            <p:nvPr/>
          </p:nvSpPr>
          <p:spPr bwMode="auto">
            <a:xfrm>
              <a:off x="1932" y="3228"/>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pPr>
              <a:r>
                <a:rPr lang="en-US" altLang="en-US" sz="1400" b="0">
                  <a:latin typeface="Times New Roman" charset="0"/>
                </a:rPr>
                <a:t>e</a:t>
              </a:r>
            </a:p>
          </p:txBody>
        </p:sp>
      </p:grpSp>
      <p:grpSp>
        <p:nvGrpSpPr>
          <p:cNvPr id="408625" name="Group 49"/>
          <p:cNvGrpSpPr>
            <a:grpSpLocks/>
          </p:cNvGrpSpPr>
          <p:nvPr/>
        </p:nvGrpSpPr>
        <p:grpSpPr bwMode="auto">
          <a:xfrm>
            <a:off x="914400" y="3505200"/>
            <a:ext cx="2392363" cy="328613"/>
            <a:chOff x="2100" y="3650"/>
            <a:chExt cx="1507" cy="207"/>
          </a:xfrm>
        </p:grpSpPr>
        <p:sp>
          <p:nvSpPr>
            <p:cNvPr id="408626" name="Text Box 50"/>
            <p:cNvSpPr txBox="1">
              <a:spLocks noChangeArrowheads="1"/>
            </p:cNvSpPr>
            <p:nvPr/>
          </p:nvSpPr>
          <p:spPr bwMode="auto">
            <a:xfrm>
              <a:off x="2100" y="3654"/>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8627" name="Text Box 51"/>
            <p:cNvSpPr txBox="1">
              <a:spLocks noChangeArrowheads="1"/>
            </p:cNvSpPr>
            <p:nvPr/>
          </p:nvSpPr>
          <p:spPr bwMode="auto">
            <a:xfrm>
              <a:off x="2374" y="366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8628" name="Text Box 52"/>
            <p:cNvSpPr txBox="1">
              <a:spLocks noChangeArrowheads="1"/>
            </p:cNvSpPr>
            <p:nvPr/>
          </p:nvSpPr>
          <p:spPr bwMode="auto">
            <a:xfrm>
              <a:off x="2672" y="3662"/>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8629" name="Text Box 53"/>
            <p:cNvSpPr txBox="1">
              <a:spLocks noChangeArrowheads="1"/>
            </p:cNvSpPr>
            <p:nvPr/>
          </p:nvSpPr>
          <p:spPr bwMode="auto">
            <a:xfrm>
              <a:off x="2794" y="3650"/>
              <a:ext cx="26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g’</a:t>
              </a:r>
            </a:p>
          </p:txBody>
        </p:sp>
        <p:sp>
          <p:nvSpPr>
            <p:cNvPr id="408630" name="Text Box 54"/>
            <p:cNvSpPr txBox="1">
              <a:spLocks noChangeArrowheads="1"/>
            </p:cNvSpPr>
            <p:nvPr/>
          </p:nvSpPr>
          <p:spPr bwMode="auto">
            <a:xfrm>
              <a:off x="3153" y="3665"/>
              <a:ext cx="45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d’f’   e’</a:t>
              </a:r>
            </a:p>
          </p:txBody>
        </p:sp>
        <p:sp>
          <p:nvSpPr>
            <p:cNvPr id="408631" name="Text Box 55"/>
            <p:cNvSpPr txBox="1">
              <a:spLocks noChangeArrowheads="1"/>
            </p:cNvSpPr>
            <p:nvPr/>
          </p:nvSpPr>
          <p:spPr bwMode="auto">
            <a:xfrm>
              <a:off x="2266" y="366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grpSp>
      <p:grpSp>
        <p:nvGrpSpPr>
          <p:cNvPr id="408632" name="Group 56"/>
          <p:cNvGrpSpPr>
            <a:grpSpLocks/>
          </p:cNvGrpSpPr>
          <p:nvPr/>
        </p:nvGrpSpPr>
        <p:grpSpPr bwMode="auto">
          <a:xfrm>
            <a:off x="404813" y="3529013"/>
            <a:ext cx="3198812" cy="346075"/>
            <a:chOff x="255" y="2223"/>
            <a:chExt cx="2015" cy="218"/>
          </a:xfrm>
        </p:grpSpPr>
        <p:sp>
          <p:nvSpPr>
            <p:cNvPr id="408633" name="Text Box 57"/>
            <p:cNvSpPr txBox="1">
              <a:spLocks noChangeArrowheads="1"/>
            </p:cNvSpPr>
            <p:nvPr/>
          </p:nvSpPr>
          <p:spPr bwMode="auto">
            <a:xfrm>
              <a:off x="255" y="2223"/>
              <a:ext cx="2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X</a:t>
              </a:r>
            </a:p>
          </p:txBody>
        </p:sp>
        <p:sp>
          <p:nvSpPr>
            <p:cNvPr id="408634" name="Line 58"/>
            <p:cNvSpPr>
              <a:spLocks noChangeShapeType="1"/>
            </p:cNvSpPr>
            <p:nvPr/>
          </p:nvSpPr>
          <p:spPr bwMode="auto">
            <a:xfrm>
              <a:off x="432" y="2400"/>
              <a:ext cx="16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35" name="Text Box 59"/>
            <p:cNvSpPr txBox="1">
              <a:spLocks noChangeArrowheads="1"/>
            </p:cNvSpPr>
            <p:nvPr/>
          </p:nvSpPr>
          <p:spPr bwMode="auto">
            <a:xfrm>
              <a:off x="1971" y="2229"/>
              <a:ext cx="2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Y</a:t>
              </a:r>
            </a:p>
          </p:txBody>
        </p:sp>
      </p:grpSp>
      <p:sp>
        <p:nvSpPr>
          <p:cNvPr id="408636" name="Oval 60"/>
          <p:cNvSpPr>
            <a:spLocks noChangeArrowheads="1"/>
          </p:cNvSpPr>
          <p:nvPr/>
        </p:nvSpPr>
        <p:spPr bwMode="auto">
          <a:xfrm>
            <a:off x="5187950" y="1736725"/>
            <a:ext cx="2058988" cy="2057400"/>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8637" name="Group 61"/>
          <p:cNvGrpSpPr>
            <a:grpSpLocks/>
          </p:cNvGrpSpPr>
          <p:nvPr/>
        </p:nvGrpSpPr>
        <p:grpSpPr bwMode="auto">
          <a:xfrm>
            <a:off x="4175125" y="1731963"/>
            <a:ext cx="4078288" cy="2078037"/>
            <a:chOff x="2736" y="1392"/>
            <a:chExt cx="2401" cy="1223"/>
          </a:xfrm>
        </p:grpSpPr>
        <p:sp>
          <p:nvSpPr>
            <p:cNvPr id="408638" name="Arc 62"/>
            <p:cNvSpPr>
              <a:spLocks/>
            </p:cNvSpPr>
            <p:nvPr/>
          </p:nvSpPr>
          <p:spPr bwMode="auto">
            <a:xfrm>
              <a:off x="2737" y="1392"/>
              <a:ext cx="2400" cy="1223"/>
            </a:xfrm>
            <a:custGeom>
              <a:avLst/>
              <a:gdLst>
                <a:gd name="G0" fmla="+- 21600 0 0"/>
                <a:gd name="G1" fmla="+- 21600 0 0"/>
                <a:gd name="G2" fmla="+- 21600 0 0"/>
                <a:gd name="T0" fmla="*/ 4 w 43200"/>
                <a:gd name="T1" fmla="*/ 22013 h 22013"/>
                <a:gd name="T2" fmla="*/ 43200 w 43200"/>
                <a:gd name="T3" fmla="*/ 21600 h 22013"/>
                <a:gd name="T4" fmla="*/ 21600 w 43200"/>
                <a:gd name="T5" fmla="*/ 21600 h 22013"/>
              </a:gdLst>
              <a:ahLst/>
              <a:cxnLst>
                <a:cxn ang="0">
                  <a:pos x="T0" y="T1"/>
                </a:cxn>
                <a:cxn ang="0">
                  <a:pos x="T2" y="T3"/>
                </a:cxn>
                <a:cxn ang="0">
                  <a:pos x="T4" y="T5"/>
                </a:cxn>
              </a:cxnLst>
              <a:rect l="0" t="0" r="r" b="b"/>
              <a:pathLst>
                <a:path w="43200" h="22013" fill="none" extrusionOk="0">
                  <a:moveTo>
                    <a:pt x="3" y="22013"/>
                  </a:moveTo>
                  <a:cubicBezTo>
                    <a:pt x="1" y="21875"/>
                    <a:pt x="0" y="21737"/>
                    <a:pt x="0" y="21600"/>
                  </a:cubicBezTo>
                  <a:cubicBezTo>
                    <a:pt x="0" y="9670"/>
                    <a:pt x="9670" y="0"/>
                    <a:pt x="21600" y="0"/>
                  </a:cubicBezTo>
                  <a:cubicBezTo>
                    <a:pt x="33529" y="0"/>
                    <a:pt x="43199" y="9670"/>
                    <a:pt x="43199" y="21599"/>
                  </a:cubicBezTo>
                </a:path>
                <a:path w="43200" h="22013" stroke="0" extrusionOk="0">
                  <a:moveTo>
                    <a:pt x="3" y="22013"/>
                  </a:moveTo>
                  <a:cubicBezTo>
                    <a:pt x="1" y="21875"/>
                    <a:pt x="0" y="21737"/>
                    <a:pt x="0" y="21600"/>
                  </a:cubicBezTo>
                  <a:cubicBezTo>
                    <a:pt x="0" y="9670"/>
                    <a:pt x="9670" y="0"/>
                    <a:pt x="21600" y="0"/>
                  </a:cubicBezTo>
                  <a:cubicBezTo>
                    <a:pt x="33529" y="0"/>
                    <a:pt x="43199" y="9670"/>
                    <a:pt x="43199" y="21599"/>
                  </a:cubicBezTo>
                  <a:lnTo>
                    <a:pt x="21600" y="21600"/>
                  </a:lnTo>
                  <a:close/>
                </a:path>
              </a:pathLst>
            </a:custGeom>
            <a:noFill/>
            <a:ln w="28575">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39" name="Line 63"/>
            <p:cNvSpPr>
              <a:spLocks noChangeShapeType="1"/>
            </p:cNvSpPr>
            <p:nvPr/>
          </p:nvSpPr>
          <p:spPr bwMode="auto">
            <a:xfrm>
              <a:off x="2736" y="2592"/>
              <a:ext cx="2400" cy="0"/>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8640" name="Group 64"/>
          <p:cNvGrpSpPr>
            <a:grpSpLocks/>
          </p:cNvGrpSpPr>
          <p:nvPr/>
        </p:nvGrpSpPr>
        <p:grpSpPr bwMode="auto">
          <a:xfrm>
            <a:off x="4338638" y="1749425"/>
            <a:ext cx="3763962" cy="2058988"/>
            <a:chOff x="2733" y="1102"/>
            <a:chExt cx="2371" cy="1297"/>
          </a:xfrm>
        </p:grpSpPr>
        <p:sp>
          <p:nvSpPr>
            <p:cNvPr id="408641" name="Line 65"/>
            <p:cNvSpPr>
              <a:spLocks noChangeShapeType="1"/>
            </p:cNvSpPr>
            <p:nvPr/>
          </p:nvSpPr>
          <p:spPr bwMode="auto">
            <a:xfrm>
              <a:off x="3914" y="1102"/>
              <a:ext cx="0" cy="128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2" name="Line 66"/>
            <p:cNvSpPr>
              <a:spLocks noChangeShapeType="1"/>
            </p:cNvSpPr>
            <p:nvPr/>
          </p:nvSpPr>
          <p:spPr bwMode="auto">
            <a:xfrm>
              <a:off x="2998" y="1475"/>
              <a:ext cx="925" cy="92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3" name="Line 67"/>
            <p:cNvSpPr>
              <a:spLocks noChangeShapeType="1"/>
            </p:cNvSpPr>
            <p:nvPr/>
          </p:nvSpPr>
          <p:spPr bwMode="auto">
            <a:xfrm rot="5400000">
              <a:off x="3905" y="1470"/>
              <a:ext cx="925" cy="9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4" name="Line 68"/>
            <p:cNvSpPr>
              <a:spLocks noChangeShapeType="1"/>
            </p:cNvSpPr>
            <p:nvPr/>
          </p:nvSpPr>
          <p:spPr bwMode="auto">
            <a:xfrm>
              <a:off x="3452" y="1205"/>
              <a:ext cx="462" cy="118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5" name="Line 69"/>
            <p:cNvSpPr>
              <a:spLocks noChangeShapeType="1"/>
            </p:cNvSpPr>
            <p:nvPr/>
          </p:nvSpPr>
          <p:spPr bwMode="auto">
            <a:xfrm rot="5400000">
              <a:off x="4283" y="1560"/>
              <a:ext cx="462" cy="118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6" name="Line 70"/>
            <p:cNvSpPr>
              <a:spLocks noChangeShapeType="1"/>
            </p:cNvSpPr>
            <p:nvPr/>
          </p:nvSpPr>
          <p:spPr bwMode="auto">
            <a:xfrm rot="5400000" flipV="1">
              <a:off x="3093" y="1564"/>
              <a:ext cx="462" cy="118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47" name="Line 71"/>
            <p:cNvSpPr>
              <a:spLocks noChangeShapeType="1"/>
            </p:cNvSpPr>
            <p:nvPr/>
          </p:nvSpPr>
          <p:spPr bwMode="auto">
            <a:xfrm flipH="1">
              <a:off x="3914" y="1205"/>
              <a:ext cx="462" cy="118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08648" name="Group 72"/>
          <p:cNvGrpSpPr>
            <a:grpSpLocks/>
          </p:cNvGrpSpPr>
          <p:nvPr/>
        </p:nvGrpSpPr>
        <p:grpSpPr bwMode="auto">
          <a:xfrm>
            <a:off x="5153025" y="1695450"/>
            <a:ext cx="2133600" cy="2160588"/>
            <a:chOff x="3246" y="1068"/>
            <a:chExt cx="1344" cy="1361"/>
          </a:xfrm>
        </p:grpSpPr>
        <p:sp>
          <p:nvSpPr>
            <p:cNvPr id="408649" name="Oval 73"/>
            <p:cNvSpPr>
              <a:spLocks noChangeArrowheads="1"/>
            </p:cNvSpPr>
            <p:nvPr/>
          </p:nvSpPr>
          <p:spPr bwMode="auto">
            <a:xfrm>
              <a:off x="3443" y="2181"/>
              <a:ext cx="52"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0" name="Oval 74"/>
            <p:cNvSpPr>
              <a:spLocks noChangeArrowheads="1"/>
            </p:cNvSpPr>
            <p:nvPr/>
          </p:nvSpPr>
          <p:spPr bwMode="auto">
            <a:xfrm>
              <a:off x="3246" y="1719"/>
              <a:ext cx="52"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1" name="Oval 75"/>
            <p:cNvSpPr>
              <a:spLocks noChangeArrowheads="1"/>
            </p:cNvSpPr>
            <p:nvPr/>
          </p:nvSpPr>
          <p:spPr bwMode="auto">
            <a:xfrm>
              <a:off x="3443" y="1239"/>
              <a:ext cx="52" cy="5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2" name="Oval 76"/>
            <p:cNvSpPr>
              <a:spLocks noChangeArrowheads="1"/>
            </p:cNvSpPr>
            <p:nvPr/>
          </p:nvSpPr>
          <p:spPr bwMode="auto">
            <a:xfrm>
              <a:off x="3884" y="1068"/>
              <a:ext cx="51"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3" name="Oval 77"/>
            <p:cNvSpPr>
              <a:spLocks noChangeArrowheads="1"/>
            </p:cNvSpPr>
            <p:nvPr/>
          </p:nvSpPr>
          <p:spPr bwMode="auto">
            <a:xfrm>
              <a:off x="4329" y="1231"/>
              <a:ext cx="51"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4" name="Oval 78"/>
            <p:cNvSpPr>
              <a:spLocks noChangeArrowheads="1"/>
            </p:cNvSpPr>
            <p:nvPr/>
          </p:nvSpPr>
          <p:spPr bwMode="auto">
            <a:xfrm>
              <a:off x="4539" y="1719"/>
              <a:ext cx="51"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5" name="Oval 79"/>
            <p:cNvSpPr>
              <a:spLocks noChangeArrowheads="1"/>
            </p:cNvSpPr>
            <p:nvPr/>
          </p:nvSpPr>
          <p:spPr bwMode="auto">
            <a:xfrm>
              <a:off x="4346" y="2181"/>
              <a:ext cx="52"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56" name="Oval 80"/>
            <p:cNvSpPr>
              <a:spLocks noChangeArrowheads="1"/>
            </p:cNvSpPr>
            <p:nvPr/>
          </p:nvSpPr>
          <p:spPr bwMode="auto">
            <a:xfrm>
              <a:off x="3884" y="2378"/>
              <a:ext cx="51" cy="51"/>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8657" name="Group 81"/>
          <p:cNvGrpSpPr>
            <a:grpSpLocks/>
          </p:cNvGrpSpPr>
          <p:nvPr/>
        </p:nvGrpSpPr>
        <p:grpSpPr bwMode="auto">
          <a:xfrm>
            <a:off x="3200400" y="1609734"/>
            <a:ext cx="1831975" cy="958853"/>
            <a:chOff x="2496" y="1526"/>
            <a:chExt cx="1154" cy="604"/>
          </a:xfrm>
        </p:grpSpPr>
        <p:grpSp>
          <p:nvGrpSpPr>
            <p:cNvPr id="408658" name="Group 82"/>
            <p:cNvGrpSpPr>
              <a:grpSpLocks/>
            </p:cNvGrpSpPr>
            <p:nvPr/>
          </p:nvGrpSpPr>
          <p:grpSpPr bwMode="auto">
            <a:xfrm>
              <a:off x="2496" y="1824"/>
              <a:ext cx="815" cy="306"/>
              <a:chOff x="768" y="738"/>
              <a:chExt cx="815" cy="306"/>
            </a:xfrm>
          </p:grpSpPr>
          <p:sp>
            <p:nvSpPr>
              <p:cNvPr id="408659" name="Rectangle 83"/>
              <p:cNvSpPr>
                <a:spLocks noChangeArrowheads="1"/>
              </p:cNvSpPr>
              <p:nvPr/>
            </p:nvSpPr>
            <p:spPr bwMode="auto">
              <a:xfrm>
                <a:off x="768" y="768"/>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b="0">
                    <a:latin typeface="Times New Roman" charset="0"/>
                    <a:ea typeface="Times New Roman" charset="0"/>
                    <a:cs typeface="Times New Roman" charset="0"/>
                    <a:sym typeface="Symbol" charset="2"/>
                  </a:rPr>
                  <a:t></a:t>
                </a:r>
              </a:p>
            </p:txBody>
          </p:sp>
          <p:sp>
            <p:nvSpPr>
              <p:cNvPr id="408660" name="Text Box 84"/>
              <p:cNvSpPr txBox="1">
                <a:spLocks noChangeArrowheads="1"/>
              </p:cNvSpPr>
              <p:nvPr/>
            </p:nvSpPr>
            <p:spPr bwMode="auto">
              <a:xfrm>
                <a:off x="902" y="746"/>
                <a:ext cx="2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2400" b="0">
                    <a:latin typeface="Times New Roman" charset="0"/>
                  </a:rPr>
                  <a:t>=</a:t>
                </a:r>
                <a:endParaRPr lang="en-US" altLang="en-US" sz="1400" b="0">
                  <a:latin typeface="Times New Roman" charset="0"/>
                </a:endParaRPr>
              </a:p>
            </p:txBody>
          </p:sp>
          <p:grpSp>
            <p:nvGrpSpPr>
              <p:cNvPr id="408661" name="Group 85"/>
              <p:cNvGrpSpPr>
                <a:grpSpLocks/>
              </p:cNvGrpSpPr>
              <p:nvPr/>
            </p:nvGrpSpPr>
            <p:grpSpPr bwMode="auto">
              <a:xfrm>
                <a:off x="1071" y="738"/>
                <a:ext cx="512" cy="306"/>
                <a:chOff x="2016" y="1248"/>
                <a:chExt cx="512" cy="306"/>
              </a:xfrm>
            </p:grpSpPr>
            <p:sp>
              <p:nvSpPr>
                <p:cNvPr id="408662" name="Rectangle 86"/>
                <p:cNvSpPr>
                  <a:spLocks noChangeArrowheads="1"/>
                </p:cNvSpPr>
                <p:nvPr/>
              </p:nvSpPr>
              <p:spPr bwMode="auto">
                <a:xfrm>
                  <a:off x="2016" y="1248"/>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R</a:t>
                  </a:r>
                </a:p>
              </p:txBody>
            </p:sp>
            <p:sp>
              <p:nvSpPr>
                <p:cNvPr id="408663" name="Text Box 87"/>
                <p:cNvSpPr txBox="1">
                  <a:spLocks noChangeArrowheads="1"/>
                </p:cNvSpPr>
                <p:nvPr/>
              </p:nvSpPr>
              <p:spPr bwMode="auto">
                <a:xfrm>
                  <a:off x="2028" y="1362"/>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L</a:t>
                  </a:r>
                </a:p>
              </p:txBody>
            </p:sp>
            <p:sp>
              <p:nvSpPr>
                <p:cNvPr id="408664" name="Line 88"/>
                <p:cNvSpPr>
                  <a:spLocks noChangeShapeType="1"/>
                </p:cNvSpPr>
                <p:nvPr/>
              </p:nvSpPr>
              <p:spPr bwMode="auto">
                <a:xfrm>
                  <a:off x="2064" y="1401"/>
                  <a:ext cx="96"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65" name="Text Box 89"/>
                <p:cNvSpPr txBox="1">
                  <a:spLocks noChangeArrowheads="1"/>
                </p:cNvSpPr>
                <p:nvPr/>
              </p:nvSpPr>
              <p:spPr bwMode="auto">
                <a:xfrm rot="2750489">
                  <a:off x="2123" y="1279"/>
                  <a:ext cx="19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a:latin typeface="Times New Roman" charset="0"/>
                    </a:rPr>
                    <a:t>+</a:t>
                  </a:r>
                </a:p>
              </p:txBody>
            </p:sp>
            <p:sp>
              <p:nvSpPr>
                <p:cNvPr id="408666" name="Text Box 90"/>
                <p:cNvSpPr txBox="1">
                  <a:spLocks noChangeArrowheads="1"/>
                </p:cNvSpPr>
                <p:nvPr/>
              </p:nvSpPr>
              <p:spPr bwMode="auto">
                <a:xfrm>
                  <a:off x="2208" y="1296"/>
                  <a:ext cx="32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a:latin typeface="Times New Roman" charset="0"/>
                    </a:rPr>
                    <a:t>360</a:t>
                  </a:r>
                  <a:r>
                    <a:rPr lang="en-US" altLang="en-US" sz="1400" b="0" baseline="30000" dirty="0">
                      <a:latin typeface="Times New Roman" charset="0"/>
                    </a:rPr>
                    <a:t>0</a:t>
                  </a:r>
                </a:p>
              </p:txBody>
            </p:sp>
          </p:grpSp>
        </p:grpSp>
        <p:sp>
          <p:nvSpPr>
            <p:cNvPr id="408667" name="Text Box 91"/>
            <p:cNvSpPr txBox="1">
              <a:spLocks noChangeArrowheads="1"/>
            </p:cNvSpPr>
            <p:nvPr/>
          </p:nvSpPr>
          <p:spPr bwMode="auto">
            <a:xfrm>
              <a:off x="2496" y="1526"/>
              <a:ext cx="1154"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dirty="0" smtClean="0">
                  <a:latin typeface="Times New Roman" charset="0"/>
                </a:rPr>
                <a:t>R = Base </a:t>
              </a:r>
              <a:r>
                <a:rPr lang="en-US" altLang="en-US" sz="1400" b="0" dirty="0">
                  <a:latin typeface="Times New Roman" charset="0"/>
                </a:rPr>
                <a:t>circle radius</a:t>
              </a:r>
              <a:r>
                <a:rPr lang="en-US" altLang="en-US" b="0" dirty="0">
                  <a:latin typeface="Times New Roman" charset="0"/>
                </a:rPr>
                <a:t>.</a:t>
              </a:r>
            </a:p>
            <a:p>
              <a:pPr eaLnBrk="1" hangingPunct="1"/>
              <a:r>
                <a:rPr lang="en-US" altLang="en-US" sz="1400" b="0" dirty="0" smtClean="0">
                  <a:latin typeface="Times New Roman" charset="0"/>
                </a:rPr>
                <a:t>L = Slant </a:t>
              </a:r>
              <a:r>
                <a:rPr lang="en-US" altLang="en-US" sz="1400" b="0" dirty="0">
                  <a:latin typeface="Times New Roman" charset="0"/>
                </a:rPr>
                <a:t>height</a:t>
              </a:r>
              <a:r>
                <a:rPr lang="en-US" altLang="en-US" sz="1400" b="0" dirty="0" smtClean="0">
                  <a:latin typeface="Times New Roman" charset="0"/>
                </a:rPr>
                <a:t>.</a:t>
              </a:r>
              <a:endParaRPr lang="en-US" altLang="en-US" sz="1400" b="0" dirty="0">
                <a:latin typeface="Times New Roman" charset="0"/>
              </a:endParaRPr>
            </a:p>
          </p:txBody>
        </p:sp>
      </p:grpSp>
      <p:grpSp>
        <p:nvGrpSpPr>
          <p:cNvPr id="408668" name="Group 92"/>
          <p:cNvGrpSpPr>
            <a:grpSpLocks/>
          </p:cNvGrpSpPr>
          <p:nvPr/>
        </p:nvGrpSpPr>
        <p:grpSpPr bwMode="auto">
          <a:xfrm>
            <a:off x="5694363" y="3286125"/>
            <a:ext cx="1066800" cy="523875"/>
            <a:chOff x="3587" y="2070"/>
            <a:chExt cx="672" cy="330"/>
          </a:xfrm>
        </p:grpSpPr>
        <p:sp>
          <p:nvSpPr>
            <p:cNvPr id="408669" name="Rectangle 93"/>
            <p:cNvSpPr>
              <a:spLocks noChangeArrowheads="1"/>
            </p:cNvSpPr>
            <p:nvPr/>
          </p:nvSpPr>
          <p:spPr bwMode="auto">
            <a:xfrm>
              <a:off x="3823" y="2070"/>
              <a:ext cx="1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800" b="0">
                  <a:latin typeface="Times New Roman" charset="0"/>
                  <a:ea typeface="Times New Roman" charset="0"/>
                  <a:cs typeface="Times New Roman" charset="0"/>
                  <a:sym typeface="Symbol" charset="2"/>
                </a:rPr>
                <a:t></a:t>
              </a:r>
            </a:p>
          </p:txBody>
        </p:sp>
        <p:sp>
          <p:nvSpPr>
            <p:cNvPr id="408670" name="Arc 94"/>
            <p:cNvSpPr>
              <a:spLocks/>
            </p:cNvSpPr>
            <p:nvPr/>
          </p:nvSpPr>
          <p:spPr bwMode="auto">
            <a:xfrm>
              <a:off x="3587" y="2112"/>
              <a:ext cx="672" cy="288"/>
            </a:xfrm>
            <a:custGeom>
              <a:avLst/>
              <a:gdLst>
                <a:gd name="G0" fmla="+- 21598 0 0"/>
                <a:gd name="G1" fmla="+- 21600 0 0"/>
                <a:gd name="G2" fmla="+- 21600 0 0"/>
                <a:gd name="T0" fmla="*/ 0 w 43198"/>
                <a:gd name="T1" fmla="*/ 21288 h 21600"/>
                <a:gd name="T2" fmla="*/ 43198 w 43198"/>
                <a:gd name="T3" fmla="*/ 21600 h 21600"/>
                <a:gd name="T4" fmla="*/ 21598 w 43198"/>
                <a:gd name="T5" fmla="*/ 21600 h 21600"/>
              </a:gdLst>
              <a:ahLst/>
              <a:cxnLst>
                <a:cxn ang="0">
                  <a:pos x="T0" y="T1"/>
                </a:cxn>
                <a:cxn ang="0">
                  <a:pos x="T2" y="T3"/>
                </a:cxn>
                <a:cxn ang="0">
                  <a:pos x="T4" y="T5"/>
                </a:cxn>
              </a:cxnLst>
              <a:rect l="0" t="0" r="r" b="b"/>
              <a:pathLst>
                <a:path w="43198" h="21600" fill="none" extrusionOk="0">
                  <a:moveTo>
                    <a:pt x="0" y="21288"/>
                  </a:moveTo>
                  <a:cubicBezTo>
                    <a:pt x="170" y="9481"/>
                    <a:pt x="9790" y="-1"/>
                    <a:pt x="21598" y="-1"/>
                  </a:cubicBezTo>
                  <a:cubicBezTo>
                    <a:pt x="33527" y="-1"/>
                    <a:pt x="43198" y="9670"/>
                    <a:pt x="43198" y="21600"/>
                  </a:cubicBezTo>
                </a:path>
                <a:path w="43198" h="21600" stroke="0" extrusionOk="0">
                  <a:moveTo>
                    <a:pt x="0" y="21288"/>
                  </a:moveTo>
                  <a:cubicBezTo>
                    <a:pt x="170" y="9481"/>
                    <a:pt x="9790" y="-1"/>
                    <a:pt x="21598" y="-1"/>
                  </a:cubicBezTo>
                  <a:cubicBezTo>
                    <a:pt x="33527" y="-1"/>
                    <a:pt x="43198" y="9670"/>
                    <a:pt x="43198" y="21600"/>
                  </a:cubicBezTo>
                  <a:lnTo>
                    <a:pt x="21598" y="21600"/>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nvGrpSpPr>
          <p:cNvPr id="408671" name="Group 95"/>
          <p:cNvGrpSpPr>
            <a:grpSpLocks/>
          </p:cNvGrpSpPr>
          <p:nvPr/>
        </p:nvGrpSpPr>
        <p:grpSpPr bwMode="auto">
          <a:xfrm>
            <a:off x="3903663" y="1419225"/>
            <a:ext cx="4630737" cy="2655888"/>
            <a:chOff x="2550" y="1200"/>
            <a:chExt cx="2773" cy="1519"/>
          </a:xfrm>
        </p:grpSpPr>
        <p:grpSp>
          <p:nvGrpSpPr>
            <p:cNvPr id="408672" name="Group 96"/>
            <p:cNvGrpSpPr>
              <a:grpSpLocks/>
            </p:cNvGrpSpPr>
            <p:nvPr/>
          </p:nvGrpSpPr>
          <p:grpSpPr bwMode="auto">
            <a:xfrm>
              <a:off x="2550" y="1200"/>
              <a:ext cx="2773" cy="1471"/>
              <a:chOff x="2550" y="1200"/>
              <a:chExt cx="2773" cy="1471"/>
            </a:xfrm>
          </p:grpSpPr>
          <p:sp>
            <p:nvSpPr>
              <p:cNvPr id="408673" name="Text Box 97"/>
              <p:cNvSpPr txBox="1">
                <a:spLocks noChangeArrowheads="1"/>
              </p:cNvSpPr>
              <p:nvPr/>
            </p:nvSpPr>
            <p:spPr bwMode="auto">
              <a:xfrm>
                <a:off x="2550" y="2497"/>
                <a:ext cx="18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08674" name="Text Box 98"/>
              <p:cNvSpPr txBox="1">
                <a:spLocks noChangeArrowheads="1"/>
              </p:cNvSpPr>
              <p:nvPr/>
            </p:nvSpPr>
            <p:spPr bwMode="auto">
              <a:xfrm>
                <a:off x="2640" y="2016"/>
                <a:ext cx="182"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08675" name="Text Box 99"/>
              <p:cNvSpPr txBox="1">
                <a:spLocks noChangeArrowheads="1"/>
              </p:cNvSpPr>
              <p:nvPr/>
            </p:nvSpPr>
            <p:spPr bwMode="auto">
              <a:xfrm>
                <a:off x="2928" y="1584"/>
                <a:ext cx="18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08676" name="Text Box 100"/>
              <p:cNvSpPr txBox="1">
                <a:spLocks noChangeArrowheads="1"/>
              </p:cNvSpPr>
              <p:nvPr/>
            </p:nvSpPr>
            <p:spPr bwMode="auto">
              <a:xfrm>
                <a:off x="3360" y="1296"/>
                <a:ext cx="187"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08677" name="Text Box 101"/>
              <p:cNvSpPr txBox="1">
                <a:spLocks noChangeArrowheads="1"/>
              </p:cNvSpPr>
              <p:nvPr/>
            </p:nvSpPr>
            <p:spPr bwMode="auto">
              <a:xfrm>
                <a:off x="3840" y="1200"/>
                <a:ext cx="175"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08678" name="Text Box 102"/>
              <p:cNvSpPr txBox="1">
                <a:spLocks noChangeArrowheads="1"/>
              </p:cNvSpPr>
              <p:nvPr/>
            </p:nvSpPr>
            <p:spPr bwMode="auto">
              <a:xfrm>
                <a:off x="4320" y="1296"/>
                <a:ext cx="169"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08679" name="Text Box 103"/>
              <p:cNvSpPr txBox="1">
                <a:spLocks noChangeArrowheads="1"/>
              </p:cNvSpPr>
              <p:nvPr/>
            </p:nvSpPr>
            <p:spPr bwMode="auto">
              <a:xfrm>
                <a:off x="4752" y="1584"/>
                <a:ext cx="18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08680" name="Text Box 104"/>
              <p:cNvSpPr txBox="1">
                <a:spLocks noChangeArrowheads="1"/>
              </p:cNvSpPr>
              <p:nvPr/>
            </p:nvSpPr>
            <p:spPr bwMode="auto">
              <a:xfrm>
                <a:off x="5040" y="2016"/>
                <a:ext cx="187"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sp>
            <p:nvSpPr>
              <p:cNvPr id="408681" name="Text Box 105"/>
              <p:cNvSpPr txBox="1">
                <a:spLocks noChangeArrowheads="1"/>
              </p:cNvSpPr>
              <p:nvPr/>
            </p:nvSpPr>
            <p:spPr bwMode="auto">
              <a:xfrm>
                <a:off x="5136" y="2484"/>
                <a:ext cx="18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grpSp>
        <p:sp>
          <p:nvSpPr>
            <p:cNvPr id="408682" name="Text Box 106"/>
            <p:cNvSpPr txBox="1">
              <a:spLocks noChangeArrowheads="1"/>
            </p:cNvSpPr>
            <p:nvPr/>
          </p:nvSpPr>
          <p:spPr bwMode="auto">
            <a:xfrm>
              <a:off x="3786" y="2544"/>
              <a:ext cx="187"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grpSp>
        <p:nvGrpSpPr>
          <p:cNvPr id="408683" name="Group 107"/>
          <p:cNvGrpSpPr>
            <a:grpSpLocks/>
          </p:cNvGrpSpPr>
          <p:nvPr/>
        </p:nvGrpSpPr>
        <p:grpSpPr bwMode="auto">
          <a:xfrm>
            <a:off x="5192713" y="1704975"/>
            <a:ext cx="2070100" cy="1876425"/>
            <a:chOff x="2900" y="1074"/>
            <a:chExt cx="1304" cy="1182"/>
          </a:xfrm>
        </p:grpSpPr>
        <p:sp>
          <p:nvSpPr>
            <p:cNvPr id="408684" name="Text Box 108"/>
            <p:cNvSpPr txBox="1">
              <a:spLocks noChangeArrowheads="1"/>
            </p:cNvSpPr>
            <p:nvPr/>
          </p:nvSpPr>
          <p:spPr bwMode="auto">
            <a:xfrm>
              <a:off x="3030" y="2028"/>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1</a:t>
              </a:r>
            </a:p>
          </p:txBody>
        </p:sp>
        <p:sp>
          <p:nvSpPr>
            <p:cNvPr id="408685" name="Text Box 109"/>
            <p:cNvSpPr txBox="1">
              <a:spLocks noChangeArrowheads="1"/>
            </p:cNvSpPr>
            <p:nvPr/>
          </p:nvSpPr>
          <p:spPr bwMode="auto">
            <a:xfrm>
              <a:off x="3054" y="1236"/>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3</a:t>
              </a:r>
            </a:p>
          </p:txBody>
        </p:sp>
        <p:sp>
          <p:nvSpPr>
            <p:cNvPr id="408686" name="Text Box 110"/>
            <p:cNvSpPr txBox="1">
              <a:spLocks noChangeArrowheads="1"/>
            </p:cNvSpPr>
            <p:nvPr/>
          </p:nvSpPr>
          <p:spPr bwMode="auto">
            <a:xfrm>
              <a:off x="2900" y="164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2</a:t>
              </a:r>
            </a:p>
          </p:txBody>
        </p:sp>
        <p:sp>
          <p:nvSpPr>
            <p:cNvPr id="408687" name="Text Box 111"/>
            <p:cNvSpPr txBox="1">
              <a:spLocks noChangeArrowheads="1"/>
            </p:cNvSpPr>
            <p:nvPr/>
          </p:nvSpPr>
          <p:spPr bwMode="auto">
            <a:xfrm>
              <a:off x="3438" y="107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4</a:t>
              </a:r>
            </a:p>
          </p:txBody>
        </p:sp>
        <p:sp>
          <p:nvSpPr>
            <p:cNvPr id="408688" name="Text Box 112"/>
            <p:cNvSpPr txBox="1">
              <a:spLocks noChangeArrowheads="1"/>
            </p:cNvSpPr>
            <p:nvPr/>
          </p:nvSpPr>
          <p:spPr bwMode="auto">
            <a:xfrm>
              <a:off x="3858" y="2064"/>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7</a:t>
              </a:r>
            </a:p>
          </p:txBody>
        </p:sp>
        <p:sp>
          <p:nvSpPr>
            <p:cNvPr id="408689" name="Text Box 113"/>
            <p:cNvSpPr txBox="1">
              <a:spLocks noChangeArrowheads="1"/>
            </p:cNvSpPr>
            <p:nvPr/>
          </p:nvSpPr>
          <p:spPr bwMode="auto">
            <a:xfrm>
              <a:off x="4032" y="163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6</a:t>
              </a:r>
            </a:p>
          </p:txBody>
        </p:sp>
        <p:sp>
          <p:nvSpPr>
            <p:cNvPr id="408690" name="Text Box 114"/>
            <p:cNvSpPr txBox="1">
              <a:spLocks noChangeArrowheads="1"/>
            </p:cNvSpPr>
            <p:nvPr/>
          </p:nvSpPr>
          <p:spPr bwMode="auto">
            <a:xfrm>
              <a:off x="3846" y="121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5</a:t>
              </a:r>
            </a:p>
          </p:txBody>
        </p:sp>
      </p:grpSp>
      <p:grpSp>
        <p:nvGrpSpPr>
          <p:cNvPr id="408691" name="Group 115"/>
          <p:cNvGrpSpPr>
            <a:grpSpLocks/>
          </p:cNvGrpSpPr>
          <p:nvPr/>
        </p:nvGrpSpPr>
        <p:grpSpPr bwMode="auto">
          <a:xfrm>
            <a:off x="6205538" y="3929063"/>
            <a:ext cx="2038350" cy="338137"/>
            <a:chOff x="3909" y="2475"/>
            <a:chExt cx="1284" cy="213"/>
          </a:xfrm>
        </p:grpSpPr>
        <p:sp>
          <p:nvSpPr>
            <p:cNvPr id="408692" name="Line 116"/>
            <p:cNvSpPr>
              <a:spLocks noChangeShapeType="1"/>
            </p:cNvSpPr>
            <p:nvPr/>
          </p:nvSpPr>
          <p:spPr bwMode="auto">
            <a:xfrm>
              <a:off x="3909" y="2499"/>
              <a:ext cx="0" cy="1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93" name="Line 117"/>
            <p:cNvSpPr>
              <a:spLocks noChangeShapeType="1"/>
            </p:cNvSpPr>
            <p:nvPr/>
          </p:nvSpPr>
          <p:spPr bwMode="auto">
            <a:xfrm>
              <a:off x="5193" y="2475"/>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94" name="Line 118"/>
            <p:cNvSpPr>
              <a:spLocks noChangeShapeType="1"/>
            </p:cNvSpPr>
            <p:nvPr/>
          </p:nvSpPr>
          <p:spPr bwMode="auto">
            <a:xfrm flipH="1">
              <a:off x="3936" y="2592"/>
              <a:ext cx="52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95" name="Line 119"/>
            <p:cNvSpPr>
              <a:spLocks noChangeShapeType="1"/>
            </p:cNvSpPr>
            <p:nvPr/>
          </p:nvSpPr>
          <p:spPr bwMode="auto">
            <a:xfrm>
              <a:off x="4704" y="2592"/>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08696" name="Text Box 120"/>
            <p:cNvSpPr txBox="1">
              <a:spLocks noChangeArrowheads="1"/>
            </p:cNvSpPr>
            <p:nvPr/>
          </p:nvSpPr>
          <p:spPr bwMode="auto">
            <a:xfrm>
              <a:off x="4512" y="2496"/>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a:latin typeface="Times New Roman" charset="0"/>
                </a:rPr>
                <a:t>L</a:t>
              </a:r>
            </a:p>
          </p:txBody>
        </p:sp>
      </p:grpSp>
      <p:grpSp>
        <p:nvGrpSpPr>
          <p:cNvPr id="408697" name="Group 121"/>
          <p:cNvGrpSpPr>
            <a:grpSpLocks/>
          </p:cNvGrpSpPr>
          <p:nvPr/>
        </p:nvGrpSpPr>
        <p:grpSpPr bwMode="auto">
          <a:xfrm>
            <a:off x="1790700" y="4724400"/>
            <a:ext cx="1333500" cy="1133475"/>
            <a:chOff x="1128" y="2976"/>
            <a:chExt cx="840" cy="714"/>
          </a:xfrm>
        </p:grpSpPr>
        <p:sp>
          <p:nvSpPr>
            <p:cNvPr id="408698" name="Oval 122"/>
            <p:cNvSpPr>
              <a:spLocks noChangeArrowheads="1"/>
            </p:cNvSpPr>
            <p:nvPr/>
          </p:nvSpPr>
          <p:spPr bwMode="auto">
            <a:xfrm>
              <a:off x="1128" y="3168"/>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699" name="Oval 123"/>
            <p:cNvSpPr>
              <a:spLocks noChangeArrowheads="1"/>
            </p:cNvSpPr>
            <p:nvPr/>
          </p:nvSpPr>
          <p:spPr bwMode="auto">
            <a:xfrm>
              <a:off x="1128" y="345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08700" name="Group 124"/>
            <p:cNvGrpSpPr>
              <a:grpSpLocks/>
            </p:cNvGrpSpPr>
            <p:nvPr/>
          </p:nvGrpSpPr>
          <p:grpSpPr bwMode="auto">
            <a:xfrm>
              <a:off x="1719" y="2976"/>
              <a:ext cx="249" cy="714"/>
              <a:chOff x="1719" y="2976"/>
              <a:chExt cx="249" cy="714"/>
            </a:xfrm>
          </p:grpSpPr>
          <p:sp>
            <p:nvSpPr>
              <p:cNvPr id="408701" name="Oval 125"/>
              <p:cNvSpPr>
                <a:spLocks noChangeArrowheads="1"/>
              </p:cNvSpPr>
              <p:nvPr/>
            </p:nvSpPr>
            <p:spPr bwMode="auto">
              <a:xfrm>
                <a:off x="1728" y="2976"/>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02" name="Oval 126"/>
              <p:cNvSpPr>
                <a:spLocks noChangeArrowheads="1"/>
              </p:cNvSpPr>
              <p:nvPr/>
            </p:nvSpPr>
            <p:spPr bwMode="auto">
              <a:xfrm>
                <a:off x="1920" y="331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03" name="Oval 127"/>
              <p:cNvSpPr>
                <a:spLocks noChangeArrowheads="1"/>
              </p:cNvSpPr>
              <p:nvPr/>
            </p:nvSpPr>
            <p:spPr bwMode="auto">
              <a:xfrm>
                <a:off x="1719" y="3642"/>
                <a:ext cx="48" cy="4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grpSp>
      <p:graphicFrame>
        <p:nvGraphicFramePr>
          <p:cNvPr id="408704" name="Object 128"/>
          <p:cNvGraphicFramePr>
            <a:graphicFrameLocks noChangeAspect="1"/>
          </p:cNvGraphicFramePr>
          <p:nvPr/>
        </p:nvGraphicFramePr>
        <p:xfrm>
          <a:off x="1828800" y="1939925"/>
          <a:ext cx="1255713" cy="1855788"/>
        </p:xfrm>
        <a:graphic>
          <a:graphicData uri="http://schemas.openxmlformats.org/presentationml/2006/ole">
            <mc:AlternateContent xmlns:mc="http://schemas.openxmlformats.org/markup-compatibility/2006">
              <mc:Choice xmlns:v="urn:schemas-microsoft-com:vml" Requires="v">
                <p:oleObj spid="_x0000_s5340" name="CorelDRAW" r:id="rId4" imgW="1256040" imgH="1780200" progId="CorelDRAW.Graphic.11">
                  <p:embed/>
                </p:oleObj>
              </mc:Choice>
              <mc:Fallback>
                <p:oleObj name="CorelDRAW" r:id="rId4" imgW="1256040" imgH="1780200" progId="CorelDRAW.Graphic.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1939925"/>
                        <a:ext cx="1255713" cy="18557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aphicFrame>
        <p:nvGraphicFramePr>
          <p:cNvPr id="408705" name="Object 129"/>
          <p:cNvGraphicFramePr>
            <a:graphicFrameLocks noChangeAspect="1"/>
          </p:cNvGraphicFramePr>
          <p:nvPr/>
        </p:nvGraphicFramePr>
        <p:xfrm>
          <a:off x="1676400" y="4476750"/>
          <a:ext cx="1409700" cy="1600200"/>
        </p:xfrm>
        <a:graphic>
          <a:graphicData uri="http://schemas.openxmlformats.org/presentationml/2006/ole">
            <mc:AlternateContent xmlns:mc="http://schemas.openxmlformats.org/markup-compatibility/2006">
              <mc:Choice xmlns:v="urn:schemas-microsoft-com:vml" Requires="v">
                <p:oleObj spid="_x0000_s5341" name="CorelDRAW" r:id="rId6" imgW="1409760" imgH="1600920" progId="CorelDRAW.Graphic.11">
                  <p:embed/>
                </p:oleObj>
              </mc:Choice>
              <mc:Fallback>
                <p:oleObj name="CorelDRAW" r:id="rId6" imgW="1409760" imgH="1600920" progId="CorelDRAW.Graphic.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4476750"/>
                        <a:ext cx="1409700" cy="160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grpSp>
        <p:nvGrpSpPr>
          <p:cNvPr id="408706" name="Group 130"/>
          <p:cNvGrpSpPr>
            <a:grpSpLocks/>
          </p:cNvGrpSpPr>
          <p:nvPr/>
        </p:nvGrpSpPr>
        <p:grpSpPr bwMode="auto">
          <a:xfrm>
            <a:off x="1590675" y="4316413"/>
            <a:ext cx="1476375" cy="1939925"/>
            <a:chOff x="1002" y="2719"/>
            <a:chExt cx="930" cy="1222"/>
          </a:xfrm>
        </p:grpSpPr>
        <p:sp>
          <p:nvSpPr>
            <p:cNvPr id="408707" name="Text Box 131"/>
            <p:cNvSpPr txBox="1">
              <a:spLocks noChangeArrowheads="1"/>
            </p:cNvSpPr>
            <p:nvPr/>
          </p:nvSpPr>
          <p:spPr bwMode="auto">
            <a:xfrm>
              <a:off x="1002" y="3379"/>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1</a:t>
              </a:r>
            </a:p>
          </p:txBody>
        </p:sp>
        <p:sp>
          <p:nvSpPr>
            <p:cNvPr id="408708" name="Text Box 132"/>
            <p:cNvSpPr txBox="1">
              <a:spLocks noChangeArrowheads="1"/>
            </p:cNvSpPr>
            <p:nvPr/>
          </p:nvSpPr>
          <p:spPr bwMode="auto">
            <a:xfrm>
              <a:off x="1134" y="3787"/>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2</a:t>
              </a:r>
            </a:p>
          </p:txBody>
        </p:sp>
        <p:sp>
          <p:nvSpPr>
            <p:cNvPr id="408709" name="Text Box 133"/>
            <p:cNvSpPr txBox="1">
              <a:spLocks noChangeArrowheads="1"/>
            </p:cNvSpPr>
            <p:nvPr/>
          </p:nvSpPr>
          <p:spPr bwMode="auto">
            <a:xfrm>
              <a:off x="1584" y="3679"/>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3</a:t>
              </a:r>
            </a:p>
          </p:txBody>
        </p:sp>
        <p:sp>
          <p:nvSpPr>
            <p:cNvPr id="408710" name="Text Box 134"/>
            <p:cNvSpPr txBox="1">
              <a:spLocks noChangeArrowheads="1"/>
            </p:cNvSpPr>
            <p:nvPr/>
          </p:nvSpPr>
          <p:spPr bwMode="auto">
            <a:xfrm>
              <a:off x="1776" y="3247"/>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4</a:t>
              </a:r>
            </a:p>
          </p:txBody>
        </p:sp>
        <p:sp>
          <p:nvSpPr>
            <p:cNvPr id="408711" name="Text Box 135"/>
            <p:cNvSpPr txBox="1">
              <a:spLocks noChangeArrowheads="1"/>
            </p:cNvSpPr>
            <p:nvPr/>
          </p:nvSpPr>
          <p:spPr bwMode="auto">
            <a:xfrm>
              <a:off x="1632" y="2863"/>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5</a:t>
              </a:r>
            </a:p>
          </p:txBody>
        </p:sp>
        <p:sp>
          <p:nvSpPr>
            <p:cNvPr id="408712" name="Text Box 136"/>
            <p:cNvSpPr txBox="1">
              <a:spLocks noChangeArrowheads="1"/>
            </p:cNvSpPr>
            <p:nvPr/>
          </p:nvSpPr>
          <p:spPr bwMode="auto">
            <a:xfrm>
              <a:off x="1296" y="2719"/>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6</a:t>
              </a:r>
            </a:p>
          </p:txBody>
        </p:sp>
        <p:sp>
          <p:nvSpPr>
            <p:cNvPr id="408713" name="Text Box 137"/>
            <p:cNvSpPr txBox="1">
              <a:spLocks noChangeArrowheads="1"/>
            </p:cNvSpPr>
            <p:nvPr/>
          </p:nvSpPr>
          <p:spPr bwMode="auto">
            <a:xfrm>
              <a:off x="1008" y="3163"/>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7</a:t>
              </a:r>
            </a:p>
          </p:txBody>
        </p:sp>
      </p:grpSp>
      <p:grpSp>
        <p:nvGrpSpPr>
          <p:cNvPr id="408714" name="Group 138"/>
          <p:cNvGrpSpPr>
            <a:grpSpLocks/>
          </p:cNvGrpSpPr>
          <p:nvPr/>
        </p:nvGrpSpPr>
        <p:grpSpPr bwMode="auto">
          <a:xfrm>
            <a:off x="1809750" y="2497138"/>
            <a:ext cx="1385888" cy="1225550"/>
            <a:chOff x="1140" y="1573"/>
            <a:chExt cx="873" cy="772"/>
          </a:xfrm>
        </p:grpSpPr>
        <p:sp>
          <p:nvSpPr>
            <p:cNvPr id="408715" name="Text Box 139"/>
            <p:cNvSpPr txBox="1">
              <a:spLocks noChangeArrowheads="1"/>
            </p:cNvSpPr>
            <p:nvPr/>
          </p:nvSpPr>
          <p:spPr bwMode="auto">
            <a:xfrm>
              <a:off x="1140" y="1573"/>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1’</a:t>
              </a:r>
            </a:p>
          </p:txBody>
        </p:sp>
        <p:sp>
          <p:nvSpPr>
            <p:cNvPr id="408716" name="Text Box 140"/>
            <p:cNvSpPr txBox="1">
              <a:spLocks noChangeArrowheads="1"/>
            </p:cNvSpPr>
            <p:nvPr/>
          </p:nvSpPr>
          <p:spPr bwMode="auto">
            <a:xfrm>
              <a:off x="1278" y="1987"/>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2’</a:t>
              </a:r>
            </a:p>
          </p:txBody>
        </p:sp>
        <p:sp>
          <p:nvSpPr>
            <p:cNvPr id="408717" name="Text Box 141"/>
            <p:cNvSpPr txBox="1">
              <a:spLocks noChangeArrowheads="1"/>
            </p:cNvSpPr>
            <p:nvPr/>
          </p:nvSpPr>
          <p:spPr bwMode="auto">
            <a:xfrm>
              <a:off x="1584" y="219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3’</a:t>
              </a:r>
            </a:p>
          </p:txBody>
        </p:sp>
        <p:sp>
          <p:nvSpPr>
            <p:cNvPr id="408718" name="Text Box 142"/>
            <p:cNvSpPr txBox="1">
              <a:spLocks noChangeArrowheads="1"/>
            </p:cNvSpPr>
            <p:nvPr/>
          </p:nvSpPr>
          <p:spPr bwMode="auto">
            <a:xfrm>
              <a:off x="1830" y="219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4’</a:t>
              </a:r>
            </a:p>
          </p:txBody>
        </p:sp>
        <p:sp>
          <p:nvSpPr>
            <p:cNvPr id="408719" name="Text Box 143"/>
            <p:cNvSpPr txBox="1">
              <a:spLocks noChangeArrowheads="1"/>
            </p:cNvSpPr>
            <p:nvPr/>
          </p:nvSpPr>
          <p:spPr bwMode="auto">
            <a:xfrm>
              <a:off x="1668" y="2173"/>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5’</a:t>
              </a:r>
            </a:p>
          </p:txBody>
        </p:sp>
        <p:sp>
          <p:nvSpPr>
            <p:cNvPr id="408720" name="Text Box 144"/>
            <p:cNvSpPr txBox="1">
              <a:spLocks noChangeArrowheads="1"/>
            </p:cNvSpPr>
            <p:nvPr/>
          </p:nvSpPr>
          <p:spPr bwMode="auto">
            <a:xfrm>
              <a:off x="1212" y="1915"/>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6’</a:t>
              </a:r>
            </a:p>
          </p:txBody>
        </p:sp>
        <p:sp>
          <p:nvSpPr>
            <p:cNvPr id="408721" name="Text Box 145"/>
            <p:cNvSpPr txBox="1">
              <a:spLocks noChangeArrowheads="1"/>
            </p:cNvSpPr>
            <p:nvPr/>
          </p:nvSpPr>
          <p:spPr bwMode="auto">
            <a:xfrm>
              <a:off x="1140" y="1663"/>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7’</a:t>
              </a:r>
            </a:p>
          </p:txBody>
        </p:sp>
      </p:grpSp>
      <p:grpSp>
        <p:nvGrpSpPr>
          <p:cNvPr id="408722" name="Group 146"/>
          <p:cNvGrpSpPr>
            <a:grpSpLocks/>
          </p:cNvGrpSpPr>
          <p:nvPr/>
        </p:nvGrpSpPr>
        <p:grpSpPr bwMode="auto">
          <a:xfrm>
            <a:off x="228603" y="152400"/>
            <a:ext cx="6324600" cy="1066800"/>
            <a:chOff x="144" y="96"/>
            <a:chExt cx="3984" cy="672"/>
          </a:xfrm>
        </p:grpSpPr>
        <p:sp>
          <p:nvSpPr>
            <p:cNvPr id="408723" name="AutoShape 147"/>
            <p:cNvSpPr>
              <a:spLocks noChangeArrowheads="1"/>
            </p:cNvSpPr>
            <p:nvPr/>
          </p:nvSpPr>
          <p:spPr bwMode="auto">
            <a:xfrm>
              <a:off x="144" y="96"/>
              <a:ext cx="3984" cy="672"/>
            </a:xfrm>
            <a:prstGeom prst="wedgeRoundRectCallout">
              <a:avLst>
                <a:gd name="adj1" fmla="val -1282"/>
                <a:gd name="adj2" fmla="val 76787"/>
                <a:gd name="adj3" fmla="val 16667"/>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Times New Roman" charset="0"/>
              </a:endParaRPr>
            </a:p>
          </p:txBody>
        </p:sp>
        <p:sp>
          <p:nvSpPr>
            <p:cNvPr id="408724" name="Text Box 148"/>
            <p:cNvSpPr txBox="1">
              <a:spLocks noChangeArrowheads="1"/>
            </p:cNvSpPr>
            <p:nvPr/>
          </p:nvSpPr>
          <p:spPr bwMode="auto">
            <a:xfrm>
              <a:off x="206" y="196"/>
              <a:ext cx="3880" cy="46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400" b="1" dirty="0"/>
                <a:t>Problem 6:  </a:t>
              </a:r>
              <a:r>
                <a:rPr lang="en-US" altLang="en-US" sz="1400" b="0" dirty="0"/>
                <a:t>Draw a semicircle 0f 100 mm diameter and inscribe in it a largest</a:t>
              </a:r>
            </a:p>
            <a:p>
              <a:pPr eaLnBrk="1" hangingPunct="1"/>
              <a:r>
                <a:rPr lang="en-US" altLang="en-US" sz="1400" b="0" dirty="0"/>
                <a:t> circle</a:t>
              </a:r>
              <a:r>
                <a:rPr lang="en-US" altLang="en-US" sz="1400" b="0" dirty="0" smtClean="0"/>
                <a:t>. If </a:t>
              </a:r>
              <a:r>
                <a:rPr lang="en-US" altLang="en-US" sz="1400" b="0" dirty="0"/>
                <a:t>the semicircle is development of a cone and inscribed circle is some</a:t>
              </a:r>
            </a:p>
            <a:p>
              <a:pPr eaLnBrk="1" hangingPunct="1"/>
              <a:r>
                <a:rPr lang="en-US" altLang="en-US" sz="1400" b="0" dirty="0"/>
                <a:t> curve on it, then draw the projections of  cone showing that curve.</a:t>
              </a:r>
            </a:p>
          </p:txBody>
        </p:sp>
      </p:grpSp>
      <p:grpSp>
        <p:nvGrpSpPr>
          <p:cNvPr id="408725" name="Group 149"/>
          <p:cNvGrpSpPr>
            <a:grpSpLocks/>
          </p:cNvGrpSpPr>
          <p:nvPr/>
        </p:nvGrpSpPr>
        <p:grpSpPr bwMode="auto">
          <a:xfrm>
            <a:off x="3338398" y="4266473"/>
            <a:ext cx="5805488" cy="2532638"/>
            <a:chOff x="2050" y="2688"/>
            <a:chExt cx="3657" cy="1524"/>
          </a:xfrm>
        </p:grpSpPr>
        <p:sp>
          <p:nvSpPr>
            <p:cNvPr id="408726" name="Rectangle 150"/>
            <p:cNvSpPr>
              <a:spLocks noChangeArrowheads="1"/>
            </p:cNvSpPr>
            <p:nvPr/>
          </p:nvSpPr>
          <p:spPr bwMode="auto">
            <a:xfrm>
              <a:off x="2112" y="2688"/>
              <a:ext cx="3595" cy="146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27" name="Text Box 151"/>
            <p:cNvSpPr txBox="1">
              <a:spLocks noChangeArrowheads="1"/>
            </p:cNvSpPr>
            <p:nvPr/>
          </p:nvSpPr>
          <p:spPr bwMode="auto">
            <a:xfrm>
              <a:off x="2050" y="2712"/>
              <a:ext cx="3657" cy="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sz="1300" dirty="0">
                  <a:solidFill>
                    <a:srgbClr val="CC0000"/>
                  </a:solidFill>
                  <a:effectLst>
                    <a:outerShdw blurRad="38100" dist="38100" dir="2700000" algn="tl">
                      <a:srgbClr val="C0C0C0"/>
                    </a:outerShdw>
                  </a:effectLst>
                  <a:latin typeface="Arial" charset="0"/>
                </a:rPr>
                <a:t>Solution Steps:</a:t>
              </a:r>
              <a:r>
                <a:rPr lang="en-US" altLang="en-US" sz="1300" b="0" dirty="0">
                  <a:effectLst>
                    <a:outerShdw blurRad="38100" dist="38100" dir="2700000" algn="tl">
                      <a:srgbClr val="C0C0C0"/>
                    </a:outerShdw>
                  </a:effectLst>
                  <a:latin typeface="Arial" charset="0"/>
                </a:rPr>
                <a:t>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Draw semicircle of given diameter, divide it in 8 Parts and inscribe in </a:t>
              </a:r>
              <a:r>
                <a:rPr lang="en-US" altLang="en-US" sz="1300" b="0" dirty="0" smtClean="0">
                  <a:effectLst>
                    <a:outerShdw blurRad="38100" dist="38100" dir="2700000" algn="tl">
                      <a:srgbClr val="C0C0C0"/>
                    </a:outerShdw>
                  </a:effectLst>
                  <a:latin typeface="Arial" charset="0"/>
                </a:rPr>
                <a:t>it a </a:t>
              </a:r>
              <a:r>
                <a:rPr lang="en-US" altLang="en-US" sz="1300" b="0" dirty="0">
                  <a:effectLst>
                    <a:outerShdw blurRad="38100" dist="38100" dir="2700000" algn="tl">
                      <a:srgbClr val="C0C0C0"/>
                    </a:outerShdw>
                  </a:effectLst>
                  <a:latin typeface="Arial" charset="0"/>
                </a:rPr>
                <a:t>largest circle as </a:t>
              </a:r>
              <a:r>
                <a:rPr lang="en-US" altLang="en-US" sz="1300" b="0" dirty="0" smtClean="0">
                  <a:effectLst>
                    <a:outerShdw blurRad="38100" dist="38100" dir="2700000" algn="tl">
                      <a:srgbClr val="C0C0C0"/>
                    </a:outerShdw>
                  </a:effectLst>
                  <a:latin typeface="Arial" charset="0"/>
                </a:rPr>
                <a:t>shown.</a:t>
              </a:r>
            </a:p>
            <a:p>
              <a:pPr marL="285750" indent="-285750" eaLnBrk="1" hangingPunct="1">
                <a:buFont typeface="Arial" panose="020B0604020202020204" pitchFamily="34" charset="0"/>
                <a:buChar char="•"/>
              </a:pPr>
              <a:r>
                <a:rPr lang="en-US" altLang="en-US" sz="1300" b="0" dirty="0" smtClean="0">
                  <a:effectLst>
                    <a:outerShdw blurRad="38100" dist="38100" dir="2700000" algn="tl">
                      <a:srgbClr val="C0C0C0"/>
                    </a:outerShdw>
                  </a:effectLst>
                  <a:latin typeface="Arial" charset="0"/>
                </a:rPr>
                <a:t>Name </a:t>
              </a:r>
              <a:r>
                <a:rPr lang="en-US" altLang="en-US" sz="1300" b="0" dirty="0">
                  <a:effectLst>
                    <a:outerShdw blurRad="38100" dist="38100" dir="2700000" algn="tl">
                      <a:srgbClr val="C0C0C0"/>
                    </a:outerShdw>
                  </a:effectLst>
                  <a:latin typeface="Arial" charset="0"/>
                </a:rPr>
                <a:t>intersecting points 1, 2, 3 </a:t>
              </a:r>
              <a:r>
                <a:rPr lang="en-US" altLang="en-US" sz="1300" b="0" dirty="0" smtClean="0">
                  <a:effectLst>
                    <a:outerShdw blurRad="38100" dist="38100" dir="2700000" algn="tl">
                      <a:srgbClr val="C0C0C0"/>
                    </a:outerShdw>
                  </a:effectLst>
                  <a:latin typeface="Arial" charset="0"/>
                </a:rPr>
                <a:t>etc.</a:t>
              </a:r>
            </a:p>
            <a:p>
              <a:pPr marL="285750" indent="-285750" eaLnBrk="1" hangingPunct="1">
                <a:buFont typeface="Arial" panose="020B0604020202020204" pitchFamily="34" charset="0"/>
                <a:buChar char="•"/>
              </a:pPr>
              <a:r>
                <a:rPr lang="en-US" altLang="en-US" sz="1300" b="0" dirty="0" smtClean="0">
                  <a:effectLst>
                    <a:outerShdw blurRad="38100" dist="38100" dir="2700000" algn="tl">
                      <a:srgbClr val="C0C0C0"/>
                    </a:outerShdw>
                  </a:effectLst>
                  <a:latin typeface="Arial" charset="0"/>
                </a:rPr>
                <a:t>Semicircle </a:t>
              </a:r>
              <a:r>
                <a:rPr lang="en-US" altLang="en-US" sz="1300" b="0" dirty="0">
                  <a:effectLst>
                    <a:outerShdw blurRad="38100" dist="38100" dir="2700000" algn="tl">
                      <a:srgbClr val="C0C0C0"/>
                    </a:outerShdw>
                  </a:effectLst>
                  <a:latin typeface="Arial" charset="0"/>
                </a:rPr>
                <a:t>being dev</a:t>
              </a:r>
              <a:r>
                <a:rPr lang="en-US" altLang="en-US" sz="1300" b="0" dirty="0" smtClean="0">
                  <a:effectLst>
                    <a:outerShdw blurRad="38100" dist="38100" dir="2700000" algn="tl">
                      <a:srgbClr val="C0C0C0"/>
                    </a:outerShdw>
                  </a:effectLst>
                  <a:latin typeface="Arial" charset="0"/>
                </a:rPr>
                <a:t>. of </a:t>
              </a:r>
              <a:r>
                <a:rPr lang="en-US" altLang="en-US" sz="1300" b="0" dirty="0">
                  <a:effectLst>
                    <a:outerShdw blurRad="38100" dist="38100" dir="2700000" algn="tl">
                      <a:srgbClr val="C0C0C0"/>
                    </a:outerShdw>
                  </a:effectLst>
                  <a:latin typeface="Arial" charset="0"/>
                </a:rPr>
                <a:t>a cone it’s radius is slant height of cone.( L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Then using above formula find R of base of </a:t>
              </a:r>
              <a:r>
                <a:rPr lang="en-US" altLang="en-US" sz="1300" b="0" dirty="0" smtClean="0">
                  <a:effectLst>
                    <a:outerShdw blurRad="38100" dist="38100" dir="2700000" algn="tl">
                      <a:srgbClr val="C0C0C0"/>
                    </a:outerShdw>
                  </a:effectLst>
                  <a:latin typeface="Arial" charset="0"/>
                </a:rPr>
                <a:t>cone.</a:t>
              </a:r>
            </a:p>
            <a:p>
              <a:pPr marL="285750" indent="-285750" eaLnBrk="1" hangingPunct="1">
                <a:buFont typeface="Arial" panose="020B0604020202020204" pitchFamily="34" charset="0"/>
                <a:buChar char="•"/>
              </a:pPr>
              <a:r>
                <a:rPr lang="en-US" altLang="en-US" sz="1300" b="0" dirty="0" smtClean="0">
                  <a:effectLst>
                    <a:outerShdw blurRad="38100" dist="38100" dir="2700000" algn="tl">
                      <a:srgbClr val="C0C0C0"/>
                    </a:outerShdw>
                  </a:effectLst>
                  <a:latin typeface="Arial" charset="0"/>
                </a:rPr>
                <a:t>Using </a:t>
              </a:r>
              <a:r>
                <a:rPr lang="en-US" altLang="en-US" sz="1300" b="0" dirty="0">
                  <a:effectLst>
                    <a:outerShdw blurRad="38100" dist="38100" dir="2700000" algn="tl">
                      <a:srgbClr val="C0C0C0"/>
                    </a:outerShdw>
                  </a:effectLst>
                  <a:latin typeface="Arial" charset="0"/>
                </a:rPr>
                <a:t>this data </a:t>
              </a:r>
              <a:r>
                <a:rPr lang="en-US" altLang="en-US" sz="1300" b="0" dirty="0" smtClean="0">
                  <a:effectLst>
                    <a:outerShdw blurRad="38100" dist="38100" dir="2700000" algn="tl">
                      <a:srgbClr val="C0C0C0"/>
                    </a:outerShdw>
                  </a:effectLst>
                  <a:latin typeface="Arial" charset="0"/>
                </a:rPr>
                <a:t>draw FV </a:t>
              </a:r>
              <a:r>
                <a:rPr lang="en-US" altLang="en-US" sz="1300" b="0" dirty="0">
                  <a:effectLst>
                    <a:outerShdw blurRad="38100" dist="38100" dir="2700000" algn="tl">
                      <a:srgbClr val="C0C0C0"/>
                    </a:outerShdw>
                  </a:effectLst>
                  <a:latin typeface="Arial" charset="0"/>
                </a:rPr>
                <a:t>&amp; </a:t>
              </a:r>
              <a:r>
                <a:rPr lang="en-US" altLang="en-US" sz="1300" b="0" dirty="0" smtClean="0">
                  <a:effectLst>
                    <a:outerShdw blurRad="38100" dist="38100" dir="2700000" algn="tl">
                      <a:srgbClr val="C0C0C0"/>
                    </a:outerShdw>
                  </a:effectLst>
                  <a:latin typeface="Arial" charset="0"/>
                </a:rPr>
                <a:t>TV </a:t>
              </a:r>
              <a:r>
                <a:rPr lang="en-US" altLang="en-US" sz="1300" b="0" dirty="0">
                  <a:effectLst>
                    <a:outerShdw blurRad="38100" dist="38100" dir="2700000" algn="tl">
                      <a:srgbClr val="C0C0C0"/>
                    </a:outerShdw>
                  </a:effectLst>
                  <a:latin typeface="Arial" charset="0"/>
                </a:rPr>
                <a:t>of cone and form 8 generators and name. </a:t>
              </a:r>
            </a:p>
            <a:p>
              <a:pPr marL="285750" indent="-285750" eaLnBrk="1" hangingPunct="1">
                <a:buFont typeface="Arial" panose="020B0604020202020204" pitchFamily="34" charset="0"/>
                <a:buChar char="•"/>
              </a:pPr>
              <a:r>
                <a:rPr lang="en-US" altLang="en-US" sz="1300" b="0" dirty="0">
                  <a:effectLst>
                    <a:outerShdw blurRad="38100" dist="38100" dir="2700000" algn="tl">
                      <a:srgbClr val="C0C0C0"/>
                    </a:outerShdw>
                  </a:effectLst>
                  <a:latin typeface="Arial" charset="0"/>
                </a:rPr>
                <a:t>Take o -1 distance from </a:t>
              </a:r>
              <a:r>
                <a:rPr lang="en-US" altLang="en-US" sz="1300" b="0" dirty="0" err="1">
                  <a:effectLst>
                    <a:outerShdw blurRad="38100" dist="38100" dir="2700000" algn="tl">
                      <a:srgbClr val="C0C0C0"/>
                    </a:outerShdw>
                  </a:effectLst>
                  <a:latin typeface="Arial" charset="0"/>
                </a:rPr>
                <a:t>dev.,mark</a:t>
              </a:r>
              <a:r>
                <a:rPr lang="en-US" altLang="en-US" sz="1300" b="0" dirty="0">
                  <a:effectLst>
                    <a:outerShdw blurRad="38100" dist="38100" dir="2700000" algn="tl">
                      <a:srgbClr val="C0C0C0"/>
                    </a:outerShdw>
                  </a:effectLst>
                  <a:latin typeface="Arial" charset="0"/>
                </a:rPr>
                <a:t> on TL i.e</a:t>
              </a:r>
              <a:r>
                <a:rPr lang="en-US" altLang="en-US" sz="1300" b="0" dirty="0" smtClean="0">
                  <a:effectLst>
                    <a:outerShdw blurRad="38100" dist="38100" dir="2700000" algn="tl">
                      <a:srgbClr val="C0C0C0"/>
                    </a:outerShdw>
                  </a:effectLst>
                  <a:latin typeface="Arial" charset="0"/>
                </a:rPr>
                <a:t>. </a:t>
              </a:r>
              <a:r>
                <a:rPr lang="en-US" altLang="en-US" sz="1300" b="0" dirty="0" err="1" smtClean="0">
                  <a:effectLst>
                    <a:outerShdw blurRad="38100" dist="38100" dir="2700000" algn="tl">
                      <a:srgbClr val="C0C0C0"/>
                    </a:outerShdw>
                  </a:effectLst>
                  <a:latin typeface="Arial" charset="0"/>
                </a:rPr>
                <a:t>o’a</a:t>
              </a:r>
              <a:r>
                <a:rPr lang="en-US" altLang="en-US" sz="1300" b="0" dirty="0">
                  <a:effectLst>
                    <a:outerShdw blurRad="38100" dist="38100" dir="2700000" algn="tl">
                      <a:srgbClr val="C0C0C0"/>
                    </a:outerShdw>
                  </a:effectLst>
                  <a:latin typeface="Arial" charset="0"/>
                </a:rPr>
                <a:t>’ on </a:t>
              </a:r>
              <a:r>
                <a:rPr lang="en-US" altLang="en-US" sz="1300" b="0" dirty="0" smtClean="0">
                  <a:effectLst>
                    <a:outerShdw blurRad="38100" dist="38100" dir="2700000" algn="tl">
                      <a:srgbClr val="C0C0C0"/>
                    </a:outerShdw>
                  </a:effectLst>
                  <a:latin typeface="Arial" charset="0"/>
                </a:rPr>
                <a:t>FV </a:t>
              </a:r>
              <a:r>
                <a:rPr lang="en-US" altLang="en-US" sz="1300" b="0" dirty="0">
                  <a:effectLst>
                    <a:outerShdw blurRad="38100" dist="38100" dir="2700000" algn="tl">
                      <a:srgbClr val="C0C0C0"/>
                    </a:outerShdw>
                  </a:effectLst>
                  <a:latin typeface="Arial" charset="0"/>
                </a:rPr>
                <a:t>&amp; bring on </a:t>
              </a:r>
              <a:r>
                <a:rPr lang="en-US" altLang="en-US" sz="1300" b="0" dirty="0" err="1" smtClean="0">
                  <a:effectLst>
                    <a:outerShdw blurRad="38100" dist="38100" dir="2700000" algn="tl">
                      <a:srgbClr val="C0C0C0"/>
                    </a:outerShdw>
                  </a:effectLst>
                  <a:latin typeface="Arial" charset="0"/>
                </a:rPr>
                <a:t>o’b</a:t>
              </a:r>
              <a:r>
                <a:rPr lang="en-US" altLang="en-US" sz="1300" b="0" dirty="0" smtClean="0">
                  <a:effectLst>
                    <a:outerShdw blurRad="38100" dist="38100" dir="2700000" algn="tl">
                      <a:srgbClr val="C0C0C0"/>
                    </a:outerShdw>
                  </a:effectLst>
                  <a:latin typeface="Arial" charset="0"/>
                </a:rPr>
                <a:t>’ and </a:t>
              </a:r>
              <a:r>
                <a:rPr lang="en-US" altLang="en-US" sz="1300" b="0" dirty="0">
                  <a:effectLst>
                    <a:outerShdw blurRad="38100" dist="38100" dir="2700000" algn="tl">
                      <a:srgbClr val="C0C0C0"/>
                    </a:outerShdw>
                  </a:effectLst>
                  <a:latin typeface="Arial" charset="0"/>
                </a:rPr>
                <a:t>name 1’ </a:t>
              </a:r>
              <a:endParaRPr lang="en-US" altLang="en-US" sz="1300" b="0" dirty="0" smtClean="0">
                <a:effectLst>
                  <a:outerShdw blurRad="38100" dist="38100" dir="2700000" algn="tl">
                    <a:srgbClr val="C0C0C0"/>
                  </a:outerShdw>
                </a:effectLst>
                <a:latin typeface="Arial" charset="0"/>
              </a:endParaRPr>
            </a:p>
            <a:p>
              <a:pPr marL="285750" indent="-285750" eaLnBrk="1" hangingPunct="1">
                <a:buFont typeface="Arial" panose="020B0604020202020204" pitchFamily="34" charset="0"/>
                <a:buChar char="•"/>
              </a:pPr>
              <a:r>
                <a:rPr lang="en-US" altLang="en-US" sz="1300" b="0" dirty="0" smtClean="0">
                  <a:effectLst>
                    <a:outerShdw blurRad="38100" dist="38100" dir="2700000" algn="tl">
                      <a:srgbClr val="C0C0C0"/>
                    </a:outerShdw>
                  </a:effectLst>
                  <a:latin typeface="Arial" charset="0"/>
                </a:rPr>
                <a:t>Similarly </a:t>
              </a:r>
              <a:r>
                <a:rPr lang="en-US" altLang="en-US" sz="1300" b="0" dirty="0">
                  <a:effectLst>
                    <a:outerShdw blurRad="38100" dist="38100" dir="2700000" algn="tl">
                      <a:srgbClr val="C0C0C0"/>
                    </a:outerShdw>
                  </a:effectLst>
                  <a:latin typeface="Arial" charset="0"/>
                </a:rPr>
                <a:t>locate all points on </a:t>
              </a:r>
              <a:r>
                <a:rPr lang="en-US" altLang="en-US" sz="1300" b="0" dirty="0" smtClean="0">
                  <a:effectLst>
                    <a:outerShdw blurRad="38100" dist="38100" dir="2700000" algn="tl">
                      <a:srgbClr val="C0C0C0"/>
                    </a:outerShdw>
                  </a:effectLst>
                  <a:latin typeface="Arial" charset="0"/>
                </a:rPr>
                <a:t>FV.</a:t>
              </a:r>
            </a:p>
            <a:p>
              <a:pPr marL="285750" indent="-285750" eaLnBrk="1" hangingPunct="1">
                <a:buFont typeface="Arial" panose="020B0604020202020204" pitchFamily="34" charset="0"/>
                <a:buChar char="•"/>
              </a:pPr>
              <a:r>
                <a:rPr lang="en-US" altLang="en-US" sz="1300" b="0" dirty="0" smtClean="0">
                  <a:effectLst>
                    <a:outerShdw blurRad="38100" dist="38100" dir="2700000" algn="tl">
                      <a:srgbClr val="C0C0C0"/>
                    </a:outerShdw>
                  </a:effectLst>
                  <a:latin typeface="Arial" charset="0"/>
                </a:rPr>
                <a:t>Then </a:t>
              </a:r>
              <a:r>
                <a:rPr lang="en-US" altLang="en-US" sz="1300" b="0" dirty="0">
                  <a:effectLst>
                    <a:outerShdw blurRad="38100" dist="38100" dir="2700000" algn="tl">
                      <a:srgbClr val="C0C0C0"/>
                    </a:outerShdw>
                  </a:effectLst>
                  <a:latin typeface="Arial" charset="0"/>
                </a:rPr>
                <a:t>project all on </a:t>
              </a:r>
              <a:r>
                <a:rPr lang="en-US" altLang="en-US" sz="1300" b="0" dirty="0" smtClean="0">
                  <a:effectLst>
                    <a:outerShdw blurRad="38100" dist="38100" dir="2700000" algn="tl">
                      <a:srgbClr val="C0C0C0"/>
                    </a:outerShdw>
                  </a:effectLst>
                  <a:latin typeface="Arial" charset="0"/>
                </a:rPr>
                <a:t>TV on </a:t>
              </a:r>
              <a:r>
                <a:rPr lang="en-US" altLang="en-US" sz="1300" b="0" dirty="0">
                  <a:effectLst>
                    <a:outerShdw blurRad="38100" dist="38100" dir="2700000" algn="tl">
                      <a:srgbClr val="C0C0C0"/>
                    </a:outerShdw>
                  </a:effectLst>
                  <a:latin typeface="Arial" charset="0"/>
                </a:rPr>
                <a:t>respective generators and join by smooth curve. </a:t>
              </a:r>
            </a:p>
          </p:txBody>
        </p:sp>
      </p:grpSp>
      <p:grpSp>
        <p:nvGrpSpPr>
          <p:cNvPr id="408728" name="Group 152"/>
          <p:cNvGrpSpPr>
            <a:grpSpLocks/>
          </p:cNvGrpSpPr>
          <p:nvPr/>
        </p:nvGrpSpPr>
        <p:grpSpPr bwMode="auto">
          <a:xfrm>
            <a:off x="762000" y="1828800"/>
            <a:ext cx="1295400" cy="1981200"/>
            <a:chOff x="480" y="1152"/>
            <a:chExt cx="816" cy="1248"/>
          </a:xfrm>
        </p:grpSpPr>
        <p:sp>
          <p:nvSpPr>
            <p:cNvPr id="408729" name="Line 153"/>
            <p:cNvSpPr>
              <a:spLocks noChangeShapeType="1"/>
            </p:cNvSpPr>
            <p:nvPr/>
          </p:nvSpPr>
          <p:spPr bwMode="auto">
            <a:xfrm flipH="1" flipV="1">
              <a:off x="480" y="2256"/>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30" name="Line 154"/>
            <p:cNvSpPr>
              <a:spLocks noChangeShapeType="1"/>
            </p:cNvSpPr>
            <p:nvPr/>
          </p:nvSpPr>
          <p:spPr bwMode="auto">
            <a:xfrm flipH="1" flipV="1">
              <a:off x="1104" y="1152"/>
              <a:ext cx="192"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31" name="Line 155"/>
            <p:cNvSpPr>
              <a:spLocks noChangeShapeType="1"/>
            </p:cNvSpPr>
            <p:nvPr/>
          </p:nvSpPr>
          <p:spPr bwMode="auto">
            <a:xfrm flipH="1">
              <a:off x="480" y="1152"/>
              <a:ext cx="701" cy="1152"/>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32" name="Text Box 156"/>
            <p:cNvSpPr txBox="1">
              <a:spLocks noChangeArrowheads="1"/>
            </p:cNvSpPr>
            <p:nvPr/>
          </p:nvSpPr>
          <p:spPr bwMode="auto">
            <a:xfrm rot="2115342">
              <a:off x="672" y="1632"/>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effectLst>
                    <a:outerShdw blurRad="38100" dist="38100" dir="2700000" algn="tl">
                      <a:srgbClr val="C0C0C0"/>
                    </a:outerShdw>
                  </a:effectLst>
                  <a:latin typeface="Arial" charset="0"/>
                </a:rPr>
                <a:t>L</a:t>
              </a:r>
            </a:p>
          </p:txBody>
        </p:sp>
      </p:grpSp>
      <p:grpSp>
        <p:nvGrpSpPr>
          <p:cNvPr id="408733" name="Group 157"/>
          <p:cNvGrpSpPr>
            <a:grpSpLocks/>
          </p:cNvGrpSpPr>
          <p:nvPr/>
        </p:nvGrpSpPr>
        <p:grpSpPr bwMode="auto">
          <a:xfrm>
            <a:off x="6629400" y="19050"/>
            <a:ext cx="2514600" cy="1219200"/>
            <a:chOff x="4176" y="12"/>
            <a:chExt cx="1584" cy="768"/>
          </a:xfrm>
        </p:grpSpPr>
        <p:sp>
          <p:nvSpPr>
            <p:cNvPr id="408734" name="Oval 158"/>
            <p:cNvSpPr>
              <a:spLocks noChangeArrowheads="1"/>
            </p:cNvSpPr>
            <p:nvPr/>
          </p:nvSpPr>
          <p:spPr bwMode="auto">
            <a:xfrm>
              <a:off x="4176" y="12"/>
              <a:ext cx="1584" cy="768"/>
            </a:xfrm>
            <a:prstGeom prst="ellipse">
              <a:avLst/>
            </a:prstGeom>
            <a:solidFill>
              <a:srgbClr val="CCECFF"/>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08735" name="Text Box 159"/>
            <p:cNvSpPr txBox="1">
              <a:spLocks noChangeArrowheads="1"/>
            </p:cNvSpPr>
            <p:nvPr/>
          </p:nvSpPr>
          <p:spPr bwMode="auto">
            <a:xfrm>
              <a:off x="4229" y="175"/>
              <a:ext cx="1451"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dirty="0">
                  <a:effectLst>
                    <a:outerShdw blurRad="38100" dist="38100" dir="2700000" algn="tl">
                      <a:srgbClr val="C0C0C0"/>
                    </a:outerShdw>
                  </a:effectLst>
                  <a:latin typeface="Arial" charset="0"/>
                </a:rPr>
                <a:t>TO DRAW PRINCIPAL</a:t>
              </a:r>
            </a:p>
            <a:p>
              <a:pPr algn="ctr" eaLnBrk="1" hangingPunct="1"/>
              <a:r>
                <a:rPr lang="en-US" altLang="en-US" dirty="0">
                  <a:effectLst>
                    <a:outerShdw blurRad="38100" dist="38100" dir="2700000" algn="tl">
                      <a:srgbClr val="C0C0C0"/>
                    </a:outerShdw>
                  </a:effectLst>
                  <a:latin typeface="Arial" charset="0"/>
                </a:rPr>
                <a:t>VIEWS FROM GIVEN</a:t>
              </a:r>
            </a:p>
            <a:p>
              <a:pPr algn="ctr" eaLnBrk="1" hangingPunct="1"/>
              <a:r>
                <a:rPr lang="en-US" altLang="en-US" dirty="0">
                  <a:effectLst>
                    <a:outerShdw blurRad="38100" dist="38100" dir="2700000" algn="tl">
                      <a:srgbClr val="C0C0C0"/>
                    </a:outerShdw>
                  </a:effectLst>
                  <a:latin typeface="Arial" charset="0"/>
                </a:rPr>
                <a:t>DEVELOPMENT.</a:t>
              </a:r>
            </a:p>
          </p:txBody>
        </p:sp>
      </p:grpSp>
      <p:sp>
        <p:nvSpPr>
          <p:cNvPr id="408736" name="Line 160"/>
          <p:cNvSpPr>
            <a:spLocks noChangeShapeType="1"/>
          </p:cNvSpPr>
          <p:nvPr/>
        </p:nvSpPr>
        <p:spPr bwMode="auto">
          <a:xfrm>
            <a:off x="1524000" y="25908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AEBC7655-2615-AA44-8FE7-266DD8FC28E3}" type="datetime1">
              <a:rPr lang="en-IN" smtClean="0">
                <a:solidFill>
                  <a:srgbClr val="00B050"/>
                </a:solidFill>
              </a:rPr>
              <a:t>06-10-2023</a:t>
            </a:fld>
            <a:endParaRPr lang="en-IN" dirty="0">
              <a:solidFill>
                <a:srgbClr val="00B050"/>
              </a:solidFill>
            </a:endParaRPr>
          </a:p>
        </p:txBody>
      </p:sp>
      <p:sp>
        <p:nvSpPr>
          <p:cNvPr id="3" name="Footer Placeholder 2"/>
          <p:cNvSpPr>
            <a:spLocks noGrp="1"/>
          </p:cNvSpPr>
          <p:nvPr>
            <p:ph type="ftr" sz="quarter" idx="11"/>
          </p:nvPr>
        </p:nvSpPr>
        <p:spPr>
          <a:xfrm>
            <a:off x="3124200" y="6550313"/>
            <a:ext cx="2895600" cy="365125"/>
          </a:xfrm>
        </p:spPr>
        <p:txBody>
          <a:bodyPr/>
          <a:lstStyle/>
          <a:p>
            <a:r>
              <a:rPr lang="en-IN" dirty="0">
                <a:solidFill>
                  <a:srgbClr val="00B050"/>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srgbClr val="00B050"/>
                </a:solidFill>
              </a:rPr>
              <a:pPr/>
              <a:t>26</a:t>
            </a:fld>
            <a:endParaRPr lang="en-IN" dirty="0">
              <a:solidFill>
                <a:srgbClr val="00B050"/>
              </a:solidFill>
            </a:endParaRPr>
          </a:p>
        </p:txBody>
      </p:sp>
    </p:spTree>
    <p:extLst>
      <p:ext uri="{BB962C8B-B14F-4D97-AF65-F5344CB8AC3E}">
        <p14:creationId xmlns:p14="http://schemas.microsoft.com/office/powerpoint/2010/main" val="15340656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9" presetClass="entr" presetSubtype="10" fill="hold" nodeType="afterEffect">
                                  <p:stCondLst>
                                    <p:cond delay="0"/>
                                  </p:stCondLst>
                                  <p:childTnLst>
                                    <p:set>
                                      <p:cBhvr>
                                        <p:cTn id="6" dur="1" fill="hold">
                                          <p:stCondLst>
                                            <p:cond delay="0"/>
                                          </p:stCondLst>
                                        </p:cTn>
                                        <p:tgtEl>
                                          <p:spTgt spid="408733"/>
                                        </p:tgtEl>
                                        <p:attrNameLst>
                                          <p:attrName>style.visibility</p:attrName>
                                        </p:attrNameLst>
                                      </p:cBhvr>
                                      <p:to>
                                        <p:strVal val="visible"/>
                                      </p:to>
                                    </p:set>
                                    <p:anim calcmode="lin" valueType="num">
                                      <p:cBhvr>
                                        <p:cTn id="7" dur="5000" fill="hold"/>
                                        <p:tgtEl>
                                          <p:spTgt spid="408733"/>
                                        </p:tgtEl>
                                        <p:attrNameLst>
                                          <p:attrName>ppt_w</p:attrName>
                                        </p:attrNameLst>
                                      </p:cBhvr>
                                      <p:tavLst>
                                        <p:tav tm="0" fmla="#ppt_w*sin(2.5*pi*$)">
                                          <p:val>
                                            <p:fltVal val="0"/>
                                          </p:val>
                                        </p:tav>
                                        <p:tav tm="100000">
                                          <p:val>
                                            <p:fltVal val="1"/>
                                          </p:val>
                                        </p:tav>
                                      </p:tavLst>
                                    </p:anim>
                                    <p:anim calcmode="lin" valueType="num">
                                      <p:cBhvr>
                                        <p:cTn id="8" dur="5000" fill="hold"/>
                                        <p:tgtEl>
                                          <p:spTgt spid="408733"/>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8725"/>
                                        </p:tgtEl>
                                        <p:attrNameLst>
                                          <p:attrName>style.visibility</p:attrName>
                                        </p:attrNameLst>
                                      </p:cBhvr>
                                      <p:to>
                                        <p:strVal val="visible"/>
                                      </p:to>
                                    </p:set>
                                    <p:anim calcmode="lin" valueType="num">
                                      <p:cBhvr additive="base">
                                        <p:cTn id="13" dur="500" fill="hold"/>
                                        <p:tgtEl>
                                          <p:spTgt spid="408725"/>
                                        </p:tgtEl>
                                        <p:attrNameLst>
                                          <p:attrName>ppt_x</p:attrName>
                                        </p:attrNameLst>
                                      </p:cBhvr>
                                      <p:tavLst>
                                        <p:tav tm="0">
                                          <p:val>
                                            <p:strVal val="#ppt_x"/>
                                          </p:val>
                                        </p:tav>
                                        <p:tav tm="100000">
                                          <p:val>
                                            <p:strVal val="#ppt_x"/>
                                          </p:val>
                                        </p:tav>
                                      </p:tavLst>
                                    </p:anim>
                                    <p:anim calcmode="lin" valueType="num">
                                      <p:cBhvr additive="base">
                                        <p:cTn id="14" dur="500" fill="hold"/>
                                        <p:tgtEl>
                                          <p:spTgt spid="40872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8" presetClass="entr" presetSubtype="6" fill="hold" nodeType="clickEffect">
                                  <p:stCondLst>
                                    <p:cond delay="0"/>
                                  </p:stCondLst>
                                  <p:childTnLst>
                                    <p:set>
                                      <p:cBhvr>
                                        <p:cTn id="18" dur="1" fill="hold">
                                          <p:stCondLst>
                                            <p:cond delay="0"/>
                                          </p:stCondLst>
                                        </p:cTn>
                                        <p:tgtEl>
                                          <p:spTgt spid="408637"/>
                                        </p:tgtEl>
                                        <p:attrNameLst>
                                          <p:attrName>style.visibility</p:attrName>
                                        </p:attrNameLst>
                                      </p:cBhvr>
                                      <p:to>
                                        <p:strVal val="visible"/>
                                      </p:to>
                                    </p:set>
                                    <p:animEffect transition="in" filter="strips(downRight)">
                                      <p:cBhvr>
                                        <p:cTn id="19" dur="500"/>
                                        <p:tgtEl>
                                          <p:spTgt spid="40863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408636"/>
                                        </p:tgtEl>
                                        <p:attrNameLst>
                                          <p:attrName>style.visibility</p:attrName>
                                        </p:attrNameLst>
                                      </p:cBhvr>
                                      <p:to>
                                        <p:strVal val="visible"/>
                                      </p:to>
                                    </p:set>
                                    <p:anim calcmode="lin" valueType="num">
                                      <p:cBhvr>
                                        <p:cTn id="24" dur="500" fill="hold"/>
                                        <p:tgtEl>
                                          <p:spTgt spid="408636"/>
                                        </p:tgtEl>
                                        <p:attrNameLst>
                                          <p:attrName>ppt_w</p:attrName>
                                        </p:attrNameLst>
                                      </p:cBhvr>
                                      <p:tavLst>
                                        <p:tav tm="0">
                                          <p:val>
                                            <p:fltVal val="0"/>
                                          </p:val>
                                        </p:tav>
                                        <p:tav tm="100000">
                                          <p:val>
                                            <p:strVal val="#ppt_w"/>
                                          </p:val>
                                        </p:tav>
                                      </p:tavLst>
                                    </p:anim>
                                    <p:anim calcmode="lin" valueType="num">
                                      <p:cBhvr>
                                        <p:cTn id="25" dur="500" fill="hold"/>
                                        <p:tgtEl>
                                          <p:spTgt spid="408636"/>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408640"/>
                                        </p:tgtEl>
                                        <p:attrNameLst>
                                          <p:attrName>style.visibility</p:attrName>
                                        </p:attrNameLst>
                                      </p:cBhvr>
                                      <p:to>
                                        <p:strVal val="visible"/>
                                      </p:to>
                                    </p:set>
                                    <p:anim calcmode="lin" valueType="num">
                                      <p:cBhvr>
                                        <p:cTn id="30" dur="500" fill="hold"/>
                                        <p:tgtEl>
                                          <p:spTgt spid="408640"/>
                                        </p:tgtEl>
                                        <p:attrNameLst>
                                          <p:attrName>ppt_w</p:attrName>
                                        </p:attrNameLst>
                                      </p:cBhvr>
                                      <p:tavLst>
                                        <p:tav tm="0">
                                          <p:val>
                                            <p:fltVal val="0"/>
                                          </p:val>
                                        </p:tav>
                                        <p:tav tm="100000">
                                          <p:val>
                                            <p:strVal val="#ppt_w"/>
                                          </p:val>
                                        </p:tav>
                                      </p:tavLst>
                                    </p:anim>
                                    <p:anim calcmode="lin" valueType="num">
                                      <p:cBhvr>
                                        <p:cTn id="31" dur="500" fill="hold"/>
                                        <p:tgtEl>
                                          <p:spTgt spid="408640"/>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6" fill="hold" nodeType="clickEffect">
                                  <p:stCondLst>
                                    <p:cond delay="0"/>
                                  </p:stCondLst>
                                  <p:childTnLst>
                                    <p:set>
                                      <p:cBhvr>
                                        <p:cTn id="35" dur="1" fill="hold">
                                          <p:stCondLst>
                                            <p:cond delay="0"/>
                                          </p:stCondLst>
                                        </p:cTn>
                                        <p:tgtEl>
                                          <p:spTgt spid="408671"/>
                                        </p:tgtEl>
                                        <p:attrNameLst>
                                          <p:attrName>style.visibility</p:attrName>
                                        </p:attrNameLst>
                                      </p:cBhvr>
                                      <p:to>
                                        <p:strVal val="visible"/>
                                      </p:to>
                                    </p:set>
                                    <p:animEffect transition="in" filter="strips(downRight)">
                                      <p:cBhvr>
                                        <p:cTn id="36" dur="500"/>
                                        <p:tgtEl>
                                          <p:spTgt spid="40867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nodeType="clickEffect">
                                  <p:stCondLst>
                                    <p:cond delay="0"/>
                                  </p:stCondLst>
                                  <p:childTnLst>
                                    <p:set>
                                      <p:cBhvr>
                                        <p:cTn id="40" dur="1" fill="hold">
                                          <p:stCondLst>
                                            <p:cond delay="0"/>
                                          </p:stCondLst>
                                        </p:cTn>
                                        <p:tgtEl>
                                          <p:spTgt spid="408648"/>
                                        </p:tgtEl>
                                        <p:attrNameLst>
                                          <p:attrName>style.visibility</p:attrName>
                                        </p:attrNameLst>
                                      </p:cBhvr>
                                      <p:to>
                                        <p:strVal val="visible"/>
                                      </p:to>
                                    </p:set>
                                    <p:anim calcmode="lin" valueType="num">
                                      <p:cBhvr>
                                        <p:cTn id="41" dur="500" fill="hold"/>
                                        <p:tgtEl>
                                          <p:spTgt spid="408648"/>
                                        </p:tgtEl>
                                        <p:attrNameLst>
                                          <p:attrName>ppt_w</p:attrName>
                                        </p:attrNameLst>
                                      </p:cBhvr>
                                      <p:tavLst>
                                        <p:tav tm="0">
                                          <p:val>
                                            <p:fltVal val="0"/>
                                          </p:val>
                                        </p:tav>
                                        <p:tav tm="100000">
                                          <p:val>
                                            <p:strVal val="#ppt_w"/>
                                          </p:val>
                                        </p:tav>
                                      </p:tavLst>
                                    </p:anim>
                                    <p:anim calcmode="lin" valueType="num">
                                      <p:cBhvr>
                                        <p:cTn id="42" dur="500" fill="hold"/>
                                        <p:tgtEl>
                                          <p:spTgt spid="408648"/>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nodeType="clickEffect">
                                  <p:stCondLst>
                                    <p:cond delay="0"/>
                                  </p:stCondLst>
                                  <p:childTnLst>
                                    <p:set>
                                      <p:cBhvr>
                                        <p:cTn id="46" dur="1" fill="hold">
                                          <p:stCondLst>
                                            <p:cond delay="0"/>
                                          </p:stCondLst>
                                        </p:cTn>
                                        <p:tgtEl>
                                          <p:spTgt spid="408683"/>
                                        </p:tgtEl>
                                        <p:attrNameLst>
                                          <p:attrName>style.visibility</p:attrName>
                                        </p:attrNameLst>
                                      </p:cBhvr>
                                      <p:to>
                                        <p:strVal val="visible"/>
                                      </p:to>
                                    </p:set>
                                    <p:anim calcmode="lin" valueType="num">
                                      <p:cBhvr>
                                        <p:cTn id="47" dur="500" fill="hold"/>
                                        <p:tgtEl>
                                          <p:spTgt spid="408683"/>
                                        </p:tgtEl>
                                        <p:attrNameLst>
                                          <p:attrName>ppt_w</p:attrName>
                                        </p:attrNameLst>
                                      </p:cBhvr>
                                      <p:tavLst>
                                        <p:tav tm="0">
                                          <p:val>
                                            <p:fltVal val="0"/>
                                          </p:val>
                                        </p:tav>
                                        <p:tav tm="100000">
                                          <p:val>
                                            <p:strVal val="#ppt_w"/>
                                          </p:val>
                                        </p:tav>
                                      </p:tavLst>
                                    </p:anim>
                                    <p:anim calcmode="lin" valueType="num">
                                      <p:cBhvr>
                                        <p:cTn id="48" dur="500" fill="hold"/>
                                        <p:tgtEl>
                                          <p:spTgt spid="408683"/>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8" presetClass="entr" presetSubtype="6" fill="hold" nodeType="clickEffect">
                                  <p:stCondLst>
                                    <p:cond delay="0"/>
                                  </p:stCondLst>
                                  <p:childTnLst>
                                    <p:set>
                                      <p:cBhvr>
                                        <p:cTn id="52" dur="1" fill="hold">
                                          <p:stCondLst>
                                            <p:cond delay="0"/>
                                          </p:stCondLst>
                                        </p:cTn>
                                        <p:tgtEl>
                                          <p:spTgt spid="408668"/>
                                        </p:tgtEl>
                                        <p:attrNameLst>
                                          <p:attrName>style.visibility</p:attrName>
                                        </p:attrNameLst>
                                      </p:cBhvr>
                                      <p:to>
                                        <p:strVal val="visible"/>
                                      </p:to>
                                    </p:set>
                                    <p:animEffect transition="in" filter="strips(downRight)">
                                      <p:cBhvr>
                                        <p:cTn id="53" dur="500"/>
                                        <p:tgtEl>
                                          <p:spTgt spid="40866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7" presetClass="entr" presetSubtype="8" fill="hold" nodeType="clickEffect">
                                  <p:stCondLst>
                                    <p:cond delay="0"/>
                                  </p:stCondLst>
                                  <p:childTnLst>
                                    <p:set>
                                      <p:cBhvr>
                                        <p:cTn id="57" dur="1" fill="hold">
                                          <p:stCondLst>
                                            <p:cond delay="0"/>
                                          </p:stCondLst>
                                        </p:cTn>
                                        <p:tgtEl>
                                          <p:spTgt spid="408657"/>
                                        </p:tgtEl>
                                        <p:attrNameLst>
                                          <p:attrName>style.visibility</p:attrName>
                                        </p:attrNameLst>
                                      </p:cBhvr>
                                      <p:to>
                                        <p:strVal val="visible"/>
                                      </p:to>
                                    </p:set>
                                    <p:anim calcmode="lin" valueType="num">
                                      <p:cBhvr>
                                        <p:cTn id="58" dur="500" fill="hold"/>
                                        <p:tgtEl>
                                          <p:spTgt spid="408657"/>
                                        </p:tgtEl>
                                        <p:attrNameLst>
                                          <p:attrName>ppt_x</p:attrName>
                                        </p:attrNameLst>
                                      </p:cBhvr>
                                      <p:tavLst>
                                        <p:tav tm="0">
                                          <p:val>
                                            <p:strVal val="#ppt_x-#ppt_w/2"/>
                                          </p:val>
                                        </p:tav>
                                        <p:tav tm="100000">
                                          <p:val>
                                            <p:strVal val="#ppt_x"/>
                                          </p:val>
                                        </p:tav>
                                      </p:tavLst>
                                    </p:anim>
                                    <p:anim calcmode="lin" valueType="num">
                                      <p:cBhvr>
                                        <p:cTn id="59" dur="500" fill="hold"/>
                                        <p:tgtEl>
                                          <p:spTgt spid="408657"/>
                                        </p:tgtEl>
                                        <p:attrNameLst>
                                          <p:attrName>ppt_y</p:attrName>
                                        </p:attrNameLst>
                                      </p:cBhvr>
                                      <p:tavLst>
                                        <p:tav tm="0">
                                          <p:val>
                                            <p:strVal val="#ppt_y"/>
                                          </p:val>
                                        </p:tav>
                                        <p:tav tm="100000">
                                          <p:val>
                                            <p:strVal val="#ppt_y"/>
                                          </p:val>
                                        </p:tav>
                                      </p:tavLst>
                                    </p:anim>
                                    <p:anim calcmode="lin" valueType="num">
                                      <p:cBhvr>
                                        <p:cTn id="60" dur="500" fill="hold"/>
                                        <p:tgtEl>
                                          <p:spTgt spid="408657"/>
                                        </p:tgtEl>
                                        <p:attrNameLst>
                                          <p:attrName>ppt_w</p:attrName>
                                        </p:attrNameLst>
                                      </p:cBhvr>
                                      <p:tavLst>
                                        <p:tav tm="0">
                                          <p:val>
                                            <p:fltVal val="0"/>
                                          </p:val>
                                        </p:tav>
                                        <p:tav tm="100000">
                                          <p:val>
                                            <p:strVal val="#ppt_w"/>
                                          </p:val>
                                        </p:tav>
                                      </p:tavLst>
                                    </p:anim>
                                    <p:anim calcmode="lin" valueType="num">
                                      <p:cBhvr>
                                        <p:cTn id="61" dur="500" fill="hold"/>
                                        <p:tgtEl>
                                          <p:spTgt spid="408657"/>
                                        </p:tgtEl>
                                        <p:attrNameLst>
                                          <p:attrName>ppt_h</p:attrName>
                                        </p:attrNameLst>
                                      </p:cBhvr>
                                      <p:tavLst>
                                        <p:tav tm="0">
                                          <p:val>
                                            <p:strVal val="#ppt_h"/>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17" presetClass="entr" presetSubtype="8" fill="hold" nodeType="clickEffect">
                                  <p:stCondLst>
                                    <p:cond delay="0"/>
                                  </p:stCondLst>
                                  <p:childTnLst>
                                    <p:set>
                                      <p:cBhvr>
                                        <p:cTn id="65" dur="1" fill="hold">
                                          <p:stCondLst>
                                            <p:cond delay="0"/>
                                          </p:stCondLst>
                                        </p:cTn>
                                        <p:tgtEl>
                                          <p:spTgt spid="408691"/>
                                        </p:tgtEl>
                                        <p:attrNameLst>
                                          <p:attrName>style.visibility</p:attrName>
                                        </p:attrNameLst>
                                      </p:cBhvr>
                                      <p:to>
                                        <p:strVal val="visible"/>
                                      </p:to>
                                    </p:set>
                                    <p:anim calcmode="lin" valueType="num">
                                      <p:cBhvr>
                                        <p:cTn id="66" dur="500" fill="hold"/>
                                        <p:tgtEl>
                                          <p:spTgt spid="408691"/>
                                        </p:tgtEl>
                                        <p:attrNameLst>
                                          <p:attrName>ppt_x</p:attrName>
                                        </p:attrNameLst>
                                      </p:cBhvr>
                                      <p:tavLst>
                                        <p:tav tm="0">
                                          <p:val>
                                            <p:strVal val="#ppt_x-#ppt_w/2"/>
                                          </p:val>
                                        </p:tav>
                                        <p:tav tm="100000">
                                          <p:val>
                                            <p:strVal val="#ppt_x"/>
                                          </p:val>
                                        </p:tav>
                                      </p:tavLst>
                                    </p:anim>
                                    <p:anim calcmode="lin" valueType="num">
                                      <p:cBhvr>
                                        <p:cTn id="67" dur="500" fill="hold"/>
                                        <p:tgtEl>
                                          <p:spTgt spid="408691"/>
                                        </p:tgtEl>
                                        <p:attrNameLst>
                                          <p:attrName>ppt_y</p:attrName>
                                        </p:attrNameLst>
                                      </p:cBhvr>
                                      <p:tavLst>
                                        <p:tav tm="0">
                                          <p:val>
                                            <p:strVal val="#ppt_y"/>
                                          </p:val>
                                        </p:tav>
                                        <p:tav tm="100000">
                                          <p:val>
                                            <p:strVal val="#ppt_y"/>
                                          </p:val>
                                        </p:tav>
                                      </p:tavLst>
                                    </p:anim>
                                    <p:anim calcmode="lin" valueType="num">
                                      <p:cBhvr>
                                        <p:cTn id="68" dur="500" fill="hold"/>
                                        <p:tgtEl>
                                          <p:spTgt spid="408691"/>
                                        </p:tgtEl>
                                        <p:attrNameLst>
                                          <p:attrName>ppt_w</p:attrName>
                                        </p:attrNameLst>
                                      </p:cBhvr>
                                      <p:tavLst>
                                        <p:tav tm="0">
                                          <p:val>
                                            <p:fltVal val="0"/>
                                          </p:val>
                                        </p:tav>
                                        <p:tav tm="100000">
                                          <p:val>
                                            <p:strVal val="#ppt_w"/>
                                          </p:val>
                                        </p:tav>
                                      </p:tavLst>
                                    </p:anim>
                                    <p:anim calcmode="lin" valueType="num">
                                      <p:cBhvr>
                                        <p:cTn id="69" dur="500" fill="hold"/>
                                        <p:tgtEl>
                                          <p:spTgt spid="408691"/>
                                        </p:tgtEl>
                                        <p:attrNameLst>
                                          <p:attrName>ppt_h</p:attrName>
                                        </p:attrNameLst>
                                      </p:cBhvr>
                                      <p:tavLst>
                                        <p:tav tm="0">
                                          <p:val>
                                            <p:strVal val="#ppt_h"/>
                                          </p:val>
                                        </p:tav>
                                        <p:tav tm="100000">
                                          <p:val>
                                            <p:strVal val="#ppt_h"/>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2" presetClass="entr" presetSubtype="8" fill="hold" nodeType="clickEffect">
                                  <p:stCondLst>
                                    <p:cond delay="0"/>
                                  </p:stCondLst>
                                  <p:childTnLst>
                                    <p:set>
                                      <p:cBhvr>
                                        <p:cTn id="73" dur="1" fill="hold">
                                          <p:stCondLst>
                                            <p:cond delay="0"/>
                                          </p:stCondLst>
                                        </p:cTn>
                                        <p:tgtEl>
                                          <p:spTgt spid="408632"/>
                                        </p:tgtEl>
                                        <p:attrNameLst>
                                          <p:attrName>style.visibility</p:attrName>
                                        </p:attrNameLst>
                                      </p:cBhvr>
                                      <p:to>
                                        <p:strVal val="visible"/>
                                      </p:to>
                                    </p:set>
                                    <p:anim calcmode="lin" valueType="num">
                                      <p:cBhvr additive="base">
                                        <p:cTn id="74" dur="500" fill="hold"/>
                                        <p:tgtEl>
                                          <p:spTgt spid="408632"/>
                                        </p:tgtEl>
                                        <p:attrNameLst>
                                          <p:attrName>ppt_x</p:attrName>
                                        </p:attrNameLst>
                                      </p:cBhvr>
                                      <p:tavLst>
                                        <p:tav tm="0">
                                          <p:val>
                                            <p:strVal val="0-#ppt_w/2"/>
                                          </p:val>
                                        </p:tav>
                                        <p:tav tm="100000">
                                          <p:val>
                                            <p:strVal val="#ppt_x"/>
                                          </p:val>
                                        </p:tav>
                                      </p:tavLst>
                                    </p:anim>
                                    <p:anim calcmode="lin" valueType="num">
                                      <p:cBhvr additive="base">
                                        <p:cTn id="75" dur="500" fill="hold"/>
                                        <p:tgtEl>
                                          <p:spTgt spid="408632"/>
                                        </p:tgtEl>
                                        <p:attrNameLst>
                                          <p:attrName>ppt_y</p:attrName>
                                        </p:attrNameLst>
                                      </p:cBhvr>
                                      <p:tavLst>
                                        <p:tav tm="0">
                                          <p:val>
                                            <p:strVal val="#ppt_y"/>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23" presetClass="entr" presetSubtype="16" fill="hold" grpId="0" nodeType="clickEffect">
                                  <p:stCondLst>
                                    <p:cond delay="0"/>
                                  </p:stCondLst>
                                  <p:childTnLst>
                                    <p:set>
                                      <p:cBhvr>
                                        <p:cTn id="79" dur="1" fill="hold">
                                          <p:stCondLst>
                                            <p:cond delay="0"/>
                                          </p:stCondLst>
                                        </p:cTn>
                                        <p:tgtEl>
                                          <p:spTgt spid="408578"/>
                                        </p:tgtEl>
                                        <p:attrNameLst>
                                          <p:attrName>style.visibility</p:attrName>
                                        </p:attrNameLst>
                                      </p:cBhvr>
                                      <p:to>
                                        <p:strVal val="visible"/>
                                      </p:to>
                                    </p:set>
                                    <p:anim calcmode="lin" valueType="num">
                                      <p:cBhvr>
                                        <p:cTn id="80" dur="500" fill="hold"/>
                                        <p:tgtEl>
                                          <p:spTgt spid="408578"/>
                                        </p:tgtEl>
                                        <p:attrNameLst>
                                          <p:attrName>ppt_w</p:attrName>
                                        </p:attrNameLst>
                                      </p:cBhvr>
                                      <p:tavLst>
                                        <p:tav tm="0">
                                          <p:val>
                                            <p:fltVal val="0"/>
                                          </p:val>
                                        </p:tav>
                                        <p:tav tm="100000">
                                          <p:val>
                                            <p:strVal val="#ppt_w"/>
                                          </p:val>
                                        </p:tav>
                                      </p:tavLst>
                                    </p:anim>
                                    <p:anim calcmode="lin" valueType="num">
                                      <p:cBhvr>
                                        <p:cTn id="81" dur="500" fill="hold"/>
                                        <p:tgtEl>
                                          <p:spTgt spid="408578"/>
                                        </p:tgtEl>
                                        <p:attrNameLst>
                                          <p:attrName>ppt_h</p:attrName>
                                        </p:attrNameLst>
                                      </p:cBhvr>
                                      <p:tavLst>
                                        <p:tav tm="0">
                                          <p:val>
                                            <p:fltVal val="0"/>
                                          </p:val>
                                        </p:tav>
                                        <p:tav tm="100000">
                                          <p:val>
                                            <p:strVal val="#ppt_h"/>
                                          </p:val>
                                        </p:tav>
                                      </p:tavLst>
                                    </p:anim>
                                  </p:childTnLst>
                                </p:cTn>
                              </p:par>
                            </p:childTnLst>
                          </p:cTn>
                        </p:par>
                      </p:childTnLst>
                    </p:cTn>
                  </p:par>
                  <p:par>
                    <p:cTn id="82" fill="hold" nodeType="clickPar">
                      <p:stCondLst>
                        <p:cond delay="indefinite"/>
                      </p:stCondLst>
                      <p:childTnLst>
                        <p:par>
                          <p:cTn id="83" fill="hold" nodeType="withGroup">
                            <p:stCondLst>
                              <p:cond delay="0"/>
                            </p:stCondLst>
                            <p:childTnLst>
                              <p:par>
                                <p:cTn id="84" presetID="23" presetClass="entr" presetSubtype="16" fill="hold" nodeType="clickEffect">
                                  <p:stCondLst>
                                    <p:cond delay="0"/>
                                  </p:stCondLst>
                                  <p:childTnLst>
                                    <p:set>
                                      <p:cBhvr>
                                        <p:cTn id="85" dur="1" fill="hold">
                                          <p:stCondLst>
                                            <p:cond delay="0"/>
                                          </p:stCondLst>
                                        </p:cTn>
                                        <p:tgtEl>
                                          <p:spTgt spid="408584"/>
                                        </p:tgtEl>
                                        <p:attrNameLst>
                                          <p:attrName>style.visibility</p:attrName>
                                        </p:attrNameLst>
                                      </p:cBhvr>
                                      <p:to>
                                        <p:strVal val="visible"/>
                                      </p:to>
                                    </p:set>
                                    <p:anim calcmode="lin" valueType="num">
                                      <p:cBhvr>
                                        <p:cTn id="86" dur="500" fill="hold"/>
                                        <p:tgtEl>
                                          <p:spTgt spid="408584"/>
                                        </p:tgtEl>
                                        <p:attrNameLst>
                                          <p:attrName>ppt_w</p:attrName>
                                        </p:attrNameLst>
                                      </p:cBhvr>
                                      <p:tavLst>
                                        <p:tav tm="0">
                                          <p:val>
                                            <p:fltVal val="0"/>
                                          </p:val>
                                        </p:tav>
                                        <p:tav tm="100000">
                                          <p:val>
                                            <p:strVal val="#ppt_w"/>
                                          </p:val>
                                        </p:tav>
                                      </p:tavLst>
                                    </p:anim>
                                    <p:anim calcmode="lin" valueType="num">
                                      <p:cBhvr>
                                        <p:cTn id="87" dur="500" fill="hold"/>
                                        <p:tgtEl>
                                          <p:spTgt spid="408584"/>
                                        </p:tgtEl>
                                        <p:attrNameLst>
                                          <p:attrName>ppt_h</p:attrName>
                                        </p:attrNameLst>
                                      </p:cBhvr>
                                      <p:tavLst>
                                        <p:tav tm="0">
                                          <p:val>
                                            <p:fltVal val="0"/>
                                          </p:val>
                                        </p:tav>
                                        <p:tav tm="100000">
                                          <p:val>
                                            <p:strVal val="#ppt_h"/>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3" presetClass="entr" presetSubtype="16" fill="hold" nodeType="clickEffect">
                                  <p:stCondLst>
                                    <p:cond delay="0"/>
                                  </p:stCondLst>
                                  <p:childTnLst>
                                    <p:set>
                                      <p:cBhvr>
                                        <p:cTn id="91" dur="1" fill="hold">
                                          <p:stCondLst>
                                            <p:cond delay="0"/>
                                          </p:stCondLst>
                                        </p:cTn>
                                        <p:tgtEl>
                                          <p:spTgt spid="408613"/>
                                        </p:tgtEl>
                                        <p:attrNameLst>
                                          <p:attrName>style.visibility</p:attrName>
                                        </p:attrNameLst>
                                      </p:cBhvr>
                                      <p:to>
                                        <p:strVal val="visible"/>
                                      </p:to>
                                    </p:set>
                                    <p:anim calcmode="lin" valueType="num">
                                      <p:cBhvr>
                                        <p:cTn id="92" dur="500" fill="hold"/>
                                        <p:tgtEl>
                                          <p:spTgt spid="408613"/>
                                        </p:tgtEl>
                                        <p:attrNameLst>
                                          <p:attrName>ppt_w</p:attrName>
                                        </p:attrNameLst>
                                      </p:cBhvr>
                                      <p:tavLst>
                                        <p:tav tm="0">
                                          <p:val>
                                            <p:fltVal val="0"/>
                                          </p:val>
                                        </p:tav>
                                        <p:tav tm="100000">
                                          <p:val>
                                            <p:strVal val="#ppt_w"/>
                                          </p:val>
                                        </p:tav>
                                      </p:tavLst>
                                    </p:anim>
                                    <p:anim calcmode="lin" valueType="num">
                                      <p:cBhvr>
                                        <p:cTn id="93" dur="500" fill="hold"/>
                                        <p:tgtEl>
                                          <p:spTgt spid="408613"/>
                                        </p:tgtEl>
                                        <p:attrNameLst>
                                          <p:attrName>ppt_h</p:attrName>
                                        </p:attrNameLst>
                                      </p:cBhvr>
                                      <p:tavLst>
                                        <p:tav tm="0">
                                          <p:val>
                                            <p:fltVal val="0"/>
                                          </p:val>
                                        </p:tav>
                                        <p:tav tm="100000">
                                          <p:val>
                                            <p:strVal val="#ppt_h"/>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17" presetClass="entr" presetSubtype="4" fill="hold" nodeType="clickEffect">
                                  <p:stCondLst>
                                    <p:cond delay="0"/>
                                  </p:stCondLst>
                                  <p:childTnLst>
                                    <p:set>
                                      <p:cBhvr>
                                        <p:cTn id="97" dur="1" fill="hold">
                                          <p:stCondLst>
                                            <p:cond delay="0"/>
                                          </p:stCondLst>
                                        </p:cTn>
                                        <p:tgtEl>
                                          <p:spTgt spid="408579"/>
                                        </p:tgtEl>
                                        <p:attrNameLst>
                                          <p:attrName>style.visibility</p:attrName>
                                        </p:attrNameLst>
                                      </p:cBhvr>
                                      <p:to>
                                        <p:strVal val="visible"/>
                                      </p:to>
                                    </p:set>
                                    <p:anim calcmode="lin" valueType="num">
                                      <p:cBhvr>
                                        <p:cTn id="98" dur="500" fill="hold"/>
                                        <p:tgtEl>
                                          <p:spTgt spid="408579"/>
                                        </p:tgtEl>
                                        <p:attrNameLst>
                                          <p:attrName>ppt_x</p:attrName>
                                        </p:attrNameLst>
                                      </p:cBhvr>
                                      <p:tavLst>
                                        <p:tav tm="0">
                                          <p:val>
                                            <p:strVal val="#ppt_x"/>
                                          </p:val>
                                        </p:tav>
                                        <p:tav tm="100000">
                                          <p:val>
                                            <p:strVal val="#ppt_x"/>
                                          </p:val>
                                        </p:tav>
                                      </p:tavLst>
                                    </p:anim>
                                    <p:anim calcmode="lin" valueType="num">
                                      <p:cBhvr>
                                        <p:cTn id="99" dur="500" fill="hold"/>
                                        <p:tgtEl>
                                          <p:spTgt spid="408579"/>
                                        </p:tgtEl>
                                        <p:attrNameLst>
                                          <p:attrName>ppt_y</p:attrName>
                                        </p:attrNameLst>
                                      </p:cBhvr>
                                      <p:tavLst>
                                        <p:tav tm="0">
                                          <p:val>
                                            <p:strVal val="#ppt_y+#ppt_h/2"/>
                                          </p:val>
                                        </p:tav>
                                        <p:tav tm="100000">
                                          <p:val>
                                            <p:strVal val="#ppt_y"/>
                                          </p:val>
                                        </p:tav>
                                      </p:tavLst>
                                    </p:anim>
                                    <p:anim calcmode="lin" valueType="num">
                                      <p:cBhvr>
                                        <p:cTn id="100" dur="500" fill="hold"/>
                                        <p:tgtEl>
                                          <p:spTgt spid="408579"/>
                                        </p:tgtEl>
                                        <p:attrNameLst>
                                          <p:attrName>ppt_w</p:attrName>
                                        </p:attrNameLst>
                                      </p:cBhvr>
                                      <p:tavLst>
                                        <p:tav tm="0">
                                          <p:val>
                                            <p:strVal val="#ppt_w"/>
                                          </p:val>
                                        </p:tav>
                                        <p:tav tm="100000">
                                          <p:val>
                                            <p:strVal val="#ppt_w"/>
                                          </p:val>
                                        </p:tav>
                                      </p:tavLst>
                                    </p:anim>
                                    <p:anim calcmode="lin" valueType="num">
                                      <p:cBhvr>
                                        <p:cTn id="101" dur="500" fill="hold"/>
                                        <p:tgtEl>
                                          <p:spTgt spid="408579"/>
                                        </p:tgtEl>
                                        <p:attrNameLst>
                                          <p:attrName>ppt_h</p:attrName>
                                        </p:attrNameLst>
                                      </p:cBhvr>
                                      <p:tavLst>
                                        <p:tav tm="0">
                                          <p:val>
                                            <p:fltVal val="0"/>
                                          </p:val>
                                        </p:tav>
                                        <p:tav tm="100000">
                                          <p:val>
                                            <p:strVal val="#ppt_h"/>
                                          </p:val>
                                        </p:tav>
                                      </p:tavLst>
                                    </p:anim>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7" presetClass="entr" presetSubtype="4" fill="hold" nodeType="clickEffect">
                                  <p:stCondLst>
                                    <p:cond delay="0"/>
                                  </p:stCondLst>
                                  <p:childTnLst>
                                    <p:set>
                                      <p:cBhvr>
                                        <p:cTn id="105" dur="1" fill="hold">
                                          <p:stCondLst>
                                            <p:cond delay="0"/>
                                          </p:stCondLst>
                                        </p:cTn>
                                        <p:tgtEl>
                                          <p:spTgt spid="408589"/>
                                        </p:tgtEl>
                                        <p:attrNameLst>
                                          <p:attrName>style.visibility</p:attrName>
                                        </p:attrNameLst>
                                      </p:cBhvr>
                                      <p:to>
                                        <p:strVal val="visible"/>
                                      </p:to>
                                    </p:set>
                                    <p:anim calcmode="lin" valueType="num">
                                      <p:cBhvr>
                                        <p:cTn id="106" dur="500" fill="hold"/>
                                        <p:tgtEl>
                                          <p:spTgt spid="408589"/>
                                        </p:tgtEl>
                                        <p:attrNameLst>
                                          <p:attrName>ppt_x</p:attrName>
                                        </p:attrNameLst>
                                      </p:cBhvr>
                                      <p:tavLst>
                                        <p:tav tm="0">
                                          <p:val>
                                            <p:strVal val="#ppt_x"/>
                                          </p:val>
                                        </p:tav>
                                        <p:tav tm="100000">
                                          <p:val>
                                            <p:strVal val="#ppt_x"/>
                                          </p:val>
                                        </p:tav>
                                      </p:tavLst>
                                    </p:anim>
                                    <p:anim calcmode="lin" valueType="num">
                                      <p:cBhvr>
                                        <p:cTn id="107" dur="500" fill="hold"/>
                                        <p:tgtEl>
                                          <p:spTgt spid="408589"/>
                                        </p:tgtEl>
                                        <p:attrNameLst>
                                          <p:attrName>ppt_y</p:attrName>
                                        </p:attrNameLst>
                                      </p:cBhvr>
                                      <p:tavLst>
                                        <p:tav tm="0">
                                          <p:val>
                                            <p:strVal val="#ppt_y+#ppt_h/2"/>
                                          </p:val>
                                        </p:tav>
                                        <p:tav tm="100000">
                                          <p:val>
                                            <p:strVal val="#ppt_y"/>
                                          </p:val>
                                        </p:tav>
                                      </p:tavLst>
                                    </p:anim>
                                    <p:anim calcmode="lin" valueType="num">
                                      <p:cBhvr>
                                        <p:cTn id="108" dur="500" fill="hold"/>
                                        <p:tgtEl>
                                          <p:spTgt spid="408589"/>
                                        </p:tgtEl>
                                        <p:attrNameLst>
                                          <p:attrName>ppt_w</p:attrName>
                                        </p:attrNameLst>
                                      </p:cBhvr>
                                      <p:tavLst>
                                        <p:tav tm="0">
                                          <p:val>
                                            <p:strVal val="#ppt_w"/>
                                          </p:val>
                                        </p:tav>
                                        <p:tav tm="100000">
                                          <p:val>
                                            <p:strVal val="#ppt_w"/>
                                          </p:val>
                                        </p:tav>
                                      </p:tavLst>
                                    </p:anim>
                                    <p:anim calcmode="lin" valueType="num">
                                      <p:cBhvr>
                                        <p:cTn id="109" dur="500" fill="hold"/>
                                        <p:tgtEl>
                                          <p:spTgt spid="408589"/>
                                        </p:tgtEl>
                                        <p:attrNameLst>
                                          <p:attrName>ppt_h</p:attrName>
                                        </p:attrNameLst>
                                      </p:cBhvr>
                                      <p:tavLst>
                                        <p:tav tm="0">
                                          <p:val>
                                            <p:fltVal val="0"/>
                                          </p:val>
                                        </p:tav>
                                        <p:tav tm="100000">
                                          <p:val>
                                            <p:strVal val="#ppt_h"/>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8" presetClass="entr" presetSubtype="3" fill="hold" nodeType="clickEffect">
                                  <p:stCondLst>
                                    <p:cond delay="0"/>
                                  </p:stCondLst>
                                  <p:childTnLst>
                                    <p:set>
                                      <p:cBhvr>
                                        <p:cTn id="113" dur="1" fill="hold">
                                          <p:stCondLst>
                                            <p:cond delay="0"/>
                                          </p:stCondLst>
                                        </p:cTn>
                                        <p:tgtEl>
                                          <p:spTgt spid="408728"/>
                                        </p:tgtEl>
                                        <p:attrNameLst>
                                          <p:attrName>style.visibility</p:attrName>
                                        </p:attrNameLst>
                                      </p:cBhvr>
                                      <p:to>
                                        <p:strVal val="visible"/>
                                      </p:to>
                                    </p:set>
                                    <p:animEffect transition="in" filter="strips(upRight)">
                                      <p:cBhvr>
                                        <p:cTn id="114" dur="500"/>
                                        <p:tgtEl>
                                          <p:spTgt spid="408728"/>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7" presetClass="entr" presetSubtype="8" fill="hold" nodeType="clickEffect">
                                  <p:stCondLst>
                                    <p:cond delay="0"/>
                                  </p:stCondLst>
                                  <p:childTnLst>
                                    <p:set>
                                      <p:cBhvr>
                                        <p:cTn id="118" dur="1" fill="hold">
                                          <p:stCondLst>
                                            <p:cond delay="0"/>
                                          </p:stCondLst>
                                        </p:cTn>
                                        <p:tgtEl>
                                          <p:spTgt spid="408625"/>
                                        </p:tgtEl>
                                        <p:attrNameLst>
                                          <p:attrName>style.visibility</p:attrName>
                                        </p:attrNameLst>
                                      </p:cBhvr>
                                      <p:to>
                                        <p:strVal val="visible"/>
                                      </p:to>
                                    </p:set>
                                    <p:anim calcmode="lin" valueType="num">
                                      <p:cBhvr>
                                        <p:cTn id="119" dur="500" fill="hold"/>
                                        <p:tgtEl>
                                          <p:spTgt spid="408625"/>
                                        </p:tgtEl>
                                        <p:attrNameLst>
                                          <p:attrName>ppt_x</p:attrName>
                                        </p:attrNameLst>
                                      </p:cBhvr>
                                      <p:tavLst>
                                        <p:tav tm="0">
                                          <p:val>
                                            <p:strVal val="#ppt_x-#ppt_w/2"/>
                                          </p:val>
                                        </p:tav>
                                        <p:tav tm="100000">
                                          <p:val>
                                            <p:strVal val="#ppt_x"/>
                                          </p:val>
                                        </p:tav>
                                      </p:tavLst>
                                    </p:anim>
                                    <p:anim calcmode="lin" valueType="num">
                                      <p:cBhvr>
                                        <p:cTn id="120" dur="500" fill="hold"/>
                                        <p:tgtEl>
                                          <p:spTgt spid="408625"/>
                                        </p:tgtEl>
                                        <p:attrNameLst>
                                          <p:attrName>ppt_y</p:attrName>
                                        </p:attrNameLst>
                                      </p:cBhvr>
                                      <p:tavLst>
                                        <p:tav tm="0">
                                          <p:val>
                                            <p:strVal val="#ppt_y"/>
                                          </p:val>
                                        </p:tav>
                                        <p:tav tm="100000">
                                          <p:val>
                                            <p:strVal val="#ppt_y"/>
                                          </p:val>
                                        </p:tav>
                                      </p:tavLst>
                                    </p:anim>
                                    <p:anim calcmode="lin" valueType="num">
                                      <p:cBhvr>
                                        <p:cTn id="121" dur="500" fill="hold"/>
                                        <p:tgtEl>
                                          <p:spTgt spid="408625"/>
                                        </p:tgtEl>
                                        <p:attrNameLst>
                                          <p:attrName>ppt_w</p:attrName>
                                        </p:attrNameLst>
                                      </p:cBhvr>
                                      <p:tavLst>
                                        <p:tav tm="0">
                                          <p:val>
                                            <p:fltVal val="0"/>
                                          </p:val>
                                        </p:tav>
                                        <p:tav tm="100000">
                                          <p:val>
                                            <p:strVal val="#ppt_w"/>
                                          </p:val>
                                        </p:tav>
                                      </p:tavLst>
                                    </p:anim>
                                    <p:anim calcmode="lin" valueType="num">
                                      <p:cBhvr>
                                        <p:cTn id="122" dur="500" fill="hold"/>
                                        <p:tgtEl>
                                          <p:spTgt spid="408625"/>
                                        </p:tgtEl>
                                        <p:attrNameLst>
                                          <p:attrName>ppt_h</p:attrName>
                                        </p:attrNameLst>
                                      </p:cBhvr>
                                      <p:tavLst>
                                        <p:tav tm="0">
                                          <p:val>
                                            <p:strVal val="#ppt_h"/>
                                          </p:val>
                                        </p:tav>
                                        <p:tav tm="100000">
                                          <p:val>
                                            <p:strVal val="#ppt_h"/>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1" fill="hold" grpId="0" nodeType="clickEffect">
                                  <p:stCondLst>
                                    <p:cond delay="0"/>
                                  </p:stCondLst>
                                  <p:childTnLst>
                                    <p:set>
                                      <p:cBhvr>
                                        <p:cTn id="126" dur="1" fill="hold">
                                          <p:stCondLst>
                                            <p:cond delay="0"/>
                                          </p:stCondLst>
                                        </p:cTn>
                                        <p:tgtEl>
                                          <p:spTgt spid="408595"/>
                                        </p:tgtEl>
                                        <p:attrNameLst>
                                          <p:attrName>style.visibility</p:attrName>
                                        </p:attrNameLst>
                                      </p:cBhvr>
                                      <p:to>
                                        <p:strVal val="visible"/>
                                      </p:to>
                                    </p:set>
                                    <p:anim calcmode="lin" valueType="num">
                                      <p:cBhvr additive="base">
                                        <p:cTn id="127" dur="500" fill="hold"/>
                                        <p:tgtEl>
                                          <p:spTgt spid="408595"/>
                                        </p:tgtEl>
                                        <p:attrNameLst>
                                          <p:attrName>ppt_x</p:attrName>
                                        </p:attrNameLst>
                                      </p:cBhvr>
                                      <p:tavLst>
                                        <p:tav tm="0">
                                          <p:val>
                                            <p:strVal val="#ppt_x"/>
                                          </p:val>
                                        </p:tav>
                                        <p:tav tm="100000">
                                          <p:val>
                                            <p:strVal val="#ppt_x"/>
                                          </p:val>
                                        </p:tav>
                                      </p:tavLst>
                                    </p:anim>
                                    <p:anim calcmode="lin" valueType="num">
                                      <p:cBhvr additive="base">
                                        <p:cTn id="128" dur="500" fill="hold"/>
                                        <p:tgtEl>
                                          <p:spTgt spid="408595"/>
                                        </p:tgtEl>
                                        <p:attrNameLst>
                                          <p:attrName>ppt_y</p:attrName>
                                        </p:attrNameLst>
                                      </p:cBhvr>
                                      <p:tavLst>
                                        <p:tav tm="0">
                                          <p:val>
                                            <p:strVal val="0-#ppt_h/2"/>
                                          </p:val>
                                        </p:tav>
                                        <p:tav tm="100000">
                                          <p:val>
                                            <p:strVal val="#ppt_y"/>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 presetClass="entr" presetSubtype="1" fill="hold" grpId="0" nodeType="clickEffect">
                                  <p:stCondLst>
                                    <p:cond delay="0"/>
                                  </p:stCondLst>
                                  <p:childTnLst>
                                    <p:set>
                                      <p:cBhvr>
                                        <p:cTn id="132" dur="1" fill="hold">
                                          <p:stCondLst>
                                            <p:cond delay="0"/>
                                          </p:stCondLst>
                                        </p:cTn>
                                        <p:tgtEl>
                                          <p:spTgt spid="408600"/>
                                        </p:tgtEl>
                                        <p:attrNameLst>
                                          <p:attrName>style.visibility</p:attrName>
                                        </p:attrNameLst>
                                      </p:cBhvr>
                                      <p:to>
                                        <p:strVal val="visible"/>
                                      </p:to>
                                    </p:set>
                                    <p:anim calcmode="lin" valueType="num">
                                      <p:cBhvr additive="base">
                                        <p:cTn id="133" dur="500" fill="hold"/>
                                        <p:tgtEl>
                                          <p:spTgt spid="408600"/>
                                        </p:tgtEl>
                                        <p:attrNameLst>
                                          <p:attrName>ppt_x</p:attrName>
                                        </p:attrNameLst>
                                      </p:cBhvr>
                                      <p:tavLst>
                                        <p:tav tm="0">
                                          <p:val>
                                            <p:strVal val="#ppt_x"/>
                                          </p:val>
                                        </p:tav>
                                        <p:tav tm="100000">
                                          <p:val>
                                            <p:strVal val="#ppt_x"/>
                                          </p:val>
                                        </p:tav>
                                      </p:tavLst>
                                    </p:anim>
                                    <p:anim calcmode="lin" valueType="num">
                                      <p:cBhvr additive="base">
                                        <p:cTn id="134" dur="500" fill="hold"/>
                                        <p:tgtEl>
                                          <p:spTgt spid="408600"/>
                                        </p:tgtEl>
                                        <p:attrNameLst>
                                          <p:attrName>ppt_y</p:attrName>
                                        </p:attrNameLst>
                                      </p:cBhvr>
                                      <p:tavLst>
                                        <p:tav tm="0">
                                          <p:val>
                                            <p:strVal val="0-#ppt_h/2"/>
                                          </p:val>
                                        </p:tav>
                                        <p:tav tm="100000">
                                          <p:val>
                                            <p:strVal val="#ppt_y"/>
                                          </p:val>
                                        </p:tav>
                                      </p:tavLst>
                                    </p:anim>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 presetClass="entr" presetSubtype="8" fill="hold" grpId="0" nodeType="clickEffect">
                                  <p:stCondLst>
                                    <p:cond delay="0"/>
                                  </p:stCondLst>
                                  <p:childTnLst>
                                    <p:set>
                                      <p:cBhvr>
                                        <p:cTn id="138" dur="1" fill="hold">
                                          <p:stCondLst>
                                            <p:cond delay="0"/>
                                          </p:stCondLst>
                                        </p:cTn>
                                        <p:tgtEl>
                                          <p:spTgt spid="408736"/>
                                        </p:tgtEl>
                                        <p:attrNameLst>
                                          <p:attrName>style.visibility</p:attrName>
                                        </p:attrNameLst>
                                      </p:cBhvr>
                                      <p:to>
                                        <p:strVal val="visible"/>
                                      </p:to>
                                    </p:set>
                                    <p:anim calcmode="lin" valueType="num">
                                      <p:cBhvr additive="base">
                                        <p:cTn id="139" dur="500" fill="hold"/>
                                        <p:tgtEl>
                                          <p:spTgt spid="408736"/>
                                        </p:tgtEl>
                                        <p:attrNameLst>
                                          <p:attrName>ppt_x</p:attrName>
                                        </p:attrNameLst>
                                      </p:cBhvr>
                                      <p:tavLst>
                                        <p:tav tm="0">
                                          <p:val>
                                            <p:strVal val="0-#ppt_w/2"/>
                                          </p:val>
                                        </p:tav>
                                        <p:tav tm="100000">
                                          <p:val>
                                            <p:strVal val="#ppt_x"/>
                                          </p:val>
                                        </p:tav>
                                      </p:tavLst>
                                    </p:anim>
                                    <p:anim calcmode="lin" valueType="num">
                                      <p:cBhvr additive="base">
                                        <p:cTn id="140" dur="500" fill="hold"/>
                                        <p:tgtEl>
                                          <p:spTgt spid="408736"/>
                                        </p:tgtEl>
                                        <p:attrNameLst>
                                          <p:attrName>ppt_y</p:attrName>
                                        </p:attrNameLst>
                                      </p:cBhvr>
                                      <p:tavLst>
                                        <p:tav tm="0">
                                          <p:val>
                                            <p:strVal val="#ppt_y"/>
                                          </p:val>
                                        </p:tav>
                                        <p:tav tm="100000">
                                          <p:val>
                                            <p:strVal val="#ppt_y"/>
                                          </p:val>
                                        </p:tav>
                                      </p:tavLst>
                                    </p:anim>
                                  </p:childTnLst>
                                </p:cTn>
                              </p:par>
                            </p:childTnLst>
                          </p:cTn>
                        </p:par>
                      </p:childTnLst>
                    </p:cTn>
                  </p:par>
                  <p:par>
                    <p:cTn id="141" fill="hold" nodeType="clickPar">
                      <p:stCondLst>
                        <p:cond delay="indefinite"/>
                      </p:stCondLst>
                      <p:childTnLst>
                        <p:par>
                          <p:cTn id="142" fill="hold" nodeType="withGroup">
                            <p:stCondLst>
                              <p:cond delay="0"/>
                            </p:stCondLst>
                            <p:childTnLst>
                              <p:par>
                                <p:cTn id="143" presetID="2" presetClass="entr" presetSubtype="1" fill="hold" grpId="0" nodeType="clickEffect">
                                  <p:stCondLst>
                                    <p:cond delay="0"/>
                                  </p:stCondLst>
                                  <p:childTnLst>
                                    <p:set>
                                      <p:cBhvr>
                                        <p:cTn id="144" dur="1" fill="hold">
                                          <p:stCondLst>
                                            <p:cond delay="0"/>
                                          </p:stCondLst>
                                        </p:cTn>
                                        <p:tgtEl>
                                          <p:spTgt spid="408596"/>
                                        </p:tgtEl>
                                        <p:attrNameLst>
                                          <p:attrName>style.visibility</p:attrName>
                                        </p:attrNameLst>
                                      </p:cBhvr>
                                      <p:to>
                                        <p:strVal val="visible"/>
                                      </p:to>
                                    </p:set>
                                    <p:anim calcmode="lin" valueType="num">
                                      <p:cBhvr additive="base">
                                        <p:cTn id="145" dur="500" fill="hold"/>
                                        <p:tgtEl>
                                          <p:spTgt spid="408596"/>
                                        </p:tgtEl>
                                        <p:attrNameLst>
                                          <p:attrName>ppt_x</p:attrName>
                                        </p:attrNameLst>
                                      </p:cBhvr>
                                      <p:tavLst>
                                        <p:tav tm="0">
                                          <p:val>
                                            <p:strVal val="#ppt_x"/>
                                          </p:val>
                                        </p:tav>
                                        <p:tav tm="100000">
                                          <p:val>
                                            <p:strVal val="#ppt_x"/>
                                          </p:val>
                                        </p:tav>
                                      </p:tavLst>
                                    </p:anim>
                                    <p:anim calcmode="lin" valueType="num">
                                      <p:cBhvr additive="base">
                                        <p:cTn id="146" dur="500" fill="hold"/>
                                        <p:tgtEl>
                                          <p:spTgt spid="408596"/>
                                        </p:tgtEl>
                                        <p:attrNameLst>
                                          <p:attrName>ppt_y</p:attrName>
                                        </p:attrNameLst>
                                      </p:cBhvr>
                                      <p:tavLst>
                                        <p:tav tm="0">
                                          <p:val>
                                            <p:strVal val="0-#ppt_h/2"/>
                                          </p:val>
                                        </p:tav>
                                        <p:tav tm="100000">
                                          <p:val>
                                            <p:strVal val="#ppt_y"/>
                                          </p:val>
                                        </p:tav>
                                      </p:tavLst>
                                    </p:anim>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 presetClass="entr" presetSubtype="1" fill="hold" grpId="0" nodeType="clickEffect">
                                  <p:stCondLst>
                                    <p:cond delay="0"/>
                                  </p:stCondLst>
                                  <p:childTnLst>
                                    <p:set>
                                      <p:cBhvr>
                                        <p:cTn id="150" dur="1" fill="hold">
                                          <p:stCondLst>
                                            <p:cond delay="0"/>
                                          </p:stCondLst>
                                        </p:cTn>
                                        <p:tgtEl>
                                          <p:spTgt spid="408597"/>
                                        </p:tgtEl>
                                        <p:attrNameLst>
                                          <p:attrName>style.visibility</p:attrName>
                                        </p:attrNameLst>
                                      </p:cBhvr>
                                      <p:to>
                                        <p:strVal val="visible"/>
                                      </p:to>
                                    </p:set>
                                    <p:anim calcmode="lin" valueType="num">
                                      <p:cBhvr additive="base">
                                        <p:cTn id="151" dur="500" fill="hold"/>
                                        <p:tgtEl>
                                          <p:spTgt spid="408597"/>
                                        </p:tgtEl>
                                        <p:attrNameLst>
                                          <p:attrName>ppt_x</p:attrName>
                                        </p:attrNameLst>
                                      </p:cBhvr>
                                      <p:tavLst>
                                        <p:tav tm="0">
                                          <p:val>
                                            <p:strVal val="#ppt_x"/>
                                          </p:val>
                                        </p:tav>
                                        <p:tav tm="100000">
                                          <p:val>
                                            <p:strVal val="#ppt_x"/>
                                          </p:val>
                                        </p:tav>
                                      </p:tavLst>
                                    </p:anim>
                                    <p:anim calcmode="lin" valueType="num">
                                      <p:cBhvr additive="base">
                                        <p:cTn id="152" dur="500" fill="hold"/>
                                        <p:tgtEl>
                                          <p:spTgt spid="408597"/>
                                        </p:tgtEl>
                                        <p:attrNameLst>
                                          <p:attrName>ppt_y</p:attrName>
                                        </p:attrNameLst>
                                      </p:cBhvr>
                                      <p:tavLst>
                                        <p:tav tm="0">
                                          <p:val>
                                            <p:strVal val="0-#ppt_h/2"/>
                                          </p:val>
                                        </p:tav>
                                        <p:tav tm="100000">
                                          <p:val>
                                            <p:strVal val="#ppt_y"/>
                                          </p:val>
                                        </p:tav>
                                      </p:tavLst>
                                    </p:anim>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 presetClass="entr" presetSubtype="1" fill="hold" grpId="0" nodeType="clickEffect">
                                  <p:stCondLst>
                                    <p:cond delay="0"/>
                                  </p:stCondLst>
                                  <p:childTnLst>
                                    <p:set>
                                      <p:cBhvr>
                                        <p:cTn id="156" dur="1" fill="hold">
                                          <p:stCondLst>
                                            <p:cond delay="0"/>
                                          </p:stCondLst>
                                        </p:cTn>
                                        <p:tgtEl>
                                          <p:spTgt spid="408598"/>
                                        </p:tgtEl>
                                        <p:attrNameLst>
                                          <p:attrName>style.visibility</p:attrName>
                                        </p:attrNameLst>
                                      </p:cBhvr>
                                      <p:to>
                                        <p:strVal val="visible"/>
                                      </p:to>
                                    </p:set>
                                    <p:anim calcmode="lin" valueType="num">
                                      <p:cBhvr additive="base">
                                        <p:cTn id="157" dur="500" fill="hold"/>
                                        <p:tgtEl>
                                          <p:spTgt spid="408598"/>
                                        </p:tgtEl>
                                        <p:attrNameLst>
                                          <p:attrName>ppt_x</p:attrName>
                                        </p:attrNameLst>
                                      </p:cBhvr>
                                      <p:tavLst>
                                        <p:tav tm="0">
                                          <p:val>
                                            <p:strVal val="#ppt_x"/>
                                          </p:val>
                                        </p:tav>
                                        <p:tav tm="100000">
                                          <p:val>
                                            <p:strVal val="#ppt_x"/>
                                          </p:val>
                                        </p:tav>
                                      </p:tavLst>
                                    </p:anim>
                                    <p:anim calcmode="lin" valueType="num">
                                      <p:cBhvr additive="base">
                                        <p:cTn id="158" dur="500" fill="hold"/>
                                        <p:tgtEl>
                                          <p:spTgt spid="408598"/>
                                        </p:tgtEl>
                                        <p:attrNameLst>
                                          <p:attrName>ppt_y</p:attrName>
                                        </p:attrNameLst>
                                      </p:cBhvr>
                                      <p:tavLst>
                                        <p:tav tm="0">
                                          <p:val>
                                            <p:strVal val="0-#ppt_h/2"/>
                                          </p:val>
                                        </p:tav>
                                        <p:tav tm="100000">
                                          <p:val>
                                            <p:strVal val="#ppt_y"/>
                                          </p:val>
                                        </p:tav>
                                      </p:tavLst>
                                    </p:anim>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 presetClass="entr" presetSubtype="1" fill="hold" grpId="0" nodeType="clickEffect">
                                  <p:stCondLst>
                                    <p:cond delay="0"/>
                                  </p:stCondLst>
                                  <p:childTnLst>
                                    <p:set>
                                      <p:cBhvr>
                                        <p:cTn id="162" dur="1" fill="hold">
                                          <p:stCondLst>
                                            <p:cond delay="0"/>
                                          </p:stCondLst>
                                        </p:cTn>
                                        <p:tgtEl>
                                          <p:spTgt spid="408599"/>
                                        </p:tgtEl>
                                        <p:attrNameLst>
                                          <p:attrName>style.visibility</p:attrName>
                                        </p:attrNameLst>
                                      </p:cBhvr>
                                      <p:to>
                                        <p:strVal val="visible"/>
                                      </p:to>
                                    </p:set>
                                    <p:anim calcmode="lin" valueType="num">
                                      <p:cBhvr additive="base">
                                        <p:cTn id="163" dur="500" fill="hold"/>
                                        <p:tgtEl>
                                          <p:spTgt spid="408599"/>
                                        </p:tgtEl>
                                        <p:attrNameLst>
                                          <p:attrName>ppt_x</p:attrName>
                                        </p:attrNameLst>
                                      </p:cBhvr>
                                      <p:tavLst>
                                        <p:tav tm="0">
                                          <p:val>
                                            <p:strVal val="#ppt_x"/>
                                          </p:val>
                                        </p:tav>
                                        <p:tav tm="100000">
                                          <p:val>
                                            <p:strVal val="#ppt_x"/>
                                          </p:val>
                                        </p:tav>
                                      </p:tavLst>
                                    </p:anim>
                                    <p:anim calcmode="lin" valueType="num">
                                      <p:cBhvr additive="base">
                                        <p:cTn id="164" dur="500" fill="hold"/>
                                        <p:tgtEl>
                                          <p:spTgt spid="408599"/>
                                        </p:tgtEl>
                                        <p:attrNameLst>
                                          <p:attrName>ppt_y</p:attrName>
                                        </p:attrNameLst>
                                      </p:cBhvr>
                                      <p:tavLst>
                                        <p:tav tm="0">
                                          <p:val>
                                            <p:strVal val="0-#ppt_h/2"/>
                                          </p:val>
                                        </p:tav>
                                        <p:tav tm="100000">
                                          <p:val>
                                            <p:strVal val="#ppt_y"/>
                                          </p:val>
                                        </p:tav>
                                      </p:tavLst>
                                    </p:anim>
                                  </p:childTnLst>
                                </p:cTn>
                              </p:par>
                            </p:childTnLst>
                          </p:cTn>
                        </p:par>
                      </p:childTnLst>
                    </p:cTn>
                  </p:par>
                  <p:par>
                    <p:cTn id="165" fill="hold" nodeType="clickPar">
                      <p:stCondLst>
                        <p:cond delay="indefinite"/>
                      </p:stCondLst>
                      <p:childTnLst>
                        <p:par>
                          <p:cTn id="166" fill="hold" nodeType="withGroup">
                            <p:stCondLst>
                              <p:cond delay="0"/>
                            </p:stCondLst>
                            <p:childTnLst>
                              <p:par>
                                <p:cTn id="167" presetID="2" presetClass="entr" presetSubtype="8" fill="hold" nodeType="clickEffect">
                                  <p:stCondLst>
                                    <p:cond delay="0"/>
                                  </p:stCondLst>
                                  <p:childTnLst>
                                    <p:set>
                                      <p:cBhvr>
                                        <p:cTn id="168" dur="1" fill="hold">
                                          <p:stCondLst>
                                            <p:cond delay="0"/>
                                          </p:stCondLst>
                                        </p:cTn>
                                        <p:tgtEl>
                                          <p:spTgt spid="408714"/>
                                        </p:tgtEl>
                                        <p:attrNameLst>
                                          <p:attrName>style.visibility</p:attrName>
                                        </p:attrNameLst>
                                      </p:cBhvr>
                                      <p:to>
                                        <p:strVal val="visible"/>
                                      </p:to>
                                    </p:set>
                                    <p:anim calcmode="lin" valueType="num">
                                      <p:cBhvr additive="base">
                                        <p:cTn id="169" dur="500" fill="hold"/>
                                        <p:tgtEl>
                                          <p:spTgt spid="408714"/>
                                        </p:tgtEl>
                                        <p:attrNameLst>
                                          <p:attrName>ppt_x</p:attrName>
                                        </p:attrNameLst>
                                      </p:cBhvr>
                                      <p:tavLst>
                                        <p:tav tm="0">
                                          <p:val>
                                            <p:strVal val="0-#ppt_w/2"/>
                                          </p:val>
                                        </p:tav>
                                        <p:tav tm="100000">
                                          <p:val>
                                            <p:strVal val="#ppt_x"/>
                                          </p:val>
                                        </p:tav>
                                      </p:tavLst>
                                    </p:anim>
                                    <p:anim calcmode="lin" valueType="num">
                                      <p:cBhvr additive="base">
                                        <p:cTn id="170" dur="500" fill="hold"/>
                                        <p:tgtEl>
                                          <p:spTgt spid="408714"/>
                                        </p:tgtEl>
                                        <p:attrNameLst>
                                          <p:attrName>ppt_y</p:attrName>
                                        </p:attrNameLst>
                                      </p:cBhvr>
                                      <p:tavLst>
                                        <p:tav tm="0">
                                          <p:val>
                                            <p:strVal val="#ppt_y"/>
                                          </p:val>
                                        </p:tav>
                                        <p:tav tm="100000">
                                          <p:val>
                                            <p:strVal val="#ppt_y"/>
                                          </p:val>
                                        </p:tav>
                                      </p:tavLst>
                                    </p:anim>
                                  </p:childTnLst>
                                </p:cTn>
                              </p:par>
                            </p:childTnLst>
                          </p:cTn>
                        </p:par>
                      </p:childTnLst>
                    </p:cTn>
                  </p:par>
                  <p:par>
                    <p:cTn id="171" fill="hold" nodeType="clickPar">
                      <p:stCondLst>
                        <p:cond delay="indefinite"/>
                      </p:stCondLst>
                      <p:childTnLst>
                        <p:par>
                          <p:cTn id="172" fill="hold" nodeType="withGroup">
                            <p:stCondLst>
                              <p:cond delay="0"/>
                            </p:stCondLst>
                            <p:childTnLst>
                              <p:par>
                                <p:cTn id="173" presetID="18" presetClass="entr" presetSubtype="6" fill="hold" nodeType="clickEffect">
                                  <p:stCondLst>
                                    <p:cond delay="0"/>
                                  </p:stCondLst>
                                  <p:childTnLst>
                                    <p:set>
                                      <p:cBhvr>
                                        <p:cTn id="174" dur="1" fill="hold">
                                          <p:stCondLst>
                                            <p:cond delay="0"/>
                                          </p:stCondLst>
                                        </p:cTn>
                                        <p:tgtEl>
                                          <p:spTgt spid="408704"/>
                                        </p:tgtEl>
                                        <p:attrNameLst>
                                          <p:attrName>style.visibility</p:attrName>
                                        </p:attrNameLst>
                                      </p:cBhvr>
                                      <p:to>
                                        <p:strVal val="visible"/>
                                      </p:to>
                                    </p:set>
                                    <p:animEffect transition="in" filter="strips(downRight)">
                                      <p:cBhvr>
                                        <p:cTn id="175" dur="500"/>
                                        <p:tgtEl>
                                          <p:spTgt spid="408704"/>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17" presetClass="entr" presetSubtype="1" fill="hold" grpId="0" nodeType="clickEffect">
                                  <p:stCondLst>
                                    <p:cond delay="0"/>
                                  </p:stCondLst>
                                  <p:childTnLst>
                                    <p:set>
                                      <p:cBhvr>
                                        <p:cTn id="179" dur="1" fill="hold">
                                          <p:stCondLst>
                                            <p:cond delay="0"/>
                                          </p:stCondLst>
                                        </p:cTn>
                                        <p:tgtEl>
                                          <p:spTgt spid="408601"/>
                                        </p:tgtEl>
                                        <p:attrNameLst>
                                          <p:attrName>style.visibility</p:attrName>
                                        </p:attrNameLst>
                                      </p:cBhvr>
                                      <p:to>
                                        <p:strVal val="visible"/>
                                      </p:to>
                                    </p:set>
                                    <p:anim calcmode="lin" valueType="num">
                                      <p:cBhvr>
                                        <p:cTn id="180" dur="500" fill="hold"/>
                                        <p:tgtEl>
                                          <p:spTgt spid="408601"/>
                                        </p:tgtEl>
                                        <p:attrNameLst>
                                          <p:attrName>ppt_x</p:attrName>
                                        </p:attrNameLst>
                                      </p:cBhvr>
                                      <p:tavLst>
                                        <p:tav tm="0">
                                          <p:val>
                                            <p:strVal val="#ppt_x"/>
                                          </p:val>
                                        </p:tav>
                                        <p:tav tm="100000">
                                          <p:val>
                                            <p:strVal val="#ppt_x"/>
                                          </p:val>
                                        </p:tav>
                                      </p:tavLst>
                                    </p:anim>
                                    <p:anim calcmode="lin" valueType="num">
                                      <p:cBhvr>
                                        <p:cTn id="181" dur="500" fill="hold"/>
                                        <p:tgtEl>
                                          <p:spTgt spid="408601"/>
                                        </p:tgtEl>
                                        <p:attrNameLst>
                                          <p:attrName>ppt_y</p:attrName>
                                        </p:attrNameLst>
                                      </p:cBhvr>
                                      <p:tavLst>
                                        <p:tav tm="0">
                                          <p:val>
                                            <p:strVal val="#ppt_y-#ppt_h/2"/>
                                          </p:val>
                                        </p:tav>
                                        <p:tav tm="100000">
                                          <p:val>
                                            <p:strVal val="#ppt_y"/>
                                          </p:val>
                                        </p:tav>
                                      </p:tavLst>
                                    </p:anim>
                                    <p:anim calcmode="lin" valueType="num">
                                      <p:cBhvr>
                                        <p:cTn id="182" dur="500" fill="hold"/>
                                        <p:tgtEl>
                                          <p:spTgt spid="408601"/>
                                        </p:tgtEl>
                                        <p:attrNameLst>
                                          <p:attrName>ppt_w</p:attrName>
                                        </p:attrNameLst>
                                      </p:cBhvr>
                                      <p:tavLst>
                                        <p:tav tm="0">
                                          <p:val>
                                            <p:strVal val="#ppt_w"/>
                                          </p:val>
                                        </p:tav>
                                        <p:tav tm="100000">
                                          <p:val>
                                            <p:strVal val="#ppt_w"/>
                                          </p:val>
                                        </p:tav>
                                      </p:tavLst>
                                    </p:anim>
                                    <p:anim calcmode="lin" valueType="num">
                                      <p:cBhvr>
                                        <p:cTn id="183" dur="500" fill="hold"/>
                                        <p:tgtEl>
                                          <p:spTgt spid="408601"/>
                                        </p:tgtEl>
                                        <p:attrNameLst>
                                          <p:attrName>ppt_h</p:attrName>
                                        </p:attrNameLst>
                                      </p:cBhvr>
                                      <p:tavLst>
                                        <p:tav tm="0">
                                          <p:val>
                                            <p:fltVal val="0"/>
                                          </p:val>
                                        </p:tav>
                                        <p:tav tm="100000">
                                          <p:val>
                                            <p:strVal val="#ppt_h"/>
                                          </p:val>
                                        </p:tav>
                                      </p:tavLst>
                                    </p:anim>
                                  </p:childTnLst>
                                </p:cTn>
                              </p:par>
                            </p:childTnLst>
                          </p:cTn>
                        </p:par>
                      </p:childTnLst>
                    </p:cTn>
                  </p:par>
                  <p:par>
                    <p:cTn id="184" fill="hold" nodeType="clickPar">
                      <p:stCondLst>
                        <p:cond delay="indefinite"/>
                      </p:stCondLst>
                      <p:childTnLst>
                        <p:par>
                          <p:cTn id="185" fill="hold" nodeType="withGroup">
                            <p:stCondLst>
                              <p:cond delay="0"/>
                            </p:stCondLst>
                            <p:childTnLst>
                              <p:par>
                                <p:cTn id="186" presetID="17" presetClass="entr" presetSubtype="1" fill="hold" grpId="0" nodeType="clickEffect">
                                  <p:stCondLst>
                                    <p:cond delay="0"/>
                                  </p:stCondLst>
                                  <p:childTnLst>
                                    <p:set>
                                      <p:cBhvr>
                                        <p:cTn id="187" dur="1" fill="hold">
                                          <p:stCondLst>
                                            <p:cond delay="0"/>
                                          </p:stCondLst>
                                        </p:cTn>
                                        <p:tgtEl>
                                          <p:spTgt spid="408604"/>
                                        </p:tgtEl>
                                        <p:attrNameLst>
                                          <p:attrName>style.visibility</p:attrName>
                                        </p:attrNameLst>
                                      </p:cBhvr>
                                      <p:to>
                                        <p:strVal val="visible"/>
                                      </p:to>
                                    </p:set>
                                    <p:anim calcmode="lin" valueType="num">
                                      <p:cBhvr>
                                        <p:cTn id="188" dur="500" fill="hold"/>
                                        <p:tgtEl>
                                          <p:spTgt spid="408604"/>
                                        </p:tgtEl>
                                        <p:attrNameLst>
                                          <p:attrName>ppt_x</p:attrName>
                                        </p:attrNameLst>
                                      </p:cBhvr>
                                      <p:tavLst>
                                        <p:tav tm="0">
                                          <p:val>
                                            <p:strVal val="#ppt_x"/>
                                          </p:val>
                                        </p:tav>
                                        <p:tav tm="100000">
                                          <p:val>
                                            <p:strVal val="#ppt_x"/>
                                          </p:val>
                                        </p:tav>
                                      </p:tavLst>
                                    </p:anim>
                                    <p:anim calcmode="lin" valueType="num">
                                      <p:cBhvr>
                                        <p:cTn id="189" dur="500" fill="hold"/>
                                        <p:tgtEl>
                                          <p:spTgt spid="408604"/>
                                        </p:tgtEl>
                                        <p:attrNameLst>
                                          <p:attrName>ppt_y</p:attrName>
                                        </p:attrNameLst>
                                      </p:cBhvr>
                                      <p:tavLst>
                                        <p:tav tm="0">
                                          <p:val>
                                            <p:strVal val="#ppt_y-#ppt_h/2"/>
                                          </p:val>
                                        </p:tav>
                                        <p:tav tm="100000">
                                          <p:val>
                                            <p:strVal val="#ppt_y"/>
                                          </p:val>
                                        </p:tav>
                                      </p:tavLst>
                                    </p:anim>
                                    <p:anim calcmode="lin" valueType="num">
                                      <p:cBhvr>
                                        <p:cTn id="190" dur="500" fill="hold"/>
                                        <p:tgtEl>
                                          <p:spTgt spid="408604"/>
                                        </p:tgtEl>
                                        <p:attrNameLst>
                                          <p:attrName>ppt_w</p:attrName>
                                        </p:attrNameLst>
                                      </p:cBhvr>
                                      <p:tavLst>
                                        <p:tav tm="0">
                                          <p:val>
                                            <p:strVal val="#ppt_w"/>
                                          </p:val>
                                        </p:tav>
                                        <p:tav tm="100000">
                                          <p:val>
                                            <p:strVal val="#ppt_w"/>
                                          </p:val>
                                        </p:tav>
                                      </p:tavLst>
                                    </p:anim>
                                    <p:anim calcmode="lin" valueType="num">
                                      <p:cBhvr>
                                        <p:cTn id="191" dur="500" fill="hold"/>
                                        <p:tgtEl>
                                          <p:spTgt spid="408604"/>
                                        </p:tgtEl>
                                        <p:attrNameLst>
                                          <p:attrName>ppt_h</p:attrName>
                                        </p:attrNameLst>
                                      </p:cBhvr>
                                      <p:tavLst>
                                        <p:tav tm="0">
                                          <p:val>
                                            <p:fltVal val="0"/>
                                          </p:val>
                                        </p:tav>
                                        <p:tav tm="100000">
                                          <p:val>
                                            <p:strVal val="#ppt_h"/>
                                          </p:val>
                                        </p:tav>
                                      </p:tavLst>
                                    </p:anim>
                                  </p:childTnLst>
                                </p:cTn>
                              </p:par>
                            </p:childTnLst>
                          </p:cTn>
                        </p:par>
                      </p:childTnLst>
                    </p:cTn>
                  </p:par>
                  <p:par>
                    <p:cTn id="192" fill="hold" nodeType="clickPar">
                      <p:stCondLst>
                        <p:cond delay="indefinite"/>
                      </p:stCondLst>
                      <p:childTnLst>
                        <p:par>
                          <p:cTn id="193" fill="hold" nodeType="withGroup">
                            <p:stCondLst>
                              <p:cond delay="0"/>
                            </p:stCondLst>
                            <p:childTnLst>
                              <p:par>
                                <p:cTn id="194" presetID="17" presetClass="entr" presetSubtype="2" fill="hold" grpId="0" nodeType="clickEffect">
                                  <p:stCondLst>
                                    <p:cond delay="0"/>
                                  </p:stCondLst>
                                  <p:childTnLst>
                                    <p:set>
                                      <p:cBhvr>
                                        <p:cTn id="195" dur="1" fill="hold">
                                          <p:stCondLst>
                                            <p:cond delay="0"/>
                                          </p:stCondLst>
                                        </p:cTn>
                                        <p:tgtEl>
                                          <p:spTgt spid="408602"/>
                                        </p:tgtEl>
                                        <p:attrNameLst>
                                          <p:attrName>style.visibility</p:attrName>
                                        </p:attrNameLst>
                                      </p:cBhvr>
                                      <p:to>
                                        <p:strVal val="visible"/>
                                      </p:to>
                                    </p:set>
                                    <p:anim calcmode="lin" valueType="num">
                                      <p:cBhvr>
                                        <p:cTn id="196" dur="500" fill="hold"/>
                                        <p:tgtEl>
                                          <p:spTgt spid="408602"/>
                                        </p:tgtEl>
                                        <p:attrNameLst>
                                          <p:attrName>ppt_x</p:attrName>
                                        </p:attrNameLst>
                                      </p:cBhvr>
                                      <p:tavLst>
                                        <p:tav tm="0">
                                          <p:val>
                                            <p:strVal val="#ppt_x+#ppt_w/2"/>
                                          </p:val>
                                        </p:tav>
                                        <p:tav tm="100000">
                                          <p:val>
                                            <p:strVal val="#ppt_x"/>
                                          </p:val>
                                        </p:tav>
                                      </p:tavLst>
                                    </p:anim>
                                    <p:anim calcmode="lin" valueType="num">
                                      <p:cBhvr>
                                        <p:cTn id="197" dur="500" fill="hold"/>
                                        <p:tgtEl>
                                          <p:spTgt spid="408602"/>
                                        </p:tgtEl>
                                        <p:attrNameLst>
                                          <p:attrName>ppt_y</p:attrName>
                                        </p:attrNameLst>
                                      </p:cBhvr>
                                      <p:tavLst>
                                        <p:tav tm="0">
                                          <p:val>
                                            <p:strVal val="#ppt_y"/>
                                          </p:val>
                                        </p:tav>
                                        <p:tav tm="100000">
                                          <p:val>
                                            <p:strVal val="#ppt_y"/>
                                          </p:val>
                                        </p:tav>
                                      </p:tavLst>
                                    </p:anim>
                                    <p:anim calcmode="lin" valueType="num">
                                      <p:cBhvr>
                                        <p:cTn id="198" dur="500" fill="hold"/>
                                        <p:tgtEl>
                                          <p:spTgt spid="408602"/>
                                        </p:tgtEl>
                                        <p:attrNameLst>
                                          <p:attrName>ppt_w</p:attrName>
                                        </p:attrNameLst>
                                      </p:cBhvr>
                                      <p:tavLst>
                                        <p:tav tm="0">
                                          <p:val>
                                            <p:fltVal val="0"/>
                                          </p:val>
                                        </p:tav>
                                        <p:tav tm="100000">
                                          <p:val>
                                            <p:strVal val="#ppt_w"/>
                                          </p:val>
                                        </p:tav>
                                      </p:tavLst>
                                    </p:anim>
                                    <p:anim calcmode="lin" valueType="num">
                                      <p:cBhvr>
                                        <p:cTn id="199" dur="500" fill="hold"/>
                                        <p:tgtEl>
                                          <p:spTgt spid="408602"/>
                                        </p:tgtEl>
                                        <p:attrNameLst>
                                          <p:attrName>ppt_h</p:attrName>
                                        </p:attrNameLst>
                                      </p:cBhvr>
                                      <p:tavLst>
                                        <p:tav tm="0">
                                          <p:val>
                                            <p:strVal val="#ppt_h"/>
                                          </p:val>
                                        </p:tav>
                                        <p:tav tm="100000">
                                          <p:val>
                                            <p:strVal val="#ppt_h"/>
                                          </p:val>
                                        </p:tav>
                                      </p:tavLst>
                                    </p:anim>
                                  </p:childTnLst>
                                </p:cTn>
                              </p:par>
                            </p:childTnLst>
                          </p:cTn>
                        </p:par>
                      </p:childTnLst>
                    </p:cTn>
                  </p:par>
                  <p:par>
                    <p:cTn id="200" fill="hold" nodeType="clickPar">
                      <p:stCondLst>
                        <p:cond delay="indefinite"/>
                      </p:stCondLst>
                      <p:childTnLst>
                        <p:par>
                          <p:cTn id="201" fill="hold" nodeType="withGroup">
                            <p:stCondLst>
                              <p:cond delay="0"/>
                            </p:stCondLst>
                            <p:childTnLst>
                              <p:par>
                                <p:cTn id="202" presetID="17" presetClass="entr" presetSubtype="1" fill="hold" grpId="0" nodeType="clickEffect">
                                  <p:stCondLst>
                                    <p:cond delay="0"/>
                                  </p:stCondLst>
                                  <p:childTnLst>
                                    <p:set>
                                      <p:cBhvr>
                                        <p:cTn id="203" dur="1" fill="hold">
                                          <p:stCondLst>
                                            <p:cond delay="0"/>
                                          </p:stCondLst>
                                        </p:cTn>
                                        <p:tgtEl>
                                          <p:spTgt spid="408603"/>
                                        </p:tgtEl>
                                        <p:attrNameLst>
                                          <p:attrName>style.visibility</p:attrName>
                                        </p:attrNameLst>
                                      </p:cBhvr>
                                      <p:to>
                                        <p:strVal val="visible"/>
                                      </p:to>
                                    </p:set>
                                    <p:anim calcmode="lin" valueType="num">
                                      <p:cBhvr>
                                        <p:cTn id="204" dur="500" fill="hold"/>
                                        <p:tgtEl>
                                          <p:spTgt spid="408603"/>
                                        </p:tgtEl>
                                        <p:attrNameLst>
                                          <p:attrName>ppt_x</p:attrName>
                                        </p:attrNameLst>
                                      </p:cBhvr>
                                      <p:tavLst>
                                        <p:tav tm="0">
                                          <p:val>
                                            <p:strVal val="#ppt_x"/>
                                          </p:val>
                                        </p:tav>
                                        <p:tav tm="100000">
                                          <p:val>
                                            <p:strVal val="#ppt_x"/>
                                          </p:val>
                                        </p:tav>
                                      </p:tavLst>
                                    </p:anim>
                                    <p:anim calcmode="lin" valueType="num">
                                      <p:cBhvr>
                                        <p:cTn id="205" dur="500" fill="hold"/>
                                        <p:tgtEl>
                                          <p:spTgt spid="408603"/>
                                        </p:tgtEl>
                                        <p:attrNameLst>
                                          <p:attrName>ppt_y</p:attrName>
                                        </p:attrNameLst>
                                      </p:cBhvr>
                                      <p:tavLst>
                                        <p:tav tm="0">
                                          <p:val>
                                            <p:strVal val="#ppt_y-#ppt_h/2"/>
                                          </p:val>
                                        </p:tav>
                                        <p:tav tm="100000">
                                          <p:val>
                                            <p:strVal val="#ppt_y"/>
                                          </p:val>
                                        </p:tav>
                                      </p:tavLst>
                                    </p:anim>
                                    <p:anim calcmode="lin" valueType="num">
                                      <p:cBhvr>
                                        <p:cTn id="206" dur="500" fill="hold"/>
                                        <p:tgtEl>
                                          <p:spTgt spid="408603"/>
                                        </p:tgtEl>
                                        <p:attrNameLst>
                                          <p:attrName>ppt_w</p:attrName>
                                        </p:attrNameLst>
                                      </p:cBhvr>
                                      <p:tavLst>
                                        <p:tav tm="0">
                                          <p:val>
                                            <p:strVal val="#ppt_w"/>
                                          </p:val>
                                        </p:tav>
                                        <p:tav tm="100000">
                                          <p:val>
                                            <p:strVal val="#ppt_w"/>
                                          </p:val>
                                        </p:tav>
                                      </p:tavLst>
                                    </p:anim>
                                    <p:anim calcmode="lin" valueType="num">
                                      <p:cBhvr>
                                        <p:cTn id="207" dur="500" fill="hold"/>
                                        <p:tgtEl>
                                          <p:spTgt spid="408603"/>
                                        </p:tgtEl>
                                        <p:attrNameLst>
                                          <p:attrName>ppt_h</p:attrName>
                                        </p:attrNameLst>
                                      </p:cBhvr>
                                      <p:tavLst>
                                        <p:tav tm="0">
                                          <p:val>
                                            <p:fltVal val="0"/>
                                          </p:val>
                                        </p:tav>
                                        <p:tav tm="100000">
                                          <p:val>
                                            <p:strVal val="#ppt_h"/>
                                          </p:val>
                                        </p:tav>
                                      </p:tavLst>
                                    </p:anim>
                                  </p:childTnLst>
                                </p:cTn>
                              </p:par>
                            </p:childTnLst>
                          </p:cTn>
                        </p:par>
                      </p:childTnLst>
                    </p:cTn>
                  </p:par>
                  <p:par>
                    <p:cTn id="208" fill="hold" nodeType="clickPar">
                      <p:stCondLst>
                        <p:cond delay="indefinite"/>
                      </p:stCondLst>
                      <p:childTnLst>
                        <p:par>
                          <p:cTn id="209" fill="hold" nodeType="withGroup">
                            <p:stCondLst>
                              <p:cond delay="0"/>
                            </p:stCondLst>
                            <p:childTnLst>
                              <p:par>
                                <p:cTn id="210" presetID="17" presetClass="entr" presetSubtype="1" fill="hold" grpId="0" nodeType="clickEffect">
                                  <p:stCondLst>
                                    <p:cond delay="0"/>
                                  </p:stCondLst>
                                  <p:childTnLst>
                                    <p:set>
                                      <p:cBhvr>
                                        <p:cTn id="211" dur="1" fill="hold">
                                          <p:stCondLst>
                                            <p:cond delay="0"/>
                                          </p:stCondLst>
                                        </p:cTn>
                                        <p:tgtEl>
                                          <p:spTgt spid="408606"/>
                                        </p:tgtEl>
                                        <p:attrNameLst>
                                          <p:attrName>style.visibility</p:attrName>
                                        </p:attrNameLst>
                                      </p:cBhvr>
                                      <p:to>
                                        <p:strVal val="visible"/>
                                      </p:to>
                                    </p:set>
                                    <p:anim calcmode="lin" valueType="num">
                                      <p:cBhvr>
                                        <p:cTn id="212" dur="500" fill="hold"/>
                                        <p:tgtEl>
                                          <p:spTgt spid="408606"/>
                                        </p:tgtEl>
                                        <p:attrNameLst>
                                          <p:attrName>ppt_x</p:attrName>
                                        </p:attrNameLst>
                                      </p:cBhvr>
                                      <p:tavLst>
                                        <p:tav tm="0">
                                          <p:val>
                                            <p:strVal val="#ppt_x"/>
                                          </p:val>
                                        </p:tav>
                                        <p:tav tm="100000">
                                          <p:val>
                                            <p:strVal val="#ppt_x"/>
                                          </p:val>
                                        </p:tav>
                                      </p:tavLst>
                                    </p:anim>
                                    <p:anim calcmode="lin" valueType="num">
                                      <p:cBhvr>
                                        <p:cTn id="213" dur="500" fill="hold"/>
                                        <p:tgtEl>
                                          <p:spTgt spid="408606"/>
                                        </p:tgtEl>
                                        <p:attrNameLst>
                                          <p:attrName>ppt_y</p:attrName>
                                        </p:attrNameLst>
                                      </p:cBhvr>
                                      <p:tavLst>
                                        <p:tav tm="0">
                                          <p:val>
                                            <p:strVal val="#ppt_y-#ppt_h/2"/>
                                          </p:val>
                                        </p:tav>
                                        <p:tav tm="100000">
                                          <p:val>
                                            <p:strVal val="#ppt_y"/>
                                          </p:val>
                                        </p:tav>
                                      </p:tavLst>
                                    </p:anim>
                                    <p:anim calcmode="lin" valueType="num">
                                      <p:cBhvr>
                                        <p:cTn id="214" dur="500" fill="hold"/>
                                        <p:tgtEl>
                                          <p:spTgt spid="408606"/>
                                        </p:tgtEl>
                                        <p:attrNameLst>
                                          <p:attrName>ppt_w</p:attrName>
                                        </p:attrNameLst>
                                      </p:cBhvr>
                                      <p:tavLst>
                                        <p:tav tm="0">
                                          <p:val>
                                            <p:strVal val="#ppt_w"/>
                                          </p:val>
                                        </p:tav>
                                        <p:tav tm="100000">
                                          <p:val>
                                            <p:strVal val="#ppt_w"/>
                                          </p:val>
                                        </p:tav>
                                      </p:tavLst>
                                    </p:anim>
                                    <p:anim calcmode="lin" valueType="num">
                                      <p:cBhvr>
                                        <p:cTn id="215" dur="500" fill="hold"/>
                                        <p:tgtEl>
                                          <p:spTgt spid="408606"/>
                                        </p:tgtEl>
                                        <p:attrNameLst>
                                          <p:attrName>ppt_h</p:attrName>
                                        </p:attrNameLst>
                                      </p:cBhvr>
                                      <p:tavLst>
                                        <p:tav tm="0">
                                          <p:val>
                                            <p:fltVal val="0"/>
                                          </p:val>
                                        </p:tav>
                                        <p:tav tm="100000">
                                          <p:val>
                                            <p:strVal val="#ppt_h"/>
                                          </p:val>
                                        </p:tav>
                                      </p:tavLst>
                                    </p:anim>
                                  </p:childTnLst>
                                </p:cTn>
                              </p:par>
                            </p:childTnLst>
                          </p:cTn>
                        </p:par>
                      </p:childTnLst>
                    </p:cTn>
                  </p:par>
                  <p:par>
                    <p:cTn id="216" fill="hold" nodeType="clickPar">
                      <p:stCondLst>
                        <p:cond delay="indefinite"/>
                      </p:stCondLst>
                      <p:childTnLst>
                        <p:par>
                          <p:cTn id="217" fill="hold" nodeType="withGroup">
                            <p:stCondLst>
                              <p:cond delay="0"/>
                            </p:stCondLst>
                            <p:childTnLst>
                              <p:par>
                                <p:cTn id="218" presetID="18" presetClass="entr" presetSubtype="6" fill="hold" grpId="0" nodeType="clickEffect">
                                  <p:stCondLst>
                                    <p:cond delay="0"/>
                                  </p:stCondLst>
                                  <p:childTnLst>
                                    <p:set>
                                      <p:cBhvr>
                                        <p:cTn id="219" dur="1" fill="hold">
                                          <p:stCondLst>
                                            <p:cond delay="0"/>
                                          </p:stCondLst>
                                        </p:cTn>
                                        <p:tgtEl>
                                          <p:spTgt spid="408605"/>
                                        </p:tgtEl>
                                        <p:attrNameLst>
                                          <p:attrName>style.visibility</p:attrName>
                                        </p:attrNameLst>
                                      </p:cBhvr>
                                      <p:to>
                                        <p:strVal val="visible"/>
                                      </p:to>
                                    </p:set>
                                    <p:animEffect transition="in" filter="strips(downRight)">
                                      <p:cBhvr>
                                        <p:cTn id="220" dur="500"/>
                                        <p:tgtEl>
                                          <p:spTgt spid="408605"/>
                                        </p:tgtEl>
                                      </p:cBhvr>
                                    </p:animEffect>
                                  </p:childTnLst>
                                </p:cTn>
                              </p:par>
                            </p:childTnLst>
                          </p:cTn>
                        </p:par>
                      </p:childTnLst>
                    </p:cTn>
                  </p:par>
                  <p:par>
                    <p:cTn id="221" fill="hold" nodeType="clickPar">
                      <p:stCondLst>
                        <p:cond delay="indefinite"/>
                      </p:stCondLst>
                      <p:childTnLst>
                        <p:par>
                          <p:cTn id="222" fill="hold" nodeType="withGroup">
                            <p:stCondLst>
                              <p:cond delay="0"/>
                            </p:stCondLst>
                            <p:childTnLst>
                              <p:par>
                                <p:cTn id="223" presetID="2" presetClass="entr" presetSubtype="4" fill="hold" nodeType="clickEffect">
                                  <p:stCondLst>
                                    <p:cond delay="0"/>
                                  </p:stCondLst>
                                  <p:childTnLst>
                                    <p:set>
                                      <p:cBhvr>
                                        <p:cTn id="224" dur="1" fill="hold">
                                          <p:stCondLst>
                                            <p:cond delay="0"/>
                                          </p:stCondLst>
                                        </p:cTn>
                                        <p:tgtEl>
                                          <p:spTgt spid="408607"/>
                                        </p:tgtEl>
                                        <p:attrNameLst>
                                          <p:attrName>style.visibility</p:attrName>
                                        </p:attrNameLst>
                                      </p:cBhvr>
                                      <p:to>
                                        <p:strVal val="visible"/>
                                      </p:to>
                                    </p:set>
                                    <p:anim calcmode="lin" valueType="num">
                                      <p:cBhvr additive="base">
                                        <p:cTn id="225" dur="500" fill="hold"/>
                                        <p:tgtEl>
                                          <p:spTgt spid="408607"/>
                                        </p:tgtEl>
                                        <p:attrNameLst>
                                          <p:attrName>ppt_x</p:attrName>
                                        </p:attrNameLst>
                                      </p:cBhvr>
                                      <p:tavLst>
                                        <p:tav tm="0">
                                          <p:val>
                                            <p:strVal val="#ppt_x"/>
                                          </p:val>
                                        </p:tav>
                                        <p:tav tm="100000">
                                          <p:val>
                                            <p:strVal val="#ppt_x"/>
                                          </p:val>
                                        </p:tav>
                                      </p:tavLst>
                                    </p:anim>
                                    <p:anim calcmode="lin" valueType="num">
                                      <p:cBhvr additive="base">
                                        <p:cTn id="226" dur="500" fill="hold"/>
                                        <p:tgtEl>
                                          <p:spTgt spid="408607"/>
                                        </p:tgtEl>
                                        <p:attrNameLst>
                                          <p:attrName>ppt_y</p:attrName>
                                        </p:attrNameLst>
                                      </p:cBhvr>
                                      <p:tavLst>
                                        <p:tav tm="0">
                                          <p:val>
                                            <p:strVal val="1+#ppt_h/2"/>
                                          </p:val>
                                        </p:tav>
                                        <p:tav tm="100000">
                                          <p:val>
                                            <p:strVal val="#ppt_y"/>
                                          </p:val>
                                        </p:tav>
                                      </p:tavLst>
                                    </p:anim>
                                  </p:childTnLst>
                                </p:cTn>
                              </p:par>
                            </p:childTnLst>
                          </p:cTn>
                        </p:par>
                      </p:childTnLst>
                    </p:cTn>
                  </p:par>
                  <p:par>
                    <p:cTn id="227" fill="hold" nodeType="clickPar">
                      <p:stCondLst>
                        <p:cond delay="indefinite"/>
                      </p:stCondLst>
                      <p:childTnLst>
                        <p:par>
                          <p:cTn id="228" fill="hold" nodeType="withGroup">
                            <p:stCondLst>
                              <p:cond delay="0"/>
                            </p:stCondLst>
                            <p:childTnLst>
                              <p:par>
                                <p:cTn id="229" presetID="17" presetClass="entr" presetSubtype="1" fill="hold" nodeType="clickEffect">
                                  <p:stCondLst>
                                    <p:cond delay="0"/>
                                  </p:stCondLst>
                                  <p:childTnLst>
                                    <p:set>
                                      <p:cBhvr>
                                        <p:cTn id="230" dur="1" fill="hold">
                                          <p:stCondLst>
                                            <p:cond delay="0"/>
                                          </p:stCondLst>
                                        </p:cTn>
                                        <p:tgtEl>
                                          <p:spTgt spid="408697"/>
                                        </p:tgtEl>
                                        <p:attrNameLst>
                                          <p:attrName>style.visibility</p:attrName>
                                        </p:attrNameLst>
                                      </p:cBhvr>
                                      <p:to>
                                        <p:strVal val="visible"/>
                                      </p:to>
                                    </p:set>
                                    <p:anim calcmode="lin" valueType="num">
                                      <p:cBhvr>
                                        <p:cTn id="231" dur="500" fill="hold"/>
                                        <p:tgtEl>
                                          <p:spTgt spid="408697"/>
                                        </p:tgtEl>
                                        <p:attrNameLst>
                                          <p:attrName>ppt_x</p:attrName>
                                        </p:attrNameLst>
                                      </p:cBhvr>
                                      <p:tavLst>
                                        <p:tav tm="0">
                                          <p:val>
                                            <p:strVal val="#ppt_x"/>
                                          </p:val>
                                        </p:tav>
                                        <p:tav tm="100000">
                                          <p:val>
                                            <p:strVal val="#ppt_x"/>
                                          </p:val>
                                        </p:tav>
                                      </p:tavLst>
                                    </p:anim>
                                    <p:anim calcmode="lin" valueType="num">
                                      <p:cBhvr>
                                        <p:cTn id="232" dur="500" fill="hold"/>
                                        <p:tgtEl>
                                          <p:spTgt spid="408697"/>
                                        </p:tgtEl>
                                        <p:attrNameLst>
                                          <p:attrName>ppt_y</p:attrName>
                                        </p:attrNameLst>
                                      </p:cBhvr>
                                      <p:tavLst>
                                        <p:tav tm="0">
                                          <p:val>
                                            <p:strVal val="#ppt_y-#ppt_h/2"/>
                                          </p:val>
                                        </p:tav>
                                        <p:tav tm="100000">
                                          <p:val>
                                            <p:strVal val="#ppt_y"/>
                                          </p:val>
                                        </p:tav>
                                      </p:tavLst>
                                    </p:anim>
                                    <p:anim calcmode="lin" valueType="num">
                                      <p:cBhvr>
                                        <p:cTn id="233" dur="500" fill="hold"/>
                                        <p:tgtEl>
                                          <p:spTgt spid="408697"/>
                                        </p:tgtEl>
                                        <p:attrNameLst>
                                          <p:attrName>ppt_w</p:attrName>
                                        </p:attrNameLst>
                                      </p:cBhvr>
                                      <p:tavLst>
                                        <p:tav tm="0">
                                          <p:val>
                                            <p:strVal val="#ppt_w"/>
                                          </p:val>
                                        </p:tav>
                                        <p:tav tm="100000">
                                          <p:val>
                                            <p:strVal val="#ppt_w"/>
                                          </p:val>
                                        </p:tav>
                                      </p:tavLst>
                                    </p:anim>
                                    <p:anim calcmode="lin" valueType="num">
                                      <p:cBhvr>
                                        <p:cTn id="234" dur="500" fill="hold"/>
                                        <p:tgtEl>
                                          <p:spTgt spid="408697"/>
                                        </p:tgtEl>
                                        <p:attrNameLst>
                                          <p:attrName>ppt_h</p:attrName>
                                        </p:attrNameLst>
                                      </p:cBhvr>
                                      <p:tavLst>
                                        <p:tav tm="0">
                                          <p:val>
                                            <p:fltVal val="0"/>
                                          </p:val>
                                        </p:tav>
                                        <p:tav tm="100000">
                                          <p:val>
                                            <p:strVal val="#ppt_h"/>
                                          </p:val>
                                        </p:tav>
                                      </p:tavLst>
                                    </p:anim>
                                  </p:childTnLst>
                                </p:cTn>
                              </p:par>
                            </p:childTnLst>
                          </p:cTn>
                        </p:par>
                      </p:childTnLst>
                    </p:cTn>
                  </p:par>
                  <p:par>
                    <p:cTn id="235" fill="hold" nodeType="clickPar">
                      <p:stCondLst>
                        <p:cond delay="indefinite"/>
                      </p:stCondLst>
                      <p:childTnLst>
                        <p:par>
                          <p:cTn id="236" fill="hold" nodeType="withGroup">
                            <p:stCondLst>
                              <p:cond delay="0"/>
                            </p:stCondLst>
                            <p:childTnLst>
                              <p:par>
                                <p:cTn id="237" presetID="1" presetClass="entr" presetSubtype="0" fill="hold" grpId="0" nodeType="clickEffect">
                                  <p:stCondLst>
                                    <p:cond delay="0"/>
                                  </p:stCondLst>
                                  <p:childTnLst>
                                    <p:set>
                                      <p:cBhvr>
                                        <p:cTn id="238" dur="1" fill="hold">
                                          <p:stCondLst>
                                            <p:cond delay="499"/>
                                          </p:stCondLst>
                                        </p:cTn>
                                        <p:tgtEl>
                                          <p:spTgt spid="408612"/>
                                        </p:tgtEl>
                                        <p:attrNameLst>
                                          <p:attrName>style.visibility</p:attrName>
                                        </p:attrNameLst>
                                      </p:cBhvr>
                                      <p:to>
                                        <p:strVal val="visible"/>
                                      </p:to>
                                    </p:set>
                                  </p:childTnLst>
                                </p:cTn>
                              </p:par>
                            </p:childTnLst>
                          </p:cTn>
                        </p:par>
                      </p:childTnLst>
                    </p:cTn>
                  </p:par>
                  <p:par>
                    <p:cTn id="239" fill="hold" nodeType="clickPar">
                      <p:stCondLst>
                        <p:cond delay="indefinite"/>
                      </p:stCondLst>
                      <p:childTnLst>
                        <p:par>
                          <p:cTn id="240" fill="hold" nodeType="withGroup">
                            <p:stCondLst>
                              <p:cond delay="0"/>
                            </p:stCondLst>
                            <p:childTnLst>
                              <p:par>
                                <p:cTn id="241" presetID="23" presetClass="entr" presetSubtype="16" fill="hold" nodeType="clickEffect">
                                  <p:stCondLst>
                                    <p:cond delay="0"/>
                                  </p:stCondLst>
                                  <p:childTnLst>
                                    <p:set>
                                      <p:cBhvr>
                                        <p:cTn id="242" dur="1" fill="hold">
                                          <p:stCondLst>
                                            <p:cond delay="0"/>
                                          </p:stCondLst>
                                        </p:cTn>
                                        <p:tgtEl>
                                          <p:spTgt spid="408706"/>
                                        </p:tgtEl>
                                        <p:attrNameLst>
                                          <p:attrName>style.visibility</p:attrName>
                                        </p:attrNameLst>
                                      </p:cBhvr>
                                      <p:to>
                                        <p:strVal val="visible"/>
                                      </p:to>
                                    </p:set>
                                    <p:anim calcmode="lin" valueType="num">
                                      <p:cBhvr>
                                        <p:cTn id="243" dur="500" fill="hold"/>
                                        <p:tgtEl>
                                          <p:spTgt spid="408706"/>
                                        </p:tgtEl>
                                        <p:attrNameLst>
                                          <p:attrName>ppt_w</p:attrName>
                                        </p:attrNameLst>
                                      </p:cBhvr>
                                      <p:tavLst>
                                        <p:tav tm="0">
                                          <p:val>
                                            <p:fltVal val="0"/>
                                          </p:val>
                                        </p:tav>
                                        <p:tav tm="100000">
                                          <p:val>
                                            <p:strVal val="#ppt_w"/>
                                          </p:val>
                                        </p:tav>
                                      </p:tavLst>
                                    </p:anim>
                                    <p:anim calcmode="lin" valueType="num">
                                      <p:cBhvr>
                                        <p:cTn id="244" dur="500" fill="hold"/>
                                        <p:tgtEl>
                                          <p:spTgt spid="408706"/>
                                        </p:tgtEl>
                                        <p:attrNameLst>
                                          <p:attrName>ppt_h</p:attrName>
                                        </p:attrNameLst>
                                      </p:cBhvr>
                                      <p:tavLst>
                                        <p:tav tm="0">
                                          <p:val>
                                            <p:fltVal val="0"/>
                                          </p:val>
                                        </p:tav>
                                        <p:tav tm="100000">
                                          <p:val>
                                            <p:strVal val="#ppt_h"/>
                                          </p:val>
                                        </p:tav>
                                      </p:tavLst>
                                    </p:anim>
                                  </p:childTnLst>
                                </p:cTn>
                              </p:par>
                            </p:childTnLst>
                          </p:cTn>
                        </p:par>
                      </p:childTnLst>
                    </p:cTn>
                  </p:par>
                  <p:par>
                    <p:cTn id="245" fill="hold" nodeType="clickPar">
                      <p:stCondLst>
                        <p:cond delay="indefinite"/>
                      </p:stCondLst>
                      <p:childTnLst>
                        <p:par>
                          <p:cTn id="246" fill="hold" nodeType="withGroup">
                            <p:stCondLst>
                              <p:cond delay="0"/>
                            </p:stCondLst>
                            <p:childTnLst>
                              <p:par>
                                <p:cTn id="247" presetID="23" presetClass="entr" presetSubtype="16" fill="hold" nodeType="clickEffect">
                                  <p:stCondLst>
                                    <p:cond delay="0"/>
                                  </p:stCondLst>
                                  <p:childTnLst>
                                    <p:set>
                                      <p:cBhvr>
                                        <p:cTn id="248" dur="1" fill="hold">
                                          <p:stCondLst>
                                            <p:cond delay="0"/>
                                          </p:stCondLst>
                                        </p:cTn>
                                        <p:tgtEl>
                                          <p:spTgt spid="408705"/>
                                        </p:tgtEl>
                                        <p:attrNameLst>
                                          <p:attrName>style.visibility</p:attrName>
                                        </p:attrNameLst>
                                      </p:cBhvr>
                                      <p:to>
                                        <p:strVal val="visible"/>
                                      </p:to>
                                    </p:set>
                                    <p:anim calcmode="lin" valueType="num">
                                      <p:cBhvr>
                                        <p:cTn id="249" dur="500" fill="hold"/>
                                        <p:tgtEl>
                                          <p:spTgt spid="408705"/>
                                        </p:tgtEl>
                                        <p:attrNameLst>
                                          <p:attrName>ppt_w</p:attrName>
                                        </p:attrNameLst>
                                      </p:cBhvr>
                                      <p:tavLst>
                                        <p:tav tm="0">
                                          <p:val>
                                            <p:fltVal val="0"/>
                                          </p:val>
                                        </p:tav>
                                        <p:tav tm="100000">
                                          <p:val>
                                            <p:strVal val="#ppt_w"/>
                                          </p:val>
                                        </p:tav>
                                      </p:tavLst>
                                    </p:anim>
                                    <p:anim calcmode="lin" valueType="num">
                                      <p:cBhvr>
                                        <p:cTn id="250" dur="500" fill="hold"/>
                                        <p:tgtEl>
                                          <p:spTgt spid="40870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8578" grpId="0" animBg="1"/>
      <p:bldP spid="408595" grpId="0" autoUpdateAnimBg="0"/>
      <p:bldP spid="408596" grpId="0" animBg="1"/>
      <p:bldP spid="408597" grpId="0" animBg="1"/>
      <p:bldP spid="408598" grpId="0" animBg="1"/>
      <p:bldP spid="408599" grpId="0" animBg="1"/>
      <p:bldP spid="408600" grpId="0" animBg="1"/>
      <p:bldP spid="408601" grpId="0" animBg="1"/>
      <p:bldP spid="408602" grpId="0" animBg="1"/>
      <p:bldP spid="408603" grpId="0" animBg="1"/>
      <p:bldP spid="408604" grpId="0" animBg="1"/>
      <p:bldP spid="408605" grpId="0" animBg="1"/>
      <p:bldP spid="408606" grpId="0" animBg="1"/>
      <p:bldP spid="408612" grpId="0" animBg="1"/>
      <p:bldP spid="408636" grpId="0" animBg="1"/>
      <p:bldP spid="40873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Oval 2"/>
          <p:cNvSpPr>
            <a:spLocks noChangeArrowheads="1"/>
          </p:cNvSpPr>
          <p:nvPr/>
        </p:nvSpPr>
        <p:spPr bwMode="auto">
          <a:xfrm>
            <a:off x="1066800" y="3781425"/>
            <a:ext cx="1600200" cy="1600200"/>
          </a:xfrm>
          <a:prstGeom prst="ellipse">
            <a:avLst/>
          </a:prstGeom>
          <a:solidFill>
            <a:schemeClr val="bg1"/>
          </a:solidFill>
          <a:ln w="28575">
            <a:solidFill>
              <a:schemeClr val="accent2"/>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723" name="Oval 3"/>
          <p:cNvSpPr>
            <a:spLocks noChangeArrowheads="1"/>
          </p:cNvSpPr>
          <p:nvPr/>
        </p:nvSpPr>
        <p:spPr bwMode="auto">
          <a:xfrm>
            <a:off x="1828800" y="508635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24" name="Line 4"/>
          <p:cNvSpPr>
            <a:spLocks noChangeShapeType="1"/>
          </p:cNvSpPr>
          <p:nvPr/>
        </p:nvSpPr>
        <p:spPr bwMode="auto">
          <a:xfrm>
            <a:off x="1276350" y="2895600"/>
            <a:ext cx="0" cy="1676400"/>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725" name="Arc 5"/>
          <p:cNvSpPr>
            <a:spLocks/>
          </p:cNvSpPr>
          <p:nvPr/>
        </p:nvSpPr>
        <p:spPr bwMode="auto">
          <a:xfrm rot="10984181">
            <a:off x="1276350" y="4559300"/>
            <a:ext cx="582613" cy="581025"/>
          </a:xfrm>
          <a:custGeom>
            <a:avLst/>
            <a:gdLst>
              <a:gd name="G0" fmla="+- 0 0 0"/>
              <a:gd name="G1" fmla="+- 21600 0 0"/>
              <a:gd name="G2" fmla="+- 21600 0 0"/>
              <a:gd name="T0" fmla="*/ 0 w 21575"/>
              <a:gd name="T1" fmla="*/ 0 h 21600"/>
              <a:gd name="T2" fmla="*/ 21575 w 21575"/>
              <a:gd name="T3" fmla="*/ 20557 h 21600"/>
              <a:gd name="T4" fmla="*/ 0 w 21575"/>
              <a:gd name="T5" fmla="*/ 21600 h 21600"/>
            </a:gdLst>
            <a:ahLst/>
            <a:cxnLst>
              <a:cxn ang="0">
                <a:pos x="T0" y="T1"/>
              </a:cxn>
              <a:cxn ang="0">
                <a:pos x="T2" y="T3"/>
              </a:cxn>
              <a:cxn ang="0">
                <a:pos x="T4" y="T5"/>
              </a:cxn>
            </a:cxnLst>
            <a:rect l="0" t="0" r="r" b="b"/>
            <a:pathLst>
              <a:path w="21575" h="21600" fill="none" extrusionOk="0">
                <a:moveTo>
                  <a:pt x="0" y="-1"/>
                </a:moveTo>
                <a:cubicBezTo>
                  <a:pt x="11523" y="-1"/>
                  <a:pt x="21018" y="9046"/>
                  <a:pt x="21574" y="20557"/>
                </a:cubicBezTo>
              </a:path>
              <a:path w="21575" h="21600" stroke="0" extrusionOk="0">
                <a:moveTo>
                  <a:pt x="0" y="-1"/>
                </a:moveTo>
                <a:cubicBezTo>
                  <a:pt x="11523" y="-1"/>
                  <a:pt x="21018" y="9046"/>
                  <a:pt x="21574" y="20557"/>
                </a:cubicBezTo>
                <a:lnTo>
                  <a:pt x="0" y="21600"/>
                </a:lnTo>
                <a:close/>
              </a:path>
            </a:pathLst>
          </a:custGeom>
          <a:noFill/>
          <a:ln w="9525">
            <a:solidFill>
              <a:schemeClr val="bg2"/>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4726" name="Group 6"/>
          <p:cNvGrpSpPr>
            <a:grpSpLocks/>
          </p:cNvGrpSpPr>
          <p:nvPr/>
        </p:nvGrpSpPr>
        <p:grpSpPr bwMode="auto">
          <a:xfrm>
            <a:off x="1038225" y="3810000"/>
            <a:ext cx="1600200" cy="1600200"/>
            <a:chOff x="672" y="2400"/>
            <a:chExt cx="1008" cy="1008"/>
          </a:xfrm>
        </p:grpSpPr>
        <p:sp>
          <p:nvSpPr>
            <p:cNvPr id="414727" name="Line 7"/>
            <p:cNvSpPr>
              <a:spLocks noChangeShapeType="1"/>
            </p:cNvSpPr>
            <p:nvPr/>
          </p:nvSpPr>
          <p:spPr bwMode="auto">
            <a:xfrm>
              <a:off x="1189" y="2400"/>
              <a:ext cx="0" cy="1008"/>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28" name="Line 8"/>
            <p:cNvSpPr>
              <a:spLocks noChangeShapeType="1"/>
            </p:cNvSpPr>
            <p:nvPr/>
          </p:nvSpPr>
          <p:spPr bwMode="auto">
            <a:xfrm>
              <a:off x="672" y="2902"/>
              <a:ext cx="1008" cy="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29" name="Line 9"/>
            <p:cNvSpPr>
              <a:spLocks noChangeShapeType="1"/>
            </p:cNvSpPr>
            <p:nvPr/>
          </p:nvSpPr>
          <p:spPr bwMode="auto">
            <a:xfrm rot="189070" flipH="1" flipV="1">
              <a:off x="766" y="2576"/>
              <a:ext cx="814" cy="634"/>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30" name="Line 10"/>
            <p:cNvSpPr>
              <a:spLocks noChangeShapeType="1"/>
            </p:cNvSpPr>
            <p:nvPr/>
          </p:nvSpPr>
          <p:spPr bwMode="auto">
            <a:xfrm rot="21410930" flipV="1">
              <a:off x="768" y="2598"/>
              <a:ext cx="814" cy="634"/>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14731" name="Group 11"/>
          <p:cNvGrpSpPr>
            <a:grpSpLocks/>
          </p:cNvGrpSpPr>
          <p:nvPr/>
        </p:nvGrpSpPr>
        <p:grpSpPr bwMode="auto">
          <a:xfrm>
            <a:off x="1038225" y="1598613"/>
            <a:ext cx="1600200" cy="1849437"/>
            <a:chOff x="672" y="1007"/>
            <a:chExt cx="1008" cy="1165"/>
          </a:xfrm>
        </p:grpSpPr>
        <p:sp>
          <p:nvSpPr>
            <p:cNvPr id="414732" name="AutoShape 12"/>
            <p:cNvSpPr>
              <a:spLocks noChangeArrowheads="1"/>
            </p:cNvSpPr>
            <p:nvPr/>
          </p:nvSpPr>
          <p:spPr bwMode="auto">
            <a:xfrm>
              <a:off x="672" y="1020"/>
              <a:ext cx="1008" cy="1152"/>
            </a:xfrm>
            <a:prstGeom prst="triangle">
              <a:avLst>
                <a:gd name="adj" fmla="val 50000"/>
              </a:avLst>
            </a:prstGeom>
            <a:solidFill>
              <a:schemeClr val="bg1"/>
            </a:solidFill>
            <a:ln w="28575">
              <a:solidFill>
                <a:schemeClr val="accent2"/>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733" name="Line 13"/>
            <p:cNvSpPr>
              <a:spLocks noChangeShapeType="1"/>
            </p:cNvSpPr>
            <p:nvPr/>
          </p:nvSpPr>
          <p:spPr bwMode="auto">
            <a:xfrm rot="92115" flipH="1">
              <a:off x="816" y="1007"/>
              <a:ext cx="348" cy="1153"/>
            </a:xfrm>
            <a:prstGeom prst="line">
              <a:avLst/>
            </a:prstGeom>
            <a:noFill/>
            <a:ln w="31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34" name="Line 14"/>
            <p:cNvSpPr>
              <a:spLocks noChangeShapeType="1"/>
            </p:cNvSpPr>
            <p:nvPr/>
          </p:nvSpPr>
          <p:spPr bwMode="auto">
            <a:xfrm rot="-92115">
              <a:off x="1200" y="1019"/>
              <a:ext cx="348" cy="1153"/>
            </a:xfrm>
            <a:prstGeom prst="line">
              <a:avLst/>
            </a:prstGeom>
            <a:noFill/>
            <a:ln w="31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grpSp>
        <p:nvGrpSpPr>
          <p:cNvPr id="414735" name="Group 15"/>
          <p:cNvGrpSpPr>
            <a:grpSpLocks/>
          </p:cNvGrpSpPr>
          <p:nvPr/>
        </p:nvGrpSpPr>
        <p:grpSpPr bwMode="auto">
          <a:xfrm>
            <a:off x="1038225" y="1447800"/>
            <a:ext cx="1600200" cy="3276600"/>
            <a:chOff x="672" y="912"/>
            <a:chExt cx="1008" cy="2064"/>
          </a:xfrm>
        </p:grpSpPr>
        <p:sp>
          <p:nvSpPr>
            <p:cNvPr id="414736" name="Line 16"/>
            <p:cNvSpPr>
              <a:spLocks noChangeShapeType="1"/>
            </p:cNvSpPr>
            <p:nvPr/>
          </p:nvSpPr>
          <p:spPr bwMode="auto">
            <a:xfrm>
              <a:off x="672" y="2160"/>
              <a:ext cx="0" cy="816"/>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37" name="Line 17"/>
            <p:cNvSpPr>
              <a:spLocks noChangeShapeType="1"/>
            </p:cNvSpPr>
            <p:nvPr/>
          </p:nvSpPr>
          <p:spPr bwMode="auto">
            <a:xfrm>
              <a:off x="1680" y="2160"/>
              <a:ext cx="0" cy="816"/>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38" name="Line 18"/>
            <p:cNvSpPr>
              <a:spLocks noChangeShapeType="1"/>
            </p:cNvSpPr>
            <p:nvPr/>
          </p:nvSpPr>
          <p:spPr bwMode="auto">
            <a:xfrm flipV="1">
              <a:off x="798" y="2160"/>
              <a:ext cx="0" cy="432"/>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39" name="Line 19"/>
            <p:cNvSpPr>
              <a:spLocks noChangeShapeType="1"/>
            </p:cNvSpPr>
            <p:nvPr/>
          </p:nvSpPr>
          <p:spPr bwMode="auto">
            <a:xfrm flipV="1">
              <a:off x="1560" y="2148"/>
              <a:ext cx="0" cy="432"/>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40" name="Line 20"/>
            <p:cNvSpPr>
              <a:spLocks noChangeShapeType="1"/>
            </p:cNvSpPr>
            <p:nvPr/>
          </p:nvSpPr>
          <p:spPr bwMode="auto">
            <a:xfrm>
              <a:off x="1176" y="912"/>
              <a:ext cx="0" cy="1344"/>
            </a:xfrm>
            <a:prstGeom prst="line">
              <a:avLst/>
            </a:prstGeom>
            <a:noFill/>
            <a:ln w="3175">
              <a:solidFill>
                <a:schemeClr val="folHlink"/>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14741" name="Text Box 21"/>
          <p:cNvSpPr txBox="1">
            <a:spLocks noChangeArrowheads="1"/>
          </p:cNvSpPr>
          <p:nvPr/>
        </p:nvSpPr>
        <p:spPr bwMode="auto">
          <a:xfrm>
            <a:off x="428625" y="3200400"/>
            <a:ext cx="381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X</a:t>
            </a:r>
          </a:p>
        </p:txBody>
      </p:sp>
      <p:sp>
        <p:nvSpPr>
          <p:cNvPr id="414742" name="Text Box 22"/>
          <p:cNvSpPr txBox="1">
            <a:spLocks noChangeArrowheads="1"/>
          </p:cNvSpPr>
          <p:nvPr/>
        </p:nvSpPr>
        <p:spPr bwMode="auto">
          <a:xfrm>
            <a:off x="3048000" y="3200400"/>
            <a:ext cx="457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1" hangingPunct="1">
              <a:spcBef>
                <a:spcPct val="50000"/>
              </a:spcBef>
            </a:pPr>
            <a:r>
              <a:rPr lang="en-US" altLang="en-US" b="0">
                <a:latin typeface="Times New Roman" charset="0"/>
              </a:rPr>
              <a:t>Y</a:t>
            </a:r>
          </a:p>
        </p:txBody>
      </p:sp>
      <p:grpSp>
        <p:nvGrpSpPr>
          <p:cNvPr id="414743" name="Group 23"/>
          <p:cNvGrpSpPr>
            <a:grpSpLocks/>
          </p:cNvGrpSpPr>
          <p:nvPr/>
        </p:nvGrpSpPr>
        <p:grpSpPr bwMode="auto">
          <a:xfrm>
            <a:off x="809625" y="3419475"/>
            <a:ext cx="2065338" cy="314325"/>
            <a:chOff x="528" y="2016"/>
            <a:chExt cx="1301" cy="198"/>
          </a:xfrm>
        </p:grpSpPr>
        <p:sp>
          <p:nvSpPr>
            <p:cNvPr id="414744" name="Text Box 24"/>
            <p:cNvSpPr txBox="1">
              <a:spLocks noChangeArrowheads="1"/>
            </p:cNvSpPr>
            <p:nvPr/>
          </p:nvSpPr>
          <p:spPr bwMode="auto">
            <a:xfrm>
              <a:off x="1626"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grpSp>
          <p:nvGrpSpPr>
            <p:cNvPr id="414745" name="Group 25"/>
            <p:cNvGrpSpPr>
              <a:grpSpLocks/>
            </p:cNvGrpSpPr>
            <p:nvPr/>
          </p:nvGrpSpPr>
          <p:grpSpPr bwMode="auto">
            <a:xfrm>
              <a:off x="528" y="2016"/>
              <a:ext cx="1175" cy="198"/>
              <a:chOff x="528" y="2016"/>
              <a:chExt cx="1175" cy="198"/>
            </a:xfrm>
          </p:grpSpPr>
          <p:sp>
            <p:nvSpPr>
              <p:cNvPr id="414746" name="Text Box 26"/>
              <p:cNvSpPr txBox="1">
                <a:spLocks noChangeArrowheads="1"/>
              </p:cNvSpPr>
              <p:nvPr/>
            </p:nvSpPr>
            <p:spPr bwMode="auto">
              <a:xfrm>
                <a:off x="528"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14747" name="Text Box 27"/>
              <p:cNvSpPr txBox="1">
                <a:spLocks noChangeArrowheads="1"/>
              </p:cNvSpPr>
              <p:nvPr/>
            </p:nvSpPr>
            <p:spPr bwMode="auto">
              <a:xfrm>
                <a:off x="768"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14748" name="Text Box 28"/>
              <p:cNvSpPr txBox="1">
                <a:spLocks noChangeArrowheads="1"/>
              </p:cNvSpPr>
              <p:nvPr/>
            </p:nvSpPr>
            <p:spPr bwMode="auto">
              <a:xfrm>
                <a:off x="1494" y="2022"/>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14749" name="Text Box 29"/>
              <p:cNvSpPr txBox="1">
                <a:spLocks noChangeArrowheads="1"/>
              </p:cNvSpPr>
              <p:nvPr/>
            </p:nvSpPr>
            <p:spPr bwMode="auto">
              <a:xfrm>
                <a:off x="1008" y="2016"/>
                <a:ext cx="20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14750" name="Text Box 30"/>
              <p:cNvSpPr txBox="1">
                <a:spLocks noChangeArrowheads="1"/>
              </p:cNvSpPr>
              <p:nvPr/>
            </p:nvSpPr>
            <p:spPr bwMode="auto">
              <a:xfrm>
                <a:off x="1135"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r>
                  <a:rPr lang="en-US" altLang="en-US" sz="1400" b="0">
                    <a:latin typeface="Times New Roman" charset="0"/>
                  </a:rPr>
                  <a:t>g’</a:t>
                </a:r>
              </a:p>
            </p:txBody>
          </p:sp>
          <p:sp>
            <p:nvSpPr>
              <p:cNvPr id="414751" name="Text Box 31"/>
              <p:cNvSpPr txBox="1">
                <a:spLocks noChangeArrowheads="1"/>
              </p:cNvSpPr>
              <p:nvPr/>
            </p:nvSpPr>
            <p:spPr bwMode="auto">
              <a:xfrm>
                <a:off x="1394" y="2016"/>
                <a:ext cx="19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14752" name="Text Box 32"/>
              <p:cNvSpPr txBox="1">
                <a:spLocks noChangeArrowheads="1"/>
              </p:cNvSpPr>
              <p:nvPr/>
            </p:nvSpPr>
            <p:spPr bwMode="auto">
              <a:xfrm>
                <a:off x="672" y="2016"/>
                <a:ext cx="20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grpSp>
      </p:grpSp>
      <p:sp>
        <p:nvSpPr>
          <p:cNvPr id="414753" name="Text Box 33"/>
          <p:cNvSpPr txBox="1">
            <a:spLocks noChangeArrowheads="1"/>
          </p:cNvSpPr>
          <p:nvPr/>
        </p:nvSpPr>
        <p:spPr bwMode="auto">
          <a:xfrm>
            <a:off x="1800225" y="1447800"/>
            <a:ext cx="3317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nvGrpSpPr>
          <p:cNvPr id="414754" name="Group 34"/>
          <p:cNvGrpSpPr>
            <a:grpSpLocks/>
          </p:cNvGrpSpPr>
          <p:nvPr/>
        </p:nvGrpSpPr>
        <p:grpSpPr bwMode="auto">
          <a:xfrm>
            <a:off x="838200" y="3505200"/>
            <a:ext cx="2076450" cy="2070100"/>
            <a:chOff x="528" y="2232"/>
            <a:chExt cx="1308" cy="1304"/>
          </a:xfrm>
        </p:grpSpPr>
        <p:grpSp>
          <p:nvGrpSpPr>
            <p:cNvPr id="414755" name="Group 35"/>
            <p:cNvGrpSpPr>
              <a:grpSpLocks/>
            </p:cNvGrpSpPr>
            <p:nvPr/>
          </p:nvGrpSpPr>
          <p:grpSpPr bwMode="auto">
            <a:xfrm>
              <a:off x="528" y="2232"/>
              <a:ext cx="1308" cy="1304"/>
              <a:chOff x="528" y="2232"/>
              <a:chExt cx="1308" cy="1304"/>
            </a:xfrm>
          </p:grpSpPr>
          <p:sp>
            <p:nvSpPr>
              <p:cNvPr id="414756" name="Text Box 36"/>
              <p:cNvSpPr txBox="1">
                <a:spLocks noChangeArrowheads="1"/>
              </p:cNvSpPr>
              <p:nvPr/>
            </p:nvSpPr>
            <p:spPr bwMode="auto">
              <a:xfrm>
                <a:off x="672" y="2448"/>
                <a:ext cx="1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latin typeface="Times New Roman" charset="0"/>
                  </a:rPr>
                  <a:t>h</a:t>
                </a:r>
              </a:p>
            </p:txBody>
          </p:sp>
          <p:sp>
            <p:nvSpPr>
              <p:cNvPr id="414757" name="Text Box 37"/>
              <p:cNvSpPr txBox="1">
                <a:spLocks noChangeArrowheads="1"/>
              </p:cNvSpPr>
              <p:nvPr/>
            </p:nvSpPr>
            <p:spPr bwMode="auto">
              <a:xfrm>
                <a:off x="528" y="2768"/>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14758" name="Text Box 38"/>
              <p:cNvSpPr txBox="1">
                <a:spLocks noChangeArrowheads="1"/>
              </p:cNvSpPr>
              <p:nvPr/>
            </p:nvSpPr>
            <p:spPr bwMode="auto">
              <a:xfrm>
                <a:off x="672" y="317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14759" name="Text Box 39"/>
              <p:cNvSpPr txBox="1">
                <a:spLocks noChangeArrowheads="1"/>
              </p:cNvSpPr>
              <p:nvPr/>
            </p:nvSpPr>
            <p:spPr bwMode="auto">
              <a:xfrm>
                <a:off x="1104" y="3344"/>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14760" name="Text Box 40"/>
              <p:cNvSpPr txBox="1">
                <a:spLocks noChangeArrowheads="1"/>
              </p:cNvSpPr>
              <p:nvPr/>
            </p:nvSpPr>
            <p:spPr bwMode="auto">
              <a:xfrm>
                <a:off x="1536" y="3171"/>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14761" name="Text Box 41"/>
              <p:cNvSpPr txBox="1">
                <a:spLocks noChangeArrowheads="1"/>
              </p:cNvSpPr>
              <p:nvPr/>
            </p:nvSpPr>
            <p:spPr bwMode="auto">
              <a:xfrm>
                <a:off x="1670" y="2791"/>
                <a:ext cx="16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14762" name="Text Box 42"/>
              <p:cNvSpPr txBox="1">
                <a:spLocks noChangeArrowheads="1"/>
              </p:cNvSpPr>
              <p:nvPr/>
            </p:nvSpPr>
            <p:spPr bwMode="auto">
              <a:xfrm>
                <a:off x="1104" y="2232"/>
                <a:ext cx="1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14763" name="Text Box 43"/>
              <p:cNvSpPr txBox="1">
                <a:spLocks noChangeArrowheads="1"/>
              </p:cNvSpPr>
              <p:nvPr/>
            </p:nvSpPr>
            <p:spPr bwMode="auto">
              <a:xfrm>
                <a:off x="1536" y="2462"/>
                <a:ext cx="153"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grpSp>
        <p:sp>
          <p:nvSpPr>
            <p:cNvPr id="414764" name="Text Box 44"/>
            <p:cNvSpPr txBox="1">
              <a:spLocks noChangeArrowheads="1"/>
            </p:cNvSpPr>
            <p:nvPr/>
          </p:nvSpPr>
          <p:spPr bwMode="auto">
            <a:xfrm>
              <a:off x="1008" y="2832"/>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O</a:t>
              </a:r>
            </a:p>
          </p:txBody>
        </p:sp>
      </p:grpSp>
      <p:sp>
        <p:nvSpPr>
          <p:cNvPr id="414765" name="Line 45"/>
          <p:cNvSpPr>
            <a:spLocks noChangeShapeType="1"/>
          </p:cNvSpPr>
          <p:nvPr/>
        </p:nvSpPr>
        <p:spPr bwMode="auto">
          <a:xfrm>
            <a:off x="762000" y="3429000"/>
            <a:ext cx="2362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66" name="Line 46"/>
          <p:cNvSpPr>
            <a:spLocks noChangeShapeType="1"/>
          </p:cNvSpPr>
          <p:nvPr/>
        </p:nvSpPr>
        <p:spPr bwMode="auto">
          <a:xfrm rot="20722331" flipH="1">
            <a:off x="3733800" y="2443163"/>
            <a:ext cx="1295400" cy="1447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67" name="Line 47"/>
          <p:cNvSpPr>
            <a:spLocks noChangeShapeType="1"/>
          </p:cNvSpPr>
          <p:nvPr/>
        </p:nvSpPr>
        <p:spPr bwMode="auto">
          <a:xfrm rot="877669" flipH="1" flipV="1">
            <a:off x="3733800" y="4119563"/>
            <a:ext cx="1295400" cy="14478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68" name="Arc 48"/>
          <p:cNvSpPr>
            <a:spLocks/>
          </p:cNvSpPr>
          <p:nvPr/>
        </p:nvSpPr>
        <p:spPr bwMode="auto">
          <a:xfrm>
            <a:off x="3849688" y="2311400"/>
            <a:ext cx="1943100" cy="3379788"/>
          </a:xfrm>
          <a:custGeom>
            <a:avLst/>
            <a:gdLst>
              <a:gd name="G0" fmla="+- 0 0 0"/>
              <a:gd name="G1" fmla="+- 18841 0 0"/>
              <a:gd name="G2" fmla="+- 21600 0 0"/>
              <a:gd name="T0" fmla="*/ 10563 w 21600"/>
              <a:gd name="T1" fmla="*/ 0 h 37575"/>
              <a:gd name="T2" fmla="*/ 10751 w 21600"/>
              <a:gd name="T3" fmla="*/ 37575 h 37575"/>
              <a:gd name="T4" fmla="*/ 0 w 21600"/>
              <a:gd name="T5" fmla="*/ 18841 h 37575"/>
            </a:gdLst>
            <a:ahLst/>
            <a:cxnLst>
              <a:cxn ang="0">
                <a:pos x="T0" y="T1"/>
              </a:cxn>
              <a:cxn ang="0">
                <a:pos x="T2" y="T3"/>
              </a:cxn>
              <a:cxn ang="0">
                <a:pos x="T4" y="T5"/>
              </a:cxn>
            </a:cxnLst>
            <a:rect l="0" t="0" r="r" b="b"/>
            <a:pathLst>
              <a:path w="21600" h="37575" fill="none" extrusionOk="0">
                <a:moveTo>
                  <a:pt x="10562" y="0"/>
                </a:moveTo>
                <a:cubicBezTo>
                  <a:pt x="17379" y="3821"/>
                  <a:pt x="21600" y="11026"/>
                  <a:pt x="21600" y="18841"/>
                </a:cubicBezTo>
                <a:cubicBezTo>
                  <a:pt x="21600" y="26578"/>
                  <a:pt x="17461" y="33724"/>
                  <a:pt x="10751" y="37575"/>
                </a:cubicBezTo>
              </a:path>
              <a:path w="21600" h="37575" stroke="0" extrusionOk="0">
                <a:moveTo>
                  <a:pt x="10562" y="0"/>
                </a:moveTo>
                <a:cubicBezTo>
                  <a:pt x="17379" y="3821"/>
                  <a:pt x="21600" y="11026"/>
                  <a:pt x="21600" y="18841"/>
                </a:cubicBezTo>
                <a:cubicBezTo>
                  <a:pt x="21600" y="26578"/>
                  <a:pt x="17461" y="33724"/>
                  <a:pt x="10751" y="37575"/>
                </a:cubicBezTo>
                <a:lnTo>
                  <a:pt x="0" y="18841"/>
                </a:lnTo>
                <a:close/>
              </a:path>
            </a:pathLst>
          </a:custGeom>
          <a:noFill/>
          <a:ln w="2857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4769" name="Group 49"/>
          <p:cNvGrpSpPr>
            <a:grpSpLocks/>
          </p:cNvGrpSpPr>
          <p:nvPr/>
        </p:nvGrpSpPr>
        <p:grpSpPr bwMode="auto">
          <a:xfrm>
            <a:off x="3962400" y="2671763"/>
            <a:ext cx="1828800" cy="2667000"/>
            <a:chOff x="4136" y="1683"/>
            <a:chExt cx="1152" cy="1680"/>
          </a:xfrm>
        </p:grpSpPr>
        <p:sp>
          <p:nvSpPr>
            <p:cNvPr id="414770" name="Line 50"/>
            <p:cNvSpPr>
              <a:spLocks noChangeShapeType="1"/>
            </p:cNvSpPr>
            <p:nvPr/>
          </p:nvSpPr>
          <p:spPr bwMode="auto">
            <a:xfrm>
              <a:off x="4136" y="2547"/>
              <a:ext cx="1152"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1" name="Line 51"/>
            <p:cNvSpPr>
              <a:spLocks noChangeShapeType="1"/>
            </p:cNvSpPr>
            <p:nvPr/>
          </p:nvSpPr>
          <p:spPr bwMode="auto">
            <a:xfrm flipV="1">
              <a:off x="4136" y="1971"/>
              <a:ext cx="1008" cy="57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2" name="Line 52"/>
            <p:cNvSpPr>
              <a:spLocks noChangeShapeType="1"/>
            </p:cNvSpPr>
            <p:nvPr/>
          </p:nvSpPr>
          <p:spPr bwMode="auto">
            <a:xfrm>
              <a:off x="4136" y="2547"/>
              <a:ext cx="1008" cy="57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3" name="Line 53"/>
            <p:cNvSpPr>
              <a:spLocks noChangeShapeType="1"/>
            </p:cNvSpPr>
            <p:nvPr/>
          </p:nvSpPr>
          <p:spPr bwMode="auto">
            <a:xfrm flipV="1">
              <a:off x="4136" y="1683"/>
              <a:ext cx="816" cy="86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4" name="Line 54"/>
            <p:cNvSpPr>
              <a:spLocks noChangeShapeType="1"/>
            </p:cNvSpPr>
            <p:nvPr/>
          </p:nvSpPr>
          <p:spPr bwMode="auto">
            <a:xfrm flipV="1">
              <a:off x="4136" y="2259"/>
              <a:ext cx="1104" cy="28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5" name="Line 55"/>
            <p:cNvSpPr>
              <a:spLocks noChangeShapeType="1"/>
            </p:cNvSpPr>
            <p:nvPr/>
          </p:nvSpPr>
          <p:spPr bwMode="auto">
            <a:xfrm>
              <a:off x="4136" y="2547"/>
              <a:ext cx="1104" cy="28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76" name="Line 56"/>
            <p:cNvSpPr>
              <a:spLocks noChangeShapeType="1"/>
            </p:cNvSpPr>
            <p:nvPr/>
          </p:nvSpPr>
          <p:spPr bwMode="auto">
            <a:xfrm>
              <a:off x="4136" y="2547"/>
              <a:ext cx="816" cy="81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14777" name="Oval 57"/>
          <p:cNvSpPr>
            <a:spLocks noChangeArrowheads="1"/>
          </p:cNvSpPr>
          <p:nvPr/>
        </p:nvSpPr>
        <p:spPr bwMode="auto">
          <a:xfrm>
            <a:off x="4781550" y="230028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778" name="Text Box 58"/>
          <p:cNvSpPr txBox="1">
            <a:spLocks noChangeArrowheads="1"/>
          </p:cNvSpPr>
          <p:nvPr/>
        </p:nvSpPr>
        <p:spPr bwMode="auto">
          <a:xfrm>
            <a:off x="4178300" y="1676400"/>
            <a:ext cx="1495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DEVELOPMENT</a:t>
            </a:r>
          </a:p>
        </p:txBody>
      </p:sp>
      <p:grpSp>
        <p:nvGrpSpPr>
          <p:cNvPr id="414779" name="Group 59"/>
          <p:cNvGrpSpPr>
            <a:grpSpLocks/>
          </p:cNvGrpSpPr>
          <p:nvPr/>
        </p:nvGrpSpPr>
        <p:grpSpPr bwMode="auto">
          <a:xfrm>
            <a:off x="1143000" y="1809750"/>
            <a:ext cx="1371600" cy="1365250"/>
            <a:chOff x="720" y="1140"/>
            <a:chExt cx="864" cy="860"/>
          </a:xfrm>
        </p:grpSpPr>
        <p:sp>
          <p:nvSpPr>
            <p:cNvPr id="414780" name="Line 60"/>
            <p:cNvSpPr>
              <a:spLocks noChangeShapeType="1"/>
            </p:cNvSpPr>
            <p:nvPr/>
          </p:nvSpPr>
          <p:spPr bwMode="auto">
            <a:xfrm>
              <a:off x="912" y="1548"/>
              <a:ext cx="43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1" name="Line 61"/>
            <p:cNvSpPr>
              <a:spLocks noChangeShapeType="1"/>
            </p:cNvSpPr>
            <p:nvPr/>
          </p:nvSpPr>
          <p:spPr bwMode="auto">
            <a:xfrm>
              <a:off x="1036" y="1276"/>
              <a:ext cx="24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2" name="Line 62"/>
            <p:cNvSpPr>
              <a:spLocks noChangeShapeType="1"/>
            </p:cNvSpPr>
            <p:nvPr/>
          </p:nvSpPr>
          <p:spPr bwMode="auto">
            <a:xfrm>
              <a:off x="1096" y="1140"/>
              <a:ext cx="10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3" name="Line 63"/>
            <p:cNvSpPr>
              <a:spLocks noChangeShapeType="1"/>
            </p:cNvSpPr>
            <p:nvPr/>
          </p:nvSpPr>
          <p:spPr bwMode="auto">
            <a:xfrm>
              <a:off x="1008" y="1404"/>
              <a:ext cx="336"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4" name="Line 64"/>
            <p:cNvSpPr>
              <a:spLocks noChangeShapeType="1"/>
            </p:cNvSpPr>
            <p:nvPr/>
          </p:nvSpPr>
          <p:spPr bwMode="auto">
            <a:xfrm>
              <a:off x="816" y="1844"/>
              <a:ext cx="67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5" name="Line 65"/>
            <p:cNvSpPr>
              <a:spLocks noChangeShapeType="1"/>
            </p:cNvSpPr>
            <p:nvPr/>
          </p:nvSpPr>
          <p:spPr bwMode="auto">
            <a:xfrm>
              <a:off x="864" y="1692"/>
              <a:ext cx="576"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414786" name="Line 66"/>
            <p:cNvSpPr>
              <a:spLocks noChangeShapeType="1"/>
            </p:cNvSpPr>
            <p:nvPr/>
          </p:nvSpPr>
          <p:spPr bwMode="auto">
            <a:xfrm>
              <a:off x="720" y="2000"/>
              <a:ext cx="864"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grpSp>
      <p:sp>
        <p:nvSpPr>
          <p:cNvPr id="414787" name="Oval 67"/>
          <p:cNvSpPr>
            <a:spLocks noChangeArrowheads="1"/>
          </p:cNvSpPr>
          <p:nvPr/>
        </p:nvSpPr>
        <p:spPr bwMode="auto">
          <a:xfrm>
            <a:off x="1295400" y="314325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88" name="Oval 68"/>
          <p:cNvSpPr>
            <a:spLocks noChangeArrowheads="1"/>
          </p:cNvSpPr>
          <p:nvPr/>
        </p:nvSpPr>
        <p:spPr bwMode="auto">
          <a:xfrm>
            <a:off x="1816100" y="28956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89" name="Oval 69"/>
          <p:cNvSpPr>
            <a:spLocks noChangeArrowheads="1"/>
          </p:cNvSpPr>
          <p:nvPr/>
        </p:nvSpPr>
        <p:spPr bwMode="auto">
          <a:xfrm>
            <a:off x="2178050" y="26670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0" name="Oval 70"/>
          <p:cNvSpPr>
            <a:spLocks noChangeArrowheads="1"/>
          </p:cNvSpPr>
          <p:nvPr/>
        </p:nvSpPr>
        <p:spPr bwMode="auto">
          <a:xfrm>
            <a:off x="2025650" y="220345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1" name="Oval 71"/>
          <p:cNvSpPr>
            <a:spLocks noChangeArrowheads="1"/>
          </p:cNvSpPr>
          <p:nvPr/>
        </p:nvSpPr>
        <p:spPr bwMode="auto">
          <a:xfrm>
            <a:off x="2165350" y="241935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2" name="Oval 72"/>
          <p:cNvSpPr>
            <a:spLocks noChangeArrowheads="1"/>
          </p:cNvSpPr>
          <p:nvPr/>
        </p:nvSpPr>
        <p:spPr bwMode="auto">
          <a:xfrm>
            <a:off x="1003300" y="34036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3" name="Oval 73"/>
          <p:cNvSpPr>
            <a:spLocks noChangeArrowheads="1"/>
          </p:cNvSpPr>
          <p:nvPr/>
        </p:nvSpPr>
        <p:spPr bwMode="auto">
          <a:xfrm>
            <a:off x="1816100" y="19939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4" name="Oval 74"/>
          <p:cNvSpPr>
            <a:spLocks noChangeArrowheads="1"/>
          </p:cNvSpPr>
          <p:nvPr/>
        </p:nvSpPr>
        <p:spPr bwMode="auto">
          <a:xfrm>
            <a:off x="1746250" y="1785938"/>
            <a:ext cx="55563" cy="555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795" name="Oval 75"/>
          <p:cNvSpPr>
            <a:spLocks noChangeArrowheads="1"/>
          </p:cNvSpPr>
          <p:nvPr/>
        </p:nvSpPr>
        <p:spPr bwMode="auto">
          <a:xfrm>
            <a:off x="1803400" y="15748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grpSp>
        <p:nvGrpSpPr>
          <p:cNvPr id="414796" name="Group 76"/>
          <p:cNvGrpSpPr>
            <a:grpSpLocks/>
          </p:cNvGrpSpPr>
          <p:nvPr/>
        </p:nvGrpSpPr>
        <p:grpSpPr bwMode="auto">
          <a:xfrm>
            <a:off x="1295400" y="3200400"/>
            <a:ext cx="55563" cy="1857375"/>
            <a:chOff x="816" y="2016"/>
            <a:chExt cx="35" cy="1170"/>
          </a:xfrm>
        </p:grpSpPr>
        <p:sp>
          <p:nvSpPr>
            <p:cNvPr id="414797" name="Line 77"/>
            <p:cNvSpPr>
              <a:spLocks noChangeShapeType="1"/>
            </p:cNvSpPr>
            <p:nvPr/>
          </p:nvSpPr>
          <p:spPr bwMode="auto">
            <a:xfrm>
              <a:off x="832" y="2016"/>
              <a:ext cx="0" cy="115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798" name="Oval 78"/>
            <p:cNvSpPr>
              <a:spLocks noChangeArrowheads="1"/>
            </p:cNvSpPr>
            <p:nvPr/>
          </p:nvSpPr>
          <p:spPr bwMode="auto">
            <a:xfrm>
              <a:off x="816" y="3151"/>
              <a:ext cx="35" cy="3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grpSp>
      <p:grpSp>
        <p:nvGrpSpPr>
          <p:cNvPr id="414799" name="Group 79"/>
          <p:cNvGrpSpPr>
            <a:grpSpLocks/>
          </p:cNvGrpSpPr>
          <p:nvPr/>
        </p:nvGrpSpPr>
        <p:grpSpPr bwMode="auto">
          <a:xfrm>
            <a:off x="2178050" y="2667000"/>
            <a:ext cx="55563" cy="2362200"/>
            <a:chOff x="1372" y="1680"/>
            <a:chExt cx="35" cy="1488"/>
          </a:xfrm>
        </p:grpSpPr>
        <p:sp>
          <p:nvSpPr>
            <p:cNvPr id="414800" name="Oval 80"/>
            <p:cNvSpPr>
              <a:spLocks noChangeArrowheads="1"/>
            </p:cNvSpPr>
            <p:nvPr/>
          </p:nvSpPr>
          <p:spPr bwMode="auto">
            <a:xfrm>
              <a:off x="1372" y="3084"/>
              <a:ext cx="35" cy="3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801" name="Line 81"/>
            <p:cNvSpPr>
              <a:spLocks noChangeShapeType="1"/>
            </p:cNvSpPr>
            <p:nvPr/>
          </p:nvSpPr>
          <p:spPr bwMode="auto">
            <a:xfrm>
              <a:off x="1392" y="1680"/>
              <a:ext cx="0" cy="14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14802" name="Oval 82"/>
          <p:cNvSpPr>
            <a:spLocks noChangeArrowheads="1"/>
          </p:cNvSpPr>
          <p:nvPr/>
        </p:nvSpPr>
        <p:spPr bwMode="auto">
          <a:xfrm>
            <a:off x="1724025" y="4495800"/>
            <a:ext cx="55563"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grpSp>
        <p:nvGrpSpPr>
          <p:cNvPr id="414803" name="Group 83"/>
          <p:cNvGrpSpPr>
            <a:grpSpLocks/>
          </p:cNvGrpSpPr>
          <p:nvPr/>
        </p:nvGrpSpPr>
        <p:grpSpPr bwMode="auto">
          <a:xfrm>
            <a:off x="2152650" y="2438400"/>
            <a:ext cx="55563" cy="2209800"/>
            <a:chOff x="1356" y="1536"/>
            <a:chExt cx="35" cy="1392"/>
          </a:xfrm>
        </p:grpSpPr>
        <p:sp>
          <p:nvSpPr>
            <p:cNvPr id="414804" name="Line 84"/>
            <p:cNvSpPr>
              <a:spLocks noChangeShapeType="1"/>
            </p:cNvSpPr>
            <p:nvPr/>
          </p:nvSpPr>
          <p:spPr bwMode="auto">
            <a:xfrm>
              <a:off x="1376" y="1536"/>
              <a:ext cx="0" cy="13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05" name="Oval 85"/>
            <p:cNvSpPr>
              <a:spLocks noChangeArrowheads="1"/>
            </p:cNvSpPr>
            <p:nvPr/>
          </p:nvSpPr>
          <p:spPr bwMode="auto">
            <a:xfrm>
              <a:off x="1356" y="2880"/>
              <a:ext cx="35" cy="3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grpSp>
      <p:grpSp>
        <p:nvGrpSpPr>
          <p:cNvPr id="414806" name="Group 86"/>
          <p:cNvGrpSpPr>
            <a:grpSpLocks/>
          </p:cNvGrpSpPr>
          <p:nvPr/>
        </p:nvGrpSpPr>
        <p:grpSpPr bwMode="auto">
          <a:xfrm>
            <a:off x="2038350" y="2209800"/>
            <a:ext cx="55563" cy="2246313"/>
            <a:chOff x="1284" y="1392"/>
            <a:chExt cx="35" cy="1415"/>
          </a:xfrm>
        </p:grpSpPr>
        <p:sp>
          <p:nvSpPr>
            <p:cNvPr id="414807" name="Oval 87"/>
            <p:cNvSpPr>
              <a:spLocks noChangeArrowheads="1"/>
            </p:cNvSpPr>
            <p:nvPr/>
          </p:nvSpPr>
          <p:spPr bwMode="auto">
            <a:xfrm>
              <a:off x="1284" y="2772"/>
              <a:ext cx="35" cy="35"/>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808" name="Line 88"/>
            <p:cNvSpPr>
              <a:spLocks noChangeShapeType="1"/>
            </p:cNvSpPr>
            <p:nvPr/>
          </p:nvSpPr>
          <p:spPr bwMode="auto">
            <a:xfrm>
              <a:off x="1296" y="1392"/>
              <a:ext cx="0" cy="13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sp>
        <p:nvSpPr>
          <p:cNvPr id="414809" name="Line 89"/>
          <p:cNvSpPr>
            <a:spLocks noChangeShapeType="1"/>
          </p:cNvSpPr>
          <p:nvPr/>
        </p:nvSpPr>
        <p:spPr bwMode="auto">
          <a:xfrm>
            <a:off x="1762125" y="1828800"/>
            <a:ext cx="0" cy="27432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10" name="Oval 90"/>
          <p:cNvSpPr>
            <a:spLocks noChangeArrowheads="1"/>
          </p:cNvSpPr>
          <p:nvPr/>
        </p:nvSpPr>
        <p:spPr bwMode="auto">
          <a:xfrm>
            <a:off x="1828800" y="4386263"/>
            <a:ext cx="55563" cy="555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endParaRPr lang="en-US" altLang="en-US" sz="1400" b="0">
              <a:latin typeface="Times New Roman" charset="0"/>
            </a:endParaRPr>
          </a:p>
        </p:txBody>
      </p:sp>
      <p:sp>
        <p:nvSpPr>
          <p:cNvPr id="414811" name="Line 91"/>
          <p:cNvSpPr>
            <a:spLocks noChangeShapeType="1"/>
          </p:cNvSpPr>
          <p:nvPr/>
        </p:nvSpPr>
        <p:spPr bwMode="auto">
          <a:xfrm>
            <a:off x="1676400" y="1981200"/>
            <a:ext cx="0" cy="266700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12" name="Arc 92"/>
          <p:cNvSpPr>
            <a:spLocks/>
          </p:cNvSpPr>
          <p:nvPr/>
        </p:nvSpPr>
        <p:spPr bwMode="auto">
          <a:xfrm rot="8798058">
            <a:off x="1666875" y="4443413"/>
            <a:ext cx="250825" cy="190500"/>
          </a:xfrm>
          <a:custGeom>
            <a:avLst/>
            <a:gdLst>
              <a:gd name="G0" fmla="+- 11314 0 0"/>
              <a:gd name="G1" fmla="+- 0 0 0"/>
              <a:gd name="G2" fmla="+- 21600 0 0"/>
              <a:gd name="T0" fmla="*/ 28645 w 28645"/>
              <a:gd name="T1" fmla="*/ 12891 h 21600"/>
              <a:gd name="T2" fmla="*/ 0 w 28645"/>
              <a:gd name="T3" fmla="*/ 18400 h 21600"/>
              <a:gd name="T4" fmla="*/ 11314 w 28645"/>
              <a:gd name="T5" fmla="*/ 0 h 21600"/>
            </a:gdLst>
            <a:ahLst/>
            <a:cxnLst>
              <a:cxn ang="0">
                <a:pos x="T0" y="T1"/>
              </a:cxn>
              <a:cxn ang="0">
                <a:pos x="T2" y="T3"/>
              </a:cxn>
              <a:cxn ang="0">
                <a:pos x="T4" y="T5"/>
              </a:cxn>
            </a:cxnLst>
            <a:rect l="0" t="0" r="r" b="b"/>
            <a:pathLst>
              <a:path w="28645" h="21600" fill="none" extrusionOk="0">
                <a:moveTo>
                  <a:pt x="28645" y="12891"/>
                </a:moveTo>
                <a:cubicBezTo>
                  <a:pt x="24569" y="18370"/>
                  <a:pt x="18142" y="21599"/>
                  <a:pt x="11314" y="21599"/>
                </a:cubicBezTo>
                <a:cubicBezTo>
                  <a:pt x="7319" y="21599"/>
                  <a:pt x="3402" y="20492"/>
                  <a:pt x="0" y="18399"/>
                </a:cubicBezTo>
              </a:path>
              <a:path w="28645" h="21600" stroke="0" extrusionOk="0">
                <a:moveTo>
                  <a:pt x="28645" y="12891"/>
                </a:moveTo>
                <a:cubicBezTo>
                  <a:pt x="24569" y="18370"/>
                  <a:pt x="18142" y="21599"/>
                  <a:pt x="11314" y="21599"/>
                </a:cubicBezTo>
                <a:cubicBezTo>
                  <a:pt x="7319" y="21599"/>
                  <a:pt x="3402" y="20492"/>
                  <a:pt x="0" y="18399"/>
                </a:cubicBezTo>
                <a:lnTo>
                  <a:pt x="11314" y="0"/>
                </a:lnTo>
                <a:close/>
              </a:path>
            </a:pathLst>
          </a:custGeom>
          <a:noFill/>
          <a:ln w="9525">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13" name="Oval 93"/>
          <p:cNvSpPr>
            <a:spLocks noChangeArrowheads="1"/>
          </p:cNvSpPr>
          <p:nvPr/>
        </p:nvSpPr>
        <p:spPr bwMode="auto">
          <a:xfrm>
            <a:off x="1033463" y="4572000"/>
            <a:ext cx="55562" cy="555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1" hangingPunct="1"/>
            <a:r>
              <a:rPr lang="en-US" altLang="en-US" sz="1400" b="0">
                <a:latin typeface="Times New Roman" charset="0"/>
              </a:rPr>
              <a:t>     </a:t>
            </a:r>
          </a:p>
        </p:txBody>
      </p:sp>
      <p:grpSp>
        <p:nvGrpSpPr>
          <p:cNvPr id="414814" name="Group 94"/>
          <p:cNvGrpSpPr>
            <a:grpSpLocks/>
          </p:cNvGrpSpPr>
          <p:nvPr/>
        </p:nvGrpSpPr>
        <p:grpSpPr bwMode="auto">
          <a:xfrm>
            <a:off x="1058863" y="4381500"/>
            <a:ext cx="1173162" cy="806450"/>
            <a:chOff x="667" y="2760"/>
            <a:chExt cx="739" cy="508"/>
          </a:xfrm>
        </p:grpSpPr>
        <p:sp>
          <p:nvSpPr>
            <p:cNvPr id="414815" name="Freeform 95"/>
            <p:cNvSpPr>
              <a:spLocks noEditPoints="1"/>
            </p:cNvSpPr>
            <p:nvPr/>
          </p:nvSpPr>
          <p:spPr bwMode="auto">
            <a:xfrm>
              <a:off x="667" y="2888"/>
              <a:ext cx="720" cy="380"/>
            </a:xfrm>
            <a:custGeom>
              <a:avLst/>
              <a:gdLst>
                <a:gd name="T0" fmla="*/ 30 w 720"/>
                <a:gd name="T1" fmla="*/ 45 h 380"/>
                <a:gd name="T2" fmla="*/ 67 w 720"/>
                <a:gd name="T3" fmla="*/ 123 h 380"/>
                <a:gd name="T4" fmla="*/ 109 w 720"/>
                <a:gd name="T5" fmla="*/ 194 h 380"/>
                <a:gd name="T6" fmla="*/ 157 w 720"/>
                <a:gd name="T7" fmla="*/ 252 h 380"/>
                <a:gd name="T8" fmla="*/ 175 w 720"/>
                <a:gd name="T9" fmla="*/ 288 h 380"/>
                <a:gd name="T10" fmla="*/ 121 w 720"/>
                <a:gd name="T11" fmla="*/ 235 h 380"/>
                <a:gd name="T12" fmla="*/ 73 w 720"/>
                <a:gd name="T13" fmla="*/ 169 h 380"/>
                <a:gd name="T14" fmla="*/ 32 w 720"/>
                <a:gd name="T15" fmla="*/ 93 h 380"/>
                <a:gd name="T16" fmla="*/ 0 w 720"/>
                <a:gd name="T17" fmla="*/ 4 h 380"/>
                <a:gd name="T18" fmla="*/ 184 w 720"/>
                <a:gd name="T19" fmla="*/ 277 h 380"/>
                <a:gd name="T20" fmla="*/ 221 w 720"/>
                <a:gd name="T21" fmla="*/ 304 h 380"/>
                <a:gd name="T22" fmla="*/ 257 w 720"/>
                <a:gd name="T23" fmla="*/ 327 h 380"/>
                <a:gd name="T24" fmla="*/ 298 w 720"/>
                <a:gd name="T25" fmla="*/ 344 h 380"/>
                <a:gd name="T26" fmla="*/ 338 w 720"/>
                <a:gd name="T27" fmla="*/ 357 h 380"/>
                <a:gd name="T28" fmla="*/ 313 w 720"/>
                <a:gd name="T29" fmla="*/ 367 h 380"/>
                <a:gd name="T30" fmla="*/ 271 w 720"/>
                <a:gd name="T31" fmla="*/ 352 h 380"/>
                <a:gd name="T32" fmla="*/ 230 w 720"/>
                <a:gd name="T33" fmla="*/ 331 h 380"/>
                <a:gd name="T34" fmla="*/ 192 w 720"/>
                <a:gd name="T35" fmla="*/ 304 h 380"/>
                <a:gd name="T36" fmla="*/ 184 w 720"/>
                <a:gd name="T37" fmla="*/ 277 h 380"/>
                <a:gd name="T38" fmla="*/ 357 w 720"/>
                <a:gd name="T39" fmla="*/ 361 h 380"/>
                <a:gd name="T40" fmla="*/ 399 w 720"/>
                <a:gd name="T41" fmla="*/ 365 h 380"/>
                <a:gd name="T42" fmla="*/ 442 w 720"/>
                <a:gd name="T43" fmla="*/ 363 h 380"/>
                <a:gd name="T44" fmla="*/ 484 w 720"/>
                <a:gd name="T45" fmla="*/ 357 h 380"/>
                <a:gd name="T46" fmla="*/ 509 w 720"/>
                <a:gd name="T47" fmla="*/ 367 h 380"/>
                <a:gd name="T48" fmla="*/ 465 w 720"/>
                <a:gd name="T49" fmla="*/ 377 h 380"/>
                <a:gd name="T50" fmla="*/ 421 w 720"/>
                <a:gd name="T51" fmla="*/ 380 h 380"/>
                <a:gd name="T52" fmla="*/ 376 w 720"/>
                <a:gd name="T53" fmla="*/ 380 h 380"/>
                <a:gd name="T54" fmla="*/ 334 w 720"/>
                <a:gd name="T55" fmla="*/ 373 h 380"/>
                <a:gd name="T56" fmla="*/ 505 w 720"/>
                <a:gd name="T57" fmla="*/ 352 h 380"/>
                <a:gd name="T58" fmla="*/ 557 w 720"/>
                <a:gd name="T59" fmla="*/ 331 h 380"/>
                <a:gd name="T60" fmla="*/ 609 w 720"/>
                <a:gd name="T61" fmla="*/ 300 h 380"/>
                <a:gd name="T62" fmla="*/ 659 w 720"/>
                <a:gd name="T63" fmla="*/ 260 h 380"/>
                <a:gd name="T64" fmla="*/ 707 w 720"/>
                <a:gd name="T65" fmla="*/ 212 h 380"/>
                <a:gd name="T66" fmla="*/ 695 w 720"/>
                <a:gd name="T67" fmla="*/ 248 h 380"/>
                <a:gd name="T68" fmla="*/ 644 w 720"/>
                <a:gd name="T69" fmla="*/ 294 h 380"/>
                <a:gd name="T70" fmla="*/ 592 w 720"/>
                <a:gd name="T71" fmla="*/ 331 h 380"/>
                <a:gd name="T72" fmla="*/ 536 w 720"/>
                <a:gd name="T73" fmla="*/ 357 h 380"/>
                <a:gd name="T74" fmla="*/ 505 w 720"/>
                <a:gd name="T75" fmla="*/ 352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20" h="380">
                  <a:moveTo>
                    <a:pt x="15" y="0"/>
                  </a:moveTo>
                  <a:lnTo>
                    <a:pt x="30" y="45"/>
                  </a:lnTo>
                  <a:lnTo>
                    <a:pt x="48" y="85"/>
                  </a:lnTo>
                  <a:lnTo>
                    <a:pt x="67" y="123"/>
                  </a:lnTo>
                  <a:lnTo>
                    <a:pt x="86" y="160"/>
                  </a:lnTo>
                  <a:lnTo>
                    <a:pt x="109" y="194"/>
                  </a:lnTo>
                  <a:lnTo>
                    <a:pt x="132" y="223"/>
                  </a:lnTo>
                  <a:lnTo>
                    <a:pt x="157" y="252"/>
                  </a:lnTo>
                  <a:lnTo>
                    <a:pt x="184" y="277"/>
                  </a:lnTo>
                  <a:lnTo>
                    <a:pt x="175" y="288"/>
                  </a:lnTo>
                  <a:lnTo>
                    <a:pt x="146" y="263"/>
                  </a:lnTo>
                  <a:lnTo>
                    <a:pt x="121" y="235"/>
                  </a:lnTo>
                  <a:lnTo>
                    <a:pt x="96" y="204"/>
                  </a:lnTo>
                  <a:lnTo>
                    <a:pt x="73" y="169"/>
                  </a:lnTo>
                  <a:lnTo>
                    <a:pt x="52" y="131"/>
                  </a:lnTo>
                  <a:lnTo>
                    <a:pt x="32" y="93"/>
                  </a:lnTo>
                  <a:lnTo>
                    <a:pt x="15" y="50"/>
                  </a:lnTo>
                  <a:lnTo>
                    <a:pt x="0" y="4"/>
                  </a:lnTo>
                  <a:lnTo>
                    <a:pt x="15" y="0"/>
                  </a:lnTo>
                  <a:close/>
                  <a:moveTo>
                    <a:pt x="184" y="277"/>
                  </a:moveTo>
                  <a:lnTo>
                    <a:pt x="201" y="290"/>
                  </a:lnTo>
                  <a:lnTo>
                    <a:pt x="221" y="304"/>
                  </a:lnTo>
                  <a:lnTo>
                    <a:pt x="238" y="317"/>
                  </a:lnTo>
                  <a:lnTo>
                    <a:pt x="257" y="327"/>
                  </a:lnTo>
                  <a:lnTo>
                    <a:pt x="276" y="336"/>
                  </a:lnTo>
                  <a:lnTo>
                    <a:pt x="298" y="344"/>
                  </a:lnTo>
                  <a:lnTo>
                    <a:pt x="317" y="352"/>
                  </a:lnTo>
                  <a:lnTo>
                    <a:pt x="338" y="357"/>
                  </a:lnTo>
                  <a:lnTo>
                    <a:pt x="334" y="373"/>
                  </a:lnTo>
                  <a:lnTo>
                    <a:pt x="313" y="367"/>
                  </a:lnTo>
                  <a:lnTo>
                    <a:pt x="292" y="359"/>
                  </a:lnTo>
                  <a:lnTo>
                    <a:pt x="271" y="352"/>
                  </a:lnTo>
                  <a:lnTo>
                    <a:pt x="251" y="342"/>
                  </a:lnTo>
                  <a:lnTo>
                    <a:pt x="230" y="331"/>
                  </a:lnTo>
                  <a:lnTo>
                    <a:pt x="211" y="317"/>
                  </a:lnTo>
                  <a:lnTo>
                    <a:pt x="192" y="304"/>
                  </a:lnTo>
                  <a:lnTo>
                    <a:pt x="175" y="288"/>
                  </a:lnTo>
                  <a:lnTo>
                    <a:pt x="184" y="277"/>
                  </a:lnTo>
                  <a:close/>
                  <a:moveTo>
                    <a:pt x="338" y="357"/>
                  </a:moveTo>
                  <a:lnTo>
                    <a:pt x="357" y="361"/>
                  </a:lnTo>
                  <a:lnTo>
                    <a:pt x="378" y="363"/>
                  </a:lnTo>
                  <a:lnTo>
                    <a:pt x="399" y="365"/>
                  </a:lnTo>
                  <a:lnTo>
                    <a:pt x="421" y="365"/>
                  </a:lnTo>
                  <a:lnTo>
                    <a:pt x="442" y="363"/>
                  </a:lnTo>
                  <a:lnTo>
                    <a:pt x="463" y="361"/>
                  </a:lnTo>
                  <a:lnTo>
                    <a:pt x="484" y="357"/>
                  </a:lnTo>
                  <a:lnTo>
                    <a:pt x="505" y="352"/>
                  </a:lnTo>
                  <a:lnTo>
                    <a:pt x="509" y="367"/>
                  </a:lnTo>
                  <a:lnTo>
                    <a:pt x="486" y="373"/>
                  </a:lnTo>
                  <a:lnTo>
                    <a:pt x="465" y="377"/>
                  </a:lnTo>
                  <a:lnTo>
                    <a:pt x="444" y="380"/>
                  </a:lnTo>
                  <a:lnTo>
                    <a:pt x="421" y="380"/>
                  </a:lnTo>
                  <a:lnTo>
                    <a:pt x="399" y="380"/>
                  </a:lnTo>
                  <a:lnTo>
                    <a:pt x="376" y="380"/>
                  </a:lnTo>
                  <a:lnTo>
                    <a:pt x="355" y="377"/>
                  </a:lnTo>
                  <a:lnTo>
                    <a:pt x="334" y="373"/>
                  </a:lnTo>
                  <a:lnTo>
                    <a:pt x="338" y="357"/>
                  </a:lnTo>
                  <a:close/>
                  <a:moveTo>
                    <a:pt x="505" y="352"/>
                  </a:moveTo>
                  <a:lnTo>
                    <a:pt x="530" y="342"/>
                  </a:lnTo>
                  <a:lnTo>
                    <a:pt x="557" y="331"/>
                  </a:lnTo>
                  <a:lnTo>
                    <a:pt x="584" y="317"/>
                  </a:lnTo>
                  <a:lnTo>
                    <a:pt x="609" y="300"/>
                  </a:lnTo>
                  <a:lnTo>
                    <a:pt x="634" y="281"/>
                  </a:lnTo>
                  <a:lnTo>
                    <a:pt x="659" y="260"/>
                  </a:lnTo>
                  <a:lnTo>
                    <a:pt x="684" y="236"/>
                  </a:lnTo>
                  <a:lnTo>
                    <a:pt x="707" y="212"/>
                  </a:lnTo>
                  <a:lnTo>
                    <a:pt x="720" y="221"/>
                  </a:lnTo>
                  <a:lnTo>
                    <a:pt x="695" y="248"/>
                  </a:lnTo>
                  <a:lnTo>
                    <a:pt x="670" y="273"/>
                  </a:lnTo>
                  <a:lnTo>
                    <a:pt x="644" y="294"/>
                  </a:lnTo>
                  <a:lnTo>
                    <a:pt x="617" y="313"/>
                  </a:lnTo>
                  <a:lnTo>
                    <a:pt x="592" y="331"/>
                  </a:lnTo>
                  <a:lnTo>
                    <a:pt x="563" y="346"/>
                  </a:lnTo>
                  <a:lnTo>
                    <a:pt x="536" y="357"/>
                  </a:lnTo>
                  <a:lnTo>
                    <a:pt x="509" y="367"/>
                  </a:lnTo>
                  <a:lnTo>
                    <a:pt x="505" y="352"/>
                  </a:lnTo>
                  <a:close/>
                </a:path>
              </a:pathLst>
            </a:custGeom>
            <a:solidFill>
              <a:srgbClr val="1F1A17"/>
            </a:solidFill>
            <a:ln w="9525">
              <a:solidFill>
                <a:srgbClr val="CC0000"/>
              </a:solidFill>
              <a:round/>
              <a:headEnd/>
              <a:tailEnd/>
            </a:ln>
          </p:spPr>
          <p:txBody>
            <a:bodyPr/>
            <a:lstStyle/>
            <a:p>
              <a:endParaRPr lang="en-US"/>
            </a:p>
          </p:txBody>
        </p:sp>
        <p:sp>
          <p:nvSpPr>
            <p:cNvPr id="414816" name="Freeform 96"/>
            <p:cNvSpPr>
              <a:spLocks noEditPoints="1"/>
            </p:cNvSpPr>
            <p:nvPr/>
          </p:nvSpPr>
          <p:spPr bwMode="auto">
            <a:xfrm rot="-15484">
              <a:off x="1154" y="2760"/>
              <a:ext cx="252" cy="377"/>
            </a:xfrm>
            <a:custGeom>
              <a:avLst/>
              <a:gdLst>
                <a:gd name="T0" fmla="*/ 0 w 203"/>
                <a:gd name="T1" fmla="*/ 9 h 372"/>
                <a:gd name="T2" fmla="*/ 15 w 203"/>
                <a:gd name="T3" fmla="*/ 5 h 372"/>
                <a:gd name="T4" fmla="*/ 28 w 203"/>
                <a:gd name="T5" fmla="*/ 2 h 372"/>
                <a:gd name="T6" fmla="*/ 42 w 203"/>
                <a:gd name="T7" fmla="*/ 0 h 372"/>
                <a:gd name="T8" fmla="*/ 55 w 203"/>
                <a:gd name="T9" fmla="*/ 0 h 372"/>
                <a:gd name="T10" fmla="*/ 67 w 203"/>
                <a:gd name="T11" fmla="*/ 0 h 372"/>
                <a:gd name="T12" fmla="*/ 80 w 203"/>
                <a:gd name="T13" fmla="*/ 0 h 372"/>
                <a:gd name="T14" fmla="*/ 92 w 203"/>
                <a:gd name="T15" fmla="*/ 2 h 372"/>
                <a:gd name="T16" fmla="*/ 103 w 203"/>
                <a:gd name="T17" fmla="*/ 5 h 372"/>
                <a:gd name="T18" fmla="*/ 98 w 203"/>
                <a:gd name="T19" fmla="*/ 21 h 372"/>
                <a:gd name="T20" fmla="*/ 88 w 203"/>
                <a:gd name="T21" fmla="*/ 17 h 372"/>
                <a:gd name="T22" fmla="*/ 77 w 203"/>
                <a:gd name="T23" fmla="*/ 15 h 372"/>
                <a:gd name="T24" fmla="*/ 67 w 203"/>
                <a:gd name="T25" fmla="*/ 15 h 372"/>
                <a:gd name="T26" fmla="*/ 55 w 203"/>
                <a:gd name="T27" fmla="*/ 15 h 372"/>
                <a:gd name="T28" fmla="*/ 30 w 203"/>
                <a:gd name="T29" fmla="*/ 17 h 372"/>
                <a:gd name="T30" fmla="*/ 5 w 203"/>
                <a:gd name="T31" fmla="*/ 25 h 372"/>
                <a:gd name="T32" fmla="*/ 0 w 203"/>
                <a:gd name="T33" fmla="*/ 9 h 372"/>
                <a:gd name="T34" fmla="*/ 103 w 203"/>
                <a:gd name="T35" fmla="*/ 5 h 372"/>
                <a:gd name="T36" fmla="*/ 117 w 203"/>
                <a:gd name="T37" fmla="*/ 11 h 372"/>
                <a:gd name="T38" fmla="*/ 130 w 203"/>
                <a:gd name="T39" fmla="*/ 19 h 372"/>
                <a:gd name="T40" fmla="*/ 144 w 203"/>
                <a:gd name="T41" fmla="*/ 28 h 372"/>
                <a:gd name="T42" fmla="*/ 155 w 203"/>
                <a:gd name="T43" fmla="*/ 40 h 372"/>
                <a:gd name="T44" fmla="*/ 144 w 203"/>
                <a:gd name="T45" fmla="*/ 49 h 372"/>
                <a:gd name="T46" fmla="*/ 132 w 203"/>
                <a:gd name="T47" fmla="*/ 40 h 372"/>
                <a:gd name="T48" fmla="*/ 123 w 203"/>
                <a:gd name="T49" fmla="*/ 32 h 372"/>
                <a:gd name="T50" fmla="*/ 111 w 203"/>
                <a:gd name="T51" fmla="*/ 26 h 372"/>
                <a:gd name="T52" fmla="*/ 98 w 203"/>
                <a:gd name="T53" fmla="*/ 21 h 372"/>
                <a:gd name="T54" fmla="*/ 103 w 203"/>
                <a:gd name="T55" fmla="*/ 5 h 372"/>
                <a:gd name="T56" fmla="*/ 155 w 203"/>
                <a:gd name="T57" fmla="*/ 40 h 372"/>
                <a:gd name="T58" fmla="*/ 165 w 203"/>
                <a:gd name="T59" fmla="*/ 51 h 372"/>
                <a:gd name="T60" fmla="*/ 175 w 203"/>
                <a:gd name="T61" fmla="*/ 67 h 372"/>
                <a:gd name="T62" fmla="*/ 182 w 203"/>
                <a:gd name="T63" fmla="*/ 82 h 372"/>
                <a:gd name="T64" fmla="*/ 190 w 203"/>
                <a:gd name="T65" fmla="*/ 99 h 372"/>
                <a:gd name="T66" fmla="*/ 175 w 203"/>
                <a:gd name="T67" fmla="*/ 105 h 372"/>
                <a:gd name="T68" fmla="*/ 169 w 203"/>
                <a:gd name="T69" fmla="*/ 90 h 372"/>
                <a:gd name="T70" fmla="*/ 161 w 203"/>
                <a:gd name="T71" fmla="*/ 74 h 372"/>
                <a:gd name="T72" fmla="*/ 151 w 203"/>
                <a:gd name="T73" fmla="*/ 61 h 372"/>
                <a:gd name="T74" fmla="*/ 144 w 203"/>
                <a:gd name="T75" fmla="*/ 49 h 372"/>
                <a:gd name="T76" fmla="*/ 155 w 203"/>
                <a:gd name="T77" fmla="*/ 40 h 372"/>
                <a:gd name="T78" fmla="*/ 190 w 203"/>
                <a:gd name="T79" fmla="*/ 99 h 372"/>
                <a:gd name="T80" fmla="*/ 198 w 203"/>
                <a:gd name="T81" fmla="*/ 126 h 372"/>
                <a:gd name="T82" fmla="*/ 201 w 203"/>
                <a:gd name="T83" fmla="*/ 155 h 372"/>
                <a:gd name="T84" fmla="*/ 203 w 203"/>
                <a:gd name="T85" fmla="*/ 186 h 372"/>
                <a:gd name="T86" fmla="*/ 203 w 203"/>
                <a:gd name="T87" fmla="*/ 220 h 372"/>
                <a:gd name="T88" fmla="*/ 201 w 203"/>
                <a:gd name="T89" fmla="*/ 255 h 372"/>
                <a:gd name="T90" fmla="*/ 194 w 203"/>
                <a:gd name="T91" fmla="*/ 293 h 372"/>
                <a:gd name="T92" fmla="*/ 186 w 203"/>
                <a:gd name="T93" fmla="*/ 332 h 372"/>
                <a:gd name="T94" fmla="*/ 173 w 203"/>
                <a:gd name="T95" fmla="*/ 372 h 372"/>
                <a:gd name="T96" fmla="*/ 157 w 203"/>
                <a:gd name="T97" fmla="*/ 368 h 372"/>
                <a:gd name="T98" fmla="*/ 171 w 203"/>
                <a:gd name="T99" fmla="*/ 328 h 372"/>
                <a:gd name="T100" fmla="*/ 178 w 203"/>
                <a:gd name="T101" fmla="*/ 289 h 372"/>
                <a:gd name="T102" fmla="*/ 184 w 203"/>
                <a:gd name="T103" fmla="*/ 255 h 372"/>
                <a:gd name="T104" fmla="*/ 188 w 203"/>
                <a:gd name="T105" fmla="*/ 220 h 372"/>
                <a:gd name="T106" fmla="*/ 188 w 203"/>
                <a:gd name="T107" fmla="*/ 188 h 372"/>
                <a:gd name="T108" fmla="*/ 186 w 203"/>
                <a:gd name="T109" fmla="*/ 157 h 372"/>
                <a:gd name="T110" fmla="*/ 182 w 203"/>
                <a:gd name="T111" fmla="*/ 130 h 372"/>
                <a:gd name="T112" fmla="*/ 175 w 203"/>
                <a:gd name="T113" fmla="*/ 105 h 372"/>
                <a:gd name="T114" fmla="*/ 190 w 203"/>
                <a:gd name="T115" fmla="*/ 99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03" h="372">
                  <a:moveTo>
                    <a:pt x="0" y="9"/>
                  </a:moveTo>
                  <a:lnTo>
                    <a:pt x="15" y="5"/>
                  </a:lnTo>
                  <a:lnTo>
                    <a:pt x="28" y="2"/>
                  </a:lnTo>
                  <a:lnTo>
                    <a:pt x="42" y="0"/>
                  </a:lnTo>
                  <a:lnTo>
                    <a:pt x="55" y="0"/>
                  </a:lnTo>
                  <a:lnTo>
                    <a:pt x="67" y="0"/>
                  </a:lnTo>
                  <a:lnTo>
                    <a:pt x="80" y="0"/>
                  </a:lnTo>
                  <a:lnTo>
                    <a:pt x="92" y="2"/>
                  </a:lnTo>
                  <a:lnTo>
                    <a:pt x="103" y="5"/>
                  </a:lnTo>
                  <a:lnTo>
                    <a:pt x="98" y="21"/>
                  </a:lnTo>
                  <a:lnTo>
                    <a:pt x="88" y="17"/>
                  </a:lnTo>
                  <a:lnTo>
                    <a:pt x="77" y="15"/>
                  </a:lnTo>
                  <a:lnTo>
                    <a:pt x="67" y="15"/>
                  </a:lnTo>
                  <a:lnTo>
                    <a:pt x="55" y="15"/>
                  </a:lnTo>
                  <a:lnTo>
                    <a:pt x="30" y="17"/>
                  </a:lnTo>
                  <a:lnTo>
                    <a:pt x="5" y="25"/>
                  </a:lnTo>
                  <a:lnTo>
                    <a:pt x="0" y="9"/>
                  </a:lnTo>
                  <a:close/>
                  <a:moveTo>
                    <a:pt x="103" y="5"/>
                  </a:moveTo>
                  <a:lnTo>
                    <a:pt x="117" y="11"/>
                  </a:lnTo>
                  <a:lnTo>
                    <a:pt x="130" y="19"/>
                  </a:lnTo>
                  <a:lnTo>
                    <a:pt x="144" y="28"/>
                  </a:lnTo>
                  <a:lnTo>
                    <a:pt x="155" y="40"/>
                  </a:lnTo>
                  <a:lnTo>
                    <a:pt x="144" y="49"/>
                  </a:lnTo>
                  <a:lnTo>
                    <a:pt x="132" y="40"/>
                  </a:lnTo>
                  <a:lnTo>
                    <a:pt x="123" y="32"/>
                  </a:lnTo>
                  <a:lnTo>
                    <a:pt x="111" y="26"/>
                  </a:lnTo>
                  <a:lnTo>
                    <a:pt x="98" y="21"/>
                  </a:lnTo>
                  <a:lnTo>
                    <a:pt x="103" y="5"/>
                  </a:lnTo>
                  <a:close/>
                  <a:moveTo>
                    <a:pt x="155" y="40"/>
                  </a:moveTo>
                  <a:lnTo>
                    <a:pt x="165" y="51"/>
                  </a:lnTo>
                  <a:lnTo>
                    <a:pt x="175" y="67"/>
                  </a:lnTo>
                  <a:lnTo>
                    <a:pt x="182" y="82"/>
                  </a:lnTo>
                  <a:lnTo>
                    <a:pt x="190" y="99"/>
                  </a:lnTo>
                  <a:lnTo>
                    <a:pt x="175" y="105"/>
                  </a:lnTo>
                  <a:lnTo>
                    <a:pt x="169" y="90"/>
                  </a:lnTo>
                  <a:lnTo>
                    <a:pt x="161" y="74"/>
                  </a:lnTo>
                  <a:lnTo>
                    <a:pt x="151" y="61"/>
                  </a:lnTo>
                  <a:lnTo>
                    <a:pt x="144" y="49"/>
                  </a:lnTo>
                  <a:lnTo>
                    <a:pt x="155" y="40"/>
                  </a:lnTo>
                  <a:close/>
                  <a:moveTo>
                    <a:pt x="190" y="99"/>
                  </a:moveTo>
                  <a:lnTo>
                    <a:pt x="198" y="126"/>
                  </a:lnTo>
                  <a:lnTo>
                    <a:pt x="201" y="155"/>
                  </a:lnTo>
                  <a:lnTo>
                    <a:pt x="203" y="186"/>
                  </a:lnTo>
                  <a:lnTo>
                    <a:pt x="203" y="220"/>
                  </a:lnTo>
                  <a:lnTo>
                    <a:pt x="201" y="255"/>
                  </a:lnTo>
                  <a:lnTo>
                    <a:pt x="194" y="293"/>
                  </a:lnTo>
                  <a:lnTo>
                    <a:pt x="186" y="332"/>
                  </a:lnTo>
                  <a:lnTo>
                    <a:pt x="173" y="372"/>
                  </a:lnTo>
                  <a:lnTo>
                    <a:pt x="157" y="368"/>
                  </a:lnTo>
                  <a:lnTo>
                    <a:pt x="171" y="328"/>
                  </a:lnTo>
                  <a:lnTo>
                    <a:pt x="178" y="289"/>
                  </a:lnTo>
                  <a:lnTo>
                    <a:pt x="184" y="255"/>
                  </a:lnTo>
                  <a:lnTo>
                    <a:pt x="188" y="220"/>
                  </a:lnTo>
                  <a:lnTo>
                    <a:pt x="188" y="188"/>
                  </a:lnTo>
                  <a:lnTo>
                    <a:pt x="186" y="157"/>
                  </a:lnTo>
                  <a:lnTo>
                    <a:pt x="182" y="130"/>
                  </a:lnTo>
                  <a:lnTo>
                    <a:pt x="175" y="105"/>
                  </a:lnTo>
                  <a:lnTo>
                    <a:pt x="190" y="99"/>
                  </a:lnTo>
                  <a:close/>
                </a:path>
              </a:pathLst>
            </a:custGeom>
            <a:solidFill>
              <a:srgbClr val="1F1A17"/>
            </a:solidFill>
            <a:ln w="9525">
              <a:solidFill>
                <a:srgbClr val="CC0000"/>
              </a:solidFill>
              <a:round/>
              <a:headEnd/>
              <a:tailEnd/>
            </a:ln>
          </p:spPr>
          <p:txBody>
            <a:bodyPr/>
            <a:lstStyle/>
            <a:p>
              <a:endParaRPr lang="en-US"/>
            </a:p>
          </p:txBody>
        </p:sp>
        <p:sp>
          <p:nvSpPr>
            <p:cNvPr id="414817" name="Freeform 97"/>
            <p:cNvSpPr>
              <a:spLocks noEditPoints="1"/>
            </p:cNvSpPr>
            <p:nvPr/>
          </p:nvSpPr>
          <p:spPr bwMode="auto">
            <a:xfrm>
              <a:off x="1092" y="2760"/>
              <a:ext cx="73" cy="152"/>
            </a:xfrm>
            <a:custGeom>
              <a:avLst/>
              <a:gdLst>
                <a:gd name="T0" fmla="*/ 73 w 73"/>
                <a:gd name="T1" fmla="*/ 18 h 152"/>
                <a:gd name="T2" fmla="*/ 69 w 73"/>
                <a:gd name="T3" fmla="*/ 0 h 152"/>
                <a:gd name="T4" fmla="*/ 73 w 73"/>
                <a:gd name="T5" fmla="*/ 18 h 152"/>
                <a:gd name="T6" fmla="*/ 60 w 73"/>
                <a:gd name="T7" fmla="*/ 21 h 152"/>
                <a:gd name="T8" fmla="*/ 62 w 73"/>
                <a:gd name="T9" fmla="*/ 4 h 152"/>
                <a:gd name="T10" fmla="*/ 73 w 73"/>
                <a:gd name="T11" fmla="*/ 18 h 152"/>
                <a:gd name="T12" fmla="*/ 54 w 73"/>
                <a:gd name="T13" fmla="*/ 25 h 152"/>
                <a:gd name="T14" fmla="*/ 39 w 73"/>
                <a:gd name="T15" fmla="*/ 14 h 152"/>
                <a:gd name="T16" fmla="*/ 54 w 73"/>
                <a:gd name="T17" fmla="*/ 6 h 152"/>
                <a:gd name="T18" fmla="*/ 48 w 73"/>
                <a:gd name="T19" fmla="*/ 27 h 152"/>
                <a:gd name="T20" fmla="*/ 25 w 73"/>
                <a:gd name="T21" fmla="*/ 50 h 152"/>
                <a:gd name="T22" fmla="*/ 18 w 73"/>
                <a:gd name="T23" fmla="*/ 64 h 152"/>
                <a:gd name="T24" fmla="*/ 16 w 73"/>
                <a:gd name="T25" fmla="*/ 77 h 152"/>
                <a:gd name="T26" fmla="*/ 0 w 73"/>
                <a:gd name="T27" fmla="*/ 67 h 152"/>
                <a:gd name="T28" fmla="*/ 6 w 73"/>
                <a:gd name="T29" fmla="*/ 50 h 152"/>
                <a:gd name="T30" fmla="*/ 16 w 73"/>
                <a:gd name="T31" fmla="*/ 35 h 152"/>
                <a:gd name="T32" fmla="*/ 31 w 73"/>
                <a:gd name="T33" fmla="*/ 19 h 152"/>
                <a:gd name="T34" fmla="*/ 48 w 73"/>
                <a:gd name="T35" fmla="*/ 27 h 152"/>
                <a:gd name="T36" fmla="*/ 16 w 73"/>
                <a:gd name="T37" fmla="*/ 77 h 152"/>
                <a:gd name="T38" fmla="*/ 0 w 73"/>
                <a:gd name="T39" fmla="*/ 77 h 152"/>
                <a:gd name="T40" fmla="*/ 16 w 73"/>
                <a:gd name="T41" fmla="*/ 77 h 152"/>
                <a:gd name="T42" fmla="*/ 20 w 73"/>
                <a:gd name="T43" fmla="*/ 92 h 152"/>
                <a:gd name="T44" fmla="*/ 0 w 73"/>
                <a:gd name="T45" fmla="*/ 87 h 152"/>
                <a:gd name="T46" fmla="*/ 16 w 73"/>
                <a:gd name="T47" fmla="*/ 77 h 152"/>
                <a:gd name="T48" fmla="*/ 21 w 73"/>
                <a:gd name="T49" fmla="*/ 96 h 152"/>
                <a:gd name="T50" fmla="*/ 10 w 73"/>
                <a:gd name="T51" fmla="*/ 110 h 152"/>
                <a:gd name="T52" fmla="*/ 4 w 73"/>
                <a:gd name="T53" fmla="*/ 98 h 152"/>
                <a:gd name="T54" fmla="*/ 23 w 73"/>
                <a:gd name="T55" fmla="*/ 102 h 152"/>
                <a:gd name="T56" fmla="*/ 43 w 73"/>
                <a:gd name="T57" fmla="*/ 123 h 152"/>
                <a:gd name="T58" fmla="*/ 73 w 73"/>
                <a:gd name="T59" fmla="*/ 137 h 152"/>
                <a:gd name="T60" fmla="*/ 50 w 73"/>
                <a:gd name="T61" fmla="*/ 146 h 152"/>
                <a:gd name="T62" fmla="*/ 20 w 73"/>
                <a:gd name="T63" fmla="*/ 123 h 152"/>
                <a:gd name="T64" fmla="*/ 23 w 73"/>
                <a:gd name="T65" fmla="*/ 10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3" h="152">
                  <a:moveTo>
                    <a:pt x="73" y="18"/>
                  </a:moveTo>
                  <a:lnTo>
                    <a:pt x="73" y="18"/>
                  </a:lnTo>
                  <a:lnTo>
                    <a:pt x="69" y="0"/>
                  </a:lnTo>
                  <a:lnTo>
                    <a:pt x="69" y="0"/>
                  </a:lnTo>
                  <a:lnTo>
                    <a:pt x="73" y="18"/>
                  </a:lnTo>
                  <a:close/>
                  <a:moveTo>
                    <a:pt x="73" y="18"/>
                  </a:moveTo>
                  <a:lnTo>
                    <a:pt x="68" y="19"/>
                  </a:lnTo>
                  <a:lnTo>
                    <a:pt x="60" y="21"/>
                  </a:lnTo>
                  <a:lnTo>
                    <a:pt x="54" y="6"/>
                  </a:lnTo>
                  <a:lnTo>
                    <a:pt x="62" y="4"/>
                  </a:lnTo>
                  <a:lnTo>
                    <a:pt x="69" y="0"/>
                  </a:lnTo>
                  <a:lnTo>
                    <a:pt x="73" y="18"/>
                  </a:lnTo>
                  <a:close/>
                  <a:moveTo>
                    <a:pt x="60" y="21"/>
                  </a:moveTo>
                  <a:lnTo>
                    <a:pt x="54" y="25"/>
                  </a:lnTo>
                  <a:lnTo>
                    <a:pt x="48" y="27"/>
                  </a:lnTo>
                  <a:lnTo>
                    <a:pt x="39" y="14"/>
                  </a:lnTo>
                  <a:lnTo>
                    <a:pt x="46" y="10"/>
                  </a:lnTo>
                  <a:lnTo>
                    <a:pt x="54" y="6"/>
                  </a:lnTo>
                  <a:lnTo>
                    <a:pt x="60" y="21"/>
                  </a:lnTo>
                  <a:close/>
                  <a:moveTo>
                    <a:pt x="48" y="27"/>
                  </a:moveTo>
                  <a:lnTo>
                    <a:pt x="35" y="39"/>
                  </a:lnTo>
                  <a:lnTo>
                    <a:pt x="25" y="50"/>
                  </a:lnTo>
                  <a:lnTo>
                    <a:pt x="21" y="56"/>
                  </a:lnTo>
                  <a:lnTo>
                    <a:pt x="18" y="64"/>
                  </a:lnTo>
                  <a:lnTo>
                    <a:pt x="18" y="69"/>
                  </a:lnTo>
                  <a:lnTo>
                    <a:pt x="16" y="77"/>
                  </a:lnTo>
                  <a:lnTo>
                    <a:pt x="0" y="77"/>
                  </a:lnTo>
                  <a:lnTo>
                    <a:pt x="0" y="67"/>
                  </a:lnTo>
                  <a:lnTo>
                    <a:pt x="2" y="60"/>
                  </a:lnTo>
                  <a:lnTo>
                    <a:pt x="6" y="50"/>
                  </a:lnTo>
                  <a:lnTo>
                    <a:pt x="10" y="42"/>
                  </a:lnTo>
                  <a:lnTo>
                    <a:pt x="16" y="35"/>
                  </a:lnTo>
                  <a:lnTo>
                    <a:pt x="23" y="27"/>
                  </a:lnTo>
                  <a:lnTo>
                    <a:pt x="31" y="19"/>
                  </a:lnTo>
                  <a:lnTo>
                    <a:pt x="39" y="14"/>
                  </a:lnTo>
                  <a:lnTo>
                    <a:pt x="48" y="27"/>
                  </a:lnTo>
                  <a:close/>
                  <a:moveTo>
                    <a:pt x="16" y="77"/>
                  </a:moveTo>
                  <a:lnTo>
                    <a:pt x="16" y="77"/>
                  </a:lnTo>
                  <a:lnTo>
                    <a:pt x="0" y="77"/>
                  </a:lnTo>
                  <a:lnTo>
                    <a:pt x="0" y="77"/>
                  </a:lnTo>
                  <a:lnTo>
                    <a:pt x="16" y="77"/>
                  </a:lnTo>
                  <a:close/>
                  <a:moveTo>
                    <a:pt x="16" y="77"/>
                  </a:moveTo>
                  <a:lnTo>
                    <a:pt x="18" y="85"/>
                  </a:lnTo>
                  <a:lnTo>
                    <a:pt x="20" y="92"/>
                  </a:lnTo>
                  <a:lnTo>
                    <a:pt x="4" y="98"/>
                  </a:lnTo>
                  <a:lnTo>
                    <a:pt x="0" y="87"/>
                  </a:lnTo>
                  <a:lnTo>
                    <a:pt x="0" y="77"/>
                  </a:lnTo>
                  <a:lnTo>
                    <a:pt x="16" y="77"/>
                  </a:lnTo>
                  <a:close/>
                  <a:moveTo>
                    <a:pt x="20" y="92"/>
                  </a:moveTo>
                  <a:lnTo>
                    <a:pt x="21" y="96"/>
                  </a:lnTo>
                  <a:lnTo>
                    <a:pt x="23" y="102"/>
                  </a:lnTo>
                  <a:lnTo>
                    <a:pt x="10" y="110"/>
                  </a:lnTo>
                  <a:lnTo>
                    <a:pt x="6" y="104"/>
                  </a:lnTo>
                  <a:lnTo>
                    <a:pt x="4" y="98"/>
                  </a:lnTo>
                  <a:lnTo>
                    <a:pt x="20" y="92"/>
                  </a:lnTo>
                  <a:close/>
                  <a:moveTo>
                    <a:pt x="23" y="102"/>
                  </a:moveTo>
                  <a:lnTo>
                    <a:pt x="31" y="113"/>
                  </a:lnTo>
                  <a:lnTo>
                    <a:pt x="43" y="123"/>
                  </a:lnTo>
                  <a:lnTo>
                    <a:pt x="56" y="131"/>
                  </a:lnTo>
                  <a:lnTo>
                    <a:pt x="73" y="137"/>
                  </a:lnTo>
                  <a:lnTo>
                    <a:pt x="69" y="152"/>
                  </a:lnTo>
                  <a:lnTo>
                    <a:pt x="50" y="146"/>
                  </a:lnTo>
                  <a:lnTo>
                    <a:pt x="33" y="137"/>
                  </a:lnTo>
                  <a:lnTo>
                    <a:pt x="20" y="123"/>
                  </a:lnTo>
                  <a:lnTo>
                    <a:pt x="10" y="110"/>
                  </a:lnTo>
                  <a:lnTo>
                    <a:pt x="23" y="102"/>
                  </a:lnTo>
                  <a:close/>
                </a:path>
              </a:pathLst>
            </a:custGeom>
            <a:solidFill>
              <a:srgbClr val="1F1A17"/>
            </a:solidFill>
            <a:ln w="9525">
              <a:solidFill>
                <a:srgbClr val="CC0000"/>
              </a:solidFill>
              <a:round/>
              <a:headEnd/>
              <a:tailEnd/>
            </a:ln>
          </p:spPr>
          <p:txBody>
            <a:bodyPr/>
            <a:lstStyle/>
            <a:p>
              <a:endParaRPr lang="en-US"/>
            </a:p>
          </p:txBody>
        </p:sp>
      </p:grpSp>
      <p:grpSp>
        <p:nvGrpSpPr>
          <p:cNvPr id="414818" name="Group 98"/>
          <p:cNvGrpSpPr>
            <a:grpSpLocks/>
          </p:cNvGrpSpPr>
          <p:nvPr/>
        </p:nvGrpSpPr>
        <p:grpSpPr bwMode="auto">
          <a:xfrm>
            <a:off x="996950" y="1606550"/>
            <a:ext cx="1243013" cy="1876425"/>
            <a:chOff x="1880" y="499"/>
            <a:chExt cx="783" cy="1182"/>
          </a:xfrm>
        </p:grpSpPr>
        <p:sp>
          <p:nvSpPr>
            <p:cNvPr id="414819" name="Freeform 99"/>
            <p:cNvSpPr>
              <a:spLocks/>
            </p:cNvSpPr>
            <p:nvPr/>
          </p:nvSpPr>
          <p:spPr bwMode="auto">
            <a:xfrm>
              <a:off x="2068" y="1466"/>
              <a:ext cx="2" cy="37"/>
            </a:xfrm>
            <a:custGeom>
              <a:avLst/>
              <a:gdLst>
                <a:gd name="T0" fmla="*/ 2 w 2"/>
                <a:gd name="T1" fmla="*/ 20 h 37"/>
                <a:gd name="T2" fmla="*/ 2 w 2"/>
                <a:gd name="T3" fmla="*/ 33 h 37"/>
                <a:gd name="T4" fmla="*/ 0 w 2"/>
                <a:gd name="T5" fmla="*/ 37 h 37"/>
                <a:gd name="T6" fmla="*/ 0 w 2"/>
                <a:gd name="T7" fmla="*/ 33 h 37"/>
                <a:gd name="T8" fmla="*/ 0 w 2"/>
                <a:gd name="T9" fmla="*/ 20 h 37"/>
                <a:gd name="T10" fmla="*/ 0 w 2"/>
                <a:gd name="T11" fmla="*/ 6 h 37"/>
                <a:gd name="T12" fmla="*/ 0 w 2"/>
                <a:gd name="T13" fmla="*/ 0 h 37"/>
                <a:gd name="T14" fmla="*/ 2 w 2"/>
                <a:gd name="T15" fmla="*/ 6 h 37"/>
                <a:gd name="T16" fmla="*/ 2 w 2"/>
                <a:gd name="T17" fmla="*/ 2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37">
                  <a:moveTo>
                    <a:pt x="2" y="20"/>
                  </a:moveTo>
                  <a:lnTo>
                    <a:pt x="2" y="33"/>
                  </a:lnTo>
                  <a:lnTo>
                    <a:pt x="0" y="37"/>
                  </a:lnTo>
                  <a:lnTo>
                    <a:pt x="0" y="33"/>
                  </a:lnTo>
                  <a:lnTo>
                    <a:pt x="0" y="20"/>
                  </a:lnTo>
                  <a:lnTo>
                    <a:pt x="0" y="6"/>
                  </a:lnTo>
                  <a:lnTo>
                    <a:pt x="0" y="0"/>
                  </a:lnTo>
                  <a:lnTo>
                    <a:pt x="2" y="6"/>
                  </a:lnTo>
                  <a:lnTo>
                    <a:pt x="2" y="20"/>
                  </a:lnTo>
                  <a:close/>
                </a:path>
              </a:pathLst>
            </a:custGeom>
            <a:solidFill>
              <a:srgbClr val="00CC99"/>
            </a:solidFill>
            <a:ln w="9525">
              <a:solidFill>
                <a:srgbClr val="CC0000"/>
              </a:solidFill>
              <a:round/>
              <a:headEnd/>
              <a:tailEnd/>
            </a:ln>
          </p:spPr>
          <p:txBody>
            <a:bodyPr/>
            <a:lstStyle/>
            <a:p>
              <a:endParaRPr lang="en-US"/>
            </a:p>
          </p:txBody>
        </p:sp>
        <p:sp>
          <p:nvSpPr>
            <p:cNvPr id="414820" name="Freeform 100"/>
            <p:cNvSpPr>
              <a:spLocks noEditPoints="1"/>
            </p:cNvSpPr>
            <p:nvPr/>
          </p:nvSpPr>
          <p:spPr bwMode="auto">
            <a:xfrm>
              <a:off x="2064" y="1465"/>
              <a:ext cx="8" cy="42"/>
            </a:xfrm>
            <a:custGeom>
              <a:avLst/>
              <a:gdLst>
                <a:gd name="T0" fmla="*/ 8 w 8"/>
                <a:gd name="T1" fmla="*/ 21 h 42"/>
                <a:gd name="T2" fmla="*/ 8 w 8"/>
                <a:gd name="T3" fmla="*/ 28 h 42"/>
                <a:gd name="T4" fmla="*/ 8 w 8"/>
                <a:gd name="T5" fmla="*/ 36 h 42"/>
                <a:gd name="T6" fmla="*/ 8 w 8"/>
                <a:gd name="T7" fmla="*/ 40 h 42"/>
                <a:gd name="T8" fmla="*/ 4 w 8"/>
                <a:gd name="T9" fmla="*/ 42 h 42"/>
                <a:gd name="T10" fmla="*/ 4 w 8"/>
                <a:gd name="T11" fmla="*/ 36 h 42"/>
                <a:gd name="T12" fmla="*/ 4 w 8"/>
                <a:gd name="T13" fmla="*/ 30 h 42"/>
                <a:gd name="T14" fmla="*/ 2 w 8"/>
                <a:gd name="T15" fmla="*/ 21 h 42"/>
                <a:gd name="T16" fmla="*/ 8 w 8"/>
                <a:gd name="T17" fmla="*/ 21 h 42"/>
                <a:gd name="T18" fmla="*/ 4 w 8"/>
                <a:gd name="T19" fmla="*/ 42 h 42"/>
                <a:gd name="T20" fmla="*/ 2 w 8"/>
                <a:gd name="T21" fmla="*/ 40 h 42"/>
                <a:gd name="T22" fmla="*/ 0 w 8"/>
                <a:gd name="T23" fmla="*/ 34 h 42"/>
                <a:gd name="T24" fmla="*/ 6 w 8"/>
                <a:gd name="T25" fmla="*/ 32 h 42"/>
                <a:gd name="T26" fmla="*/ 6 w 8"/>
                <a:gd name="T27" fmla="*/ 34 h 42"/>
                <a:gd name="T28" fmla="*/ 4 w 8"/>
                <a:gd name="T29" fmla="*/ 36 h 42"/>
                <a:gd name="T30" fmla="*/ 4 w 8"/>
                <a:gd name="T31" fmla="*/ 42 h 42"/>
                <a:gd name="T32" fmla="*/ 0 w 8"/>
                <a:gd name="T33" fmla="*/ 34 h 42"/>
                <a:gd name="T34" fmla="*/ 0 w 8"/>
                <a:gd name="T35" fmla="*/ 28 h 42"/>
                <a:gd name="T36" fmla="*/ 0 w 8"/>
                <a:gd name="T37" fmla="*/ 21 h 42"/>
                <a:gd name="T38" fmla="*/ 6 w 8"/>
                <a:gd name="T39" fmla="*/ 21 h 42"/>
                <a:gd name="T40" fmla="*/ 6 w 8"/>
                <a:gd name="T41" fmla="*/ 28 h 42"/>
                <a:gd name="T42" fmla="*/ 6 w 8"/>
                <a:gd name="T43" fmla="*/ 32 h 42"/>
                <a:gd name="T44" fmla="*/ 0 w 8"/>
                <a:gd name="T45" fmla="*/ 34 h 42"/>
                <a:gd name="T46" fmla="*/ 0 w 8"/>
                <a:gd name="T47" fmla="*/ 21 h 42"/>
                <a:gd name="T48" fmla="*/ 0 w 8"/>
                <a:gd name="T49" fmla="*/ 13 h 42"/>
                <a:gd name="T50" fmla="*/ 2 w 8"/>
                <a:gd name="T51" fmla="*/ 5 h 42"/>
                <a:gd name="T52" fmla="*/ 2 w 8"/>
                <a:gd name="T53" fmla="*/ 1 h 42"/>
                <a:gd name="T54" fmla="*/ 4 w 8"/>
                <a:gd name="T55" fmla="*/ 0 h 42"/>
                <a:gd name="T56" fmla="*/ 4 w 8"/>
                <a:gd name="T57" fmla="*/ 5 h 42"/>
                <a:gd name="T58" fmla="*/ 4 w 8"/>
                <a:gd name="T59" fmla="*/ 9 h 42"/>
                <a:gd name="T60" fmla="*/ 6 w 8"/>
                <a:gd name="T61" fmla="*/ 21 h 42"/>
                <a:gd name="T62" fmla="*/ 0 w 8"/>
                <a:gd name="T63" fmla="*/ 21 h 42"/>
                <a:gd name="T64" fmla="*/ 4 w 8"/>
                <a:gd name="T65" fmla="*/ 0 h 42"/>
                <a:gd name="T66" fmla="*/ 8 w 8"/>
                <a:gd name="T67" fmla="*/ 1 h 42"/>
                <a:gd name="T68" fmla="*/ 8 w 8"/>
                <a:gd name="T69" fmla="*/ 7 h 42"/>
                <a:gd name="T70" fmla="*/ 2 w 8"/>
                <a:gd name="T71" fmla="*/ 7 h 42"/>
                <a:gd name="T72" fmla="*/ 4 w 8"/>
                <a:gd name="T73" fmla="*/ 5 h 42"/>
                <a:gd name="T74" fmla="*/ 4 w 8"/>
                <a:gd name="T75" fmla="*/ 5 h 42"/>
                <a:gd name="T76" fmla="*/ 4 w 8"/>
                <a:gd name="T77" fmla="*/ 0 h 42"/>
                <a:gd name="T78" fmla="*/ 8 w 8"/>
                <a:gd name="T79" fmla="*/ 7 h 42"/>
                <a:gd name="T80" fmla="*/ 8 w 8"/>
                <a:gd name="T81" fmla="*/ 13 h 42"/>
                <a:gd name="T82" fmla="*/ 8 w 8"/>
                <a:gd name="T83" fmla="*/ 21 h 42"/>
                <a:gd name="T84" fmla="*/ 2 w 8"/>
                <a:gd name="T85" fmla="*/ 21 h 42"/>
                <a:gd name="T86" fmla="*/ 2 w 8"/>
                <a:gd name="T87" fmla="*/ 13 h 42"/>
                <a:gd name="T88" fmla="*/ 2 w 8"/>
                <a:gd name="T89" fmla="*/ 7 h 42"/>
                <a:gd name="T90" fmla="*/ 8 w 8"/>
                <a:gd name="T91" fmla="*/ 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 h="42">
                  <a:moveTo>
                    <a:pt x="8" y="21"/>
                  </a:moveTo>
                  <a:lnTo>
                    <a:pt x="8" y="28"/>
                  </a:lnTo>
                  <a:lnTo>
                    <a:pt x="8" y="36"/>
                  </a:lnTo>
                  <a:lnTo>
                    <a:pt x="8" y="40"/>
                  </a:lnTo>
                  <a:lnTo>
                    <a:pt x="4" y="42"/>
                  </a:lnTo>
                  <a:lnTo>
                    <a:pt x="4" y="36"/>
                  </a:lnTo>
                  <a:lnTo>
                    <a:pt x="4" y="30"/>
                  </a:lnTo>
                  <a:lnTo>
                    <a:pt x="2" y="21"/>
                  </a:lnTo>
                  <a:lnTo>
                    <a:pt x="8" y="21"/>
                  </a:lnTo>
                  <a:close/>
                  <a:moveTo>
                    <a:pt x="4" y="42"/>
                  </a:moveTo>
                  <a:lnTo>
                    <a:pt x="2" y="40"/>
                  </a:lnTo>
                  <a:lnTo>
                    <a:pt x="0" y="34"/>
                  </a:lnTo>
                  <a:lnTo>
                    <a:pt x="6" y="32"/>
                  </a:lnTo>
                  <a:lnTo>
                    <a:pt x="6" y="34"/>
                  </a:lnTo>
                  <a:lnTo>
                    <a:pt x="4" y="36"/>
                  </a:lnTo>
                  <a:lnTo>
                    <a:pt x="4" y="42"/>
                  </a:lnTo>
                  <a:close/>
                  <a:moveTo>
                    <a:pt x="0" y="34"/>
                  </a:moveTo>
                  <a:lnTo>
                    <a:pt x="0" y="28"/>
                  </a:lnTo>
                  <a:lnTo>
                    <a:pt x="0" y="21"/>
                  </a:lnTo>
                  <a:lnTo>
                    <a:pt x="6" y="21"/>
                  </a:lnTo>
                  <a:lnTo>
                    <a:pt x="6" y="28"/>
                  </a:lnTo>
                  <a:lnTo>
                    <a:pt x="6" y="32"/>
                  </a:lnTo>
                  <a:lnTo>
                    <a:pt x="0" y="34"/>
                  </a:lnTo>
                  <a:close/>
                  <a:moveTo>
                    <a:pt x="0" y="21"/>
                  </a:moveTo>
                  <a:lnTo>
                    <a:pt x="0" y="13"/>
                  </a:lnTo>
                  <a:lnTo>
                    <a:pt x="2" y="5"/>
                  </a:lnTo>
                  <a:lnTo>
                    <a:pt x="2" y="1"/>
                  </a:lnTo>
                  <a:lnTo>
                    <a:pt x="4" y="0"/>
                  </a:lnTo>
                  <a:lnTo>
                    <a:pt x="4" y="5"/>
                  </a:lnTo>
                  <a:lnTo>
                    <a:pt x="4" y="9"/>
                  </a:lnTo>
                  <a:lnTo>
                    <a:pt x="6" y="21"/>
                  </a:lnTo>
                  <a:lnTo>
                    <a:pt x="0" y="21"/>
                  </a:lnTo>
                  <a:close/>
                  <a:moveTo>
                    <a:pt x="4" y="0"/>
                  </a:moveTo>
                  <a:lnTo>
                    <a:pt x="8" y="1"/>
                  </a:lnTo>
                  <a:lnTo>
                    <a:pt x="8" y="7"/>
                  </a:lnTo>
                  <a:lnTo>
                    <a:pt x="2" y="7"/>
                  </a:lnTo>
                  <a:lnTo>
                    <a:pt x="4" y="5"/>
                  </a:lnTo>
                  <a:lnTo>
                    <a:pt x="4" y="5"/>
                  </a:lnTo>
                  <a:lnTo>
                    <a:pt x="4" y="0"/>
                  </a:lnTo>
                  <a:close/>
                  <a:moveTo>
                    <a:pt x="8" y="7"/>
                  </a:moveTo>
                  <a:lnTo>
                    <a:pt x="8" y="13"/>
                  </a:lnTo>
                  <a:lnTo>
                    <a:pt x="8" y="21"/>
                  </a:lnTo>
                  <a:lnTo>
                    <a:pt x="2" y="21"/>
                  </a:lnTo>
                  <a:lnTo>
                    <a:pt x="2" y="13"/>
                  </a:lnTo>
                  <a:lnTo>
                    <a:pt x="2" y="7"/>
                  </a:lnTo>
                  <a:lnTo>
                    <a:pt x="8" y="7"/>
                  </a:lnTo>
                  <a:close/>
                </a:path>
              </a:pathLst>
            </a:custGeom>
            <a:solidFill>
              <a:srgbClr val="000000"/>
            </a:solidFill>
            <a:ln w="9525">
              <a:solidFill>
                <a:srgbClr val="CC0000"/>
              </a:solidFill>
              <a:round/>
              <a:headEnd/>
              <a:tailEnd/>
            </a:ln>
          </p:spPr>
          <p:txBody>
            <a:bodyPr/>
            <a:lstStyle/>
            <a:p>
              <a:endParaRPr lang="en-US"/>
            </a:p>
          </p:txBody>
        </p:sp>
        <p:sp>
          <p:nvSpPr>
            <p:cNvPr id="414821" name="Freeform 101"/>
            <p:cNvSpPr>
              <a:spLocks/>
            </p:cNvSpPr>
            <p:nvPr/>
          </p:nvSpPr>
          <p:spPr bwMode="auto">
            <a:xfrm>
              <a:off x="2068" y="1480"/>
              <a:ext cx="36" cy="36"/>
            </a:xfrm>
            <a:custGeom>
              <a:avLst/>
              <a:gdLst>
                <a:gd name="T0" fmla="*/ 36 w 36"/>
                <a:gd name="T1" fmla="*/ 17 h 36"/>
                <a:gd name="T2" fmla="*/ 34 w 36"/>
                <a:gd name="T3" fmla="*/ 25 h 36"/>
                <a:gd name="T4" fmla="*/ 31 w 36"/>
                <a:gd name="T5" fmla="*/ 31 h 36"/>
                <a:gd name="T6" fmla="*/ 25 w 36"/>
                <a:gd name="T7" fmla="*/ 34 h 36"/>
                <a:gd name="T8" fmla="*/ 17 w 36"/>
                <a:gd name="T9" fmla="*/ 36 h 36"/>
                <a:gd name="T10" fmla="*/ 11 w 36"/>
                <a:gd name="T11" fmla="*/ 34 h 36"/>
                <a:gd name="T12" fmla="*/ 6 w 36"/>
                <a:gd name="T13" fmla="*/ 31 h 36"/>
                <a:gd name="T14" fmla="*/ 2 w 36"/>
                <a:gd name="T15" fmla="*/ 25 h 36"/>
                <a:gd name="T16" fmla="*/ 0 w 36"/>
                <a:gd name="T17" fmla="*/ 17 h 36"/>
                <a:gd name="T18" fmla="*/ 2 w 36"/>
                <a:gd name="T19" fmla="*/ 9 h 36"/>
                <a:gd name="T20" fmla="*/ 6 w 36"/>
                <a:gd name="T21" fmla="*/ 4 h 36"/>
                <a:gd name="T22" fmla="*/ 11 w 36"/>
                <a:gd name="T23" fmla="*/ 0 h 36"/>
                <a:gd name="T24" fmla="*/ 17 w 36"/>
                <a:gd name="T25" fmla="*/ 0 h 36"/>
                <a:gd name="T26" fmla="*/ 25 w 36"/>
                <a:gd name="T27" fmla="*/ 0 h 36"/>
                <a:gd name="T28" fmla="*/ 31 w 36"/>
                <a:gd name="T29" fmla="*/ 4 h 36"/>
                <a:gd name="T30" fmla="*/ 34 w 36"/>
                <a:gd name="T31" fmla="*/ 9 h 36"/>
                <a:gd name="T32" fmla="*/ 36 w 36"/>
                <a:gd name="T33" fmla="*/ 1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7"/>
                  </a:moveTo>
                  <a:lnTo>
                    <a:pt x="34" y="25"/>
                  </a:lnTo>
                  <a:lnTo>
                    <a:pt x="31" y="31"/>
                  </a:lnTo>
                  <a:lnTo>
                    <a:pt x="25" y="34"/>
                  </a:lnTo>
                  <a:lnTo>
                    <a:pt x="17" y="36"/>
                  </a:lnTo>
                  <a:lnTo>
                    <a:pt x="11" y="34"/>
                  </a:lnTo>
                  <a:lnTo>
                    <a:pt x="6" y="31"/>
                  </a:lnTo>
                  <a:lnTo>
                    <a:pt x="2" y="25"/>
                  </a:lnTo>
                  <a:lnTo>
                    <a:pt x="0" y="17"/>
                  </a:lnTo>
                  <a:lnTo>
                    <a:pt x="2" y="9"/>
                  </a:lnTo>
                  <a:lnTo>
                    <a:pt x="6" y="4"/>
                  </a:lnTo>
                  <a:lnTo>
                    <a:pt x="11" y="0"/>
                  </a:lnTo>
                  <a:lnTo>
                    <a:pt x="17" y="0"/>
                  </a:lnTo>
                  <a:lnTo>
                    <a:pt x="25" y="0"/>
                  </a:lnTo>
                  <a:lnTo>
                    <a:pt x="31" y="4"/>
                  </a:lnTo>
                  <a:lnTo>
                    <a:pt x="34" y="9"/>
                  </a:lnTo>
                  <a:lnTo>
                    <a:pt x="36" y="17"/>
                  </a:lnTo>
                  <a:close/>
                </a:path>
              </a:pathLst>
            </a:custGeom>
            <a:solidFill>
              <a:srgbClr val="00CC99"/>
            </a:solidFill>
            <a:ln w="9525">
              <a:solidFill>
                <a:srgbClr val="CC0000"/>
              </a:solidFill>
              <a:round/>
              <a:headEnd/>
              <a:tailEnd/>
            </a:ln>
          </p:spPr>
          <p:txBody>
            <a:bodyPr/>
            <a:lstStyle/>
            <a:p>
              <a:endParaRPr lang="en-US"/>
            </a:p>
          </p:txBody>
        </p:sp>
        <p:sp>
          <p:nvSpPr>
            <p:cNvPr id="414822" name="Freeform 102"/>
            <p:cNvSpPr>
              <a:spLocks noEditPoints="1"/>
            </p:cNvSpPr>
            <p:nvPr/>
          </p:nvSpPr>
          <p:spPr bwMode="auto">
            <a:xfrm>
              <a:off x="2064" y="1476"/>
              <a:ext cx="42" cy="42"/>
            </a:xfrm>
            <a:custGeom>
              <a:avLst/>
              <a:gdLst>
                <a:gd name="T0" fmla="*/ 42 w 42"/>
                <a:gd name="T1" fmla="*/ 21 h 42"/>
                <a:gd name="T2" fmla="*/ 37 w 42"/>
                <a:gd name="T3" fmla="*/ 21 h 42"/>
                <a:gd name="T4" fmla="*/ 42 w 42"/>
                <a:gd name="T5" fmla="*/ 21 h 42"/>
                <a:gd name="T6" fmla="*/ 37 w 42"/>
                <a:gd name="T7" fmla="*/ 37 h 42"/>
                <a:gd name="T8" fmla="*/ 35 w 42"/>
                <a:gd name="T9" fmla="*/ 27 h 42"/>
                <a:gd name="T10" fmla="*/ 42 w 42"/>
                <a:gd name="T11" fmla="*/ 21 h 42"/>
                <a:gd name="T12" fmla="*/ 29 w 42"/>
                <a:gd name="T13" fmla="*/ 40 h 42"/>
                <a:gd name="T14" fmla="*/ 21 w 42"/>
                <a:gd name="T15" fmla="*/ 37 h 42"/>
                <a:gd name="T16" fmla="*/ 33 w 42"/>
                <a:gd name="T17" fmla="*/ 33 h 42"/>
                <a:gd name="T18" fmla="*/ 21 w 42"/>
                <a:gd name="T19" fmla="*/ 42 h 42"/>
                <a:gd name="T20" fmla="*/ 21 w 42"/>
                <a:gd name="T21" fmla="*/ 37 h 42"/>
                <a:gd name="T22" fmla="*/ 21 w 42"/>
                <a:gd name="T23" fmla="*/ 42 h 42"/>
                <a:gd name="T24" fmla="*/ 21 w 42"/>
                <a:gd name="T25" fmla="*/ 42 h 42"/>
                <a:gd name="T26" fmla="*/ 21 w 42"/>
                <a:gd name="T27" fmla="*/ 37 h 42"/>
                <a:gd name="T28" fmla="*/ 21 w 42"/>
                <a:gd name="T29" fmla="*/ 42 h 42"/>
                <a:gd name="T30" fmla="*/ 6 w 42"/>
                <a:gd name="T31" fmla="*/ 37 h 42"/>
                <a:gd name="T32" fmla="*/ 15 w 42"/>
                <a:gd name="T33" fmla="*/ 35 h 42"/>
                <a:gd name="T34" fmla="*/ 21 w 42"/>
                <a:gd name="T35" fmla="*/ 42 h 42"/>
                <a:gd name="T36" fmla="*/ 2 w 42"/>
                <a:gd name="T37" fmla="*/ 29 h 42"/>
                <a:gd name="T38" fmla="*/ 6 w 42"/>
                <a:gd name="T39" fmla="*/ 21 h 42"/>
                <a:gd name="T40" fmla="*/ 12 w 42"/>
                <a:gd name="T41" fmla="*/ 33 h 42"/>
                <a:gd name="T42" fmla="*/ 0 w 42"/>
                <a:gd name="T43" fmla="*/ 21 h 42"/>
                <a:gd name="T44" fmla="*/ 6 w 42"/>
                <a:gd name="T45" fmla="*/ 21 h 42"/>
                <a:gd name="T46" fmla="*/ 0 w 42"/>
                <a:gd name="T47" fmla="*/ 21 h 42"/>
                <a:gd name="T48" fmla="*/ 0 w 42"/>
                <a:gd name="T49" fmla="*/ 21 h 42"/>
                <a:gd name="T50" fmla="*/ 6 w 42"/>
                <a:gd name="T51" fmla="*/ 21 h 42"/>
                <a:gd name="T52" fmla="*/ 0 w 42"/>
                <a:gd name="T53" fmla="*/ 21 h 42"/>
                <a:gd name="T54" fmla="*/ 6 w 42"/>
                <a:gd name="T55" fmla="*/ 6 h 42"/>
                <a:gd name="T56" fmla="*/ 8 w 42"/>
                <a:gd name="T57" fmla="*/ 15 h 42"/>
                <a:gd name="T58" fmla="*/ 0 w 42"/>
                <a:gd name="T59" fmla="*/ 21 h 42"/>
                <a:gd name="T60" fmla="*/ 14 w 42"/>
                <a:gd name="T61" fmla="*/ 2 h 42"/>
                <a:gd name="T62" fmla="*/ 21 w 42"/>
                <a:gd name="T63" fmla="*/ 6 h 42"/>
                <a:gd name="T64" fmla="*/ 12 w 42"/>
                <a:gd name="T65" fmla="*/ 12 h 42"/>
                <a:gd name="T66" fmla="*/ 21 w 42"/>
                <a:gd name="T67" fmla="*/ 0 h 42"/>
                <a:gd name="T68" fmla="*/ 21 w 42"/>
                <a:gd name="T69" fmla="*/ 6 h 42"/>
                <a:gd name="T70" fmla="*/ 21 w 42"/>
                <a:gd name="T71" fmla="*/ 0 h 42"/>
                <a:gd name="T72" fmla="*/ 21 w 42"/>
                <a:gd name="T73" fmla="*/ 0 h 42"/>
                <a:gd name="T74" fmla="*/ 21 w 42"/>
                <a:gd name="T75" fmla="*/ 6 h 42"/>
                <a:gd name="T76" fmla="*/ 21 w 42"/>
                <a:gd name="T77" fmla="*/ 0 h 42"/>
                <a:gd name="T78" fmla="*/ 37 w 42"/>
                <a:gd name="T79" fmla="*/ 6 h 42"/>
                <a:gd name="T80" fmla="*/ 27 w 42"/>
                <a:gd name="T81" fmla="*/ 8 h 42"/>
                <a:gd name="T82" fmla="*/ 21 w 42"/>
                <a:gd name="T83" fmla="*/ 0 h 42"/>
                <a:gd name="T84" fmla="*/ 40 w 42"/>
                <a:gd name="T85" fmla="*/ 13 h 42"/>
                <a:gd name="T86" fmla="*/ 37 w 42"/>
                <a:gd name="T87" fmla="*/ 21 h 42"/>
                <a:gd name="T88" fmla="*/ 33 w 42"/>
                <a:gd name="T89" fmla="*/ 12 h 42"/>
                <a:gd name="T90" fmla="*/ 42 w 42"/>
                <a:gd name="T91" fmla="*/ 21 h 42"/>
                <a:gd name="T92" fmla="*/ 37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7" y="21"/>
                  </a:lnTo>
                  <a:lnTo>
                    <a:pt x="37" y="21"/>
                  </a:lnTo>
                  <a:lnTo>
                    <a:pt x="42" y="21"/>
                  </a:lnTo>
                  <a:close/>
                  <a:moveTo>
                    <a:pt x="42" y="21"/>
                  </a:moveTo>
                  <a:lnTo>
                    <a:pt x="40" y="29"/>
                  </a:lnTo>
                  <a:lnTo>
                    <a:pt x="37" y="37"/>
                  </a:lnTo>
                  <a:lnTo>
                    <a:pt x="33" y="33"/>
                  </a:lnTo>
                  <a:lnTo>
                    <a:pt x="35" y="27"/>
                  </a:lnTo>
                  <a:lnTo>
                    <a:pt x="37" y="21"/>
                  </a:lnTo>
                  <a:lnTo>
                    <a:pt x="42" y="21"/>
                  </a:lnTo>
                  <a:close/>
                  <a:moveTo>
                    <a:pt x="37" y="37"/>
                  </a:moveTo>
                  <a:lnTo>
                    <a:pt x="29" y="40"/>
                  </a:lnTo>
                  <a:lnTo>
                    <a:pt x="21" y="42"/>
                  </a:lnTo>
                  <a:lnTo>
                    <a:pt x="21" y="37"/>
                  </a:lnTo>
                  <a:lnTo>
                    <a:pt x="27" y="35"/>
                  </a:lnTo>
                  <a:lnTo>
                    <a:pt x="33" y="33"/>
                  </a:lnTo>
                  <a:lnTo>
                    <a:pt x="37" y="37"/>
                  </a:lnTo>
                  <a:close/>
                  <a:moveTo>
                    <a:pt x="21" y="42"/>
                  </a:moveTo>
                  <a:lnTo>
                    <a:pt x="21" y="42"/>
                  </a:lnTo>
                  <a:lnTo>
                    <a:pt x="21" y="37"/>
                  </a:lnTo>
                  <a:lnTo>
                    <a:pt x="21" y="37"/>
                  </a:lnTo>
                  <a:lnTo>
                    <a:pt x="21" y="42"/>
                  </a:lnTo>
                  <a:close/>
                  <a:moveTo>
                    <a:pt x="21" y="42"/>
                  </a:moveTo>
                  <a:lnTo>
                    <a:pt x="21" y="42"/>
                  </a:lnTo>
                  <a:lnTo>
                    <a:pt x="21" y="37"/>
                  </a:lnTo>
                  <a:lnTo>
                    <a:pt x="21" y="37"/>
                  </a:lnTo>
                  <a:lnTo>
                    <a:pt x="21" y="42"/>
                  </a:lnTo>
                  <a:close/>
                  <a:moveTo>
                    <a:pt x="21" y="42"/>
                  </a:moveTo>
                  <a:lnTo>
                    <a:pt x="14" y="40"/>
                  </a:lnTo>
                  <a:lnTo>
                    <a:pt x="6" y="37"/>
                  </a:lnTo>
                  <a:lnTo>
                    <a:pt x="12" y="33"/>
                  </a:lnTo>
                  <a:lnTo>
                    <a:pt x="15" y="35"/>
                  </a:lnTo>
                  <a:lnTo>
                    <a:pt x="21" y="37"/>
                  </a:lnTo>
                  <a:lnTo>
                    <a:pt x="21" y="42"/>
                  </a:lnTo>
                  <a:close/>
                  <a:moveTo>
                    <a:pt x="6" y="37"/>
                  </a:moveTo>
                  <a:lnTo>
                    <a:pt x="2" y="29"/>
                  </a:lnTo>
                  <a:lnTo>
                    <a:pt x="0" y="21"/>
                  </a:lnTo>
                  <a:lnTo>
                    <a:pt x="6" y="21"/>
                  </a:lnTo>
                  <a:lnTo>
                    <a:pt x="8" y="27"/>
                  </a:lnTo>
                  <a:lnTo>
                    <a:pt x="12" y="33"/>
                  </a:lnTo>
                  <a:lnTo>
                    <a:pt x="6" y="37"/>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3"/>
                  </a:lnTo>
                  <a:lnTo>
                    <a:pt x="6" y="6"/>
                  </a:lnTo>
                  <a:lnTo>
                    <a:pt x="12" y="12"/>
                  </a:lnTo>
                  <a:lnTo>
                    <a:pt x="8" y="15"/>
                  </a:lnTo>
                  <a:lnTo>
                    <a:pt x="6" y="21"/>
                  </a:lnTo>
                  <a:lnTo>
                    <a:pt x="0" y="21"/>
                  </a:lnTo>
                  <a:close/>
                  <a:moveTo>
                    <a:pt x="6" y="6"/>
                  </a:moveTo>
                  <a:lnTo>
                    <a:pt x="14" y="2"/>
                  </a:lnTo>
                  <a:lnTo>
                    <a:pt x="21" y="0"/>
                  </a:lnTo>
                  <a:lnTo>
                    <a:pt x="21" y="6"/>
                  </a:lnTo>
                  <a:lnTo>
                    <a:pt x="15" y="8"/>
                  </a:lnTo>
                  <a:lnTo>
                    <a:pt x="12" y="12"/>
                  </a:lnTo>
                  <a:lnTo>
                    <a:pt x="6"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29" y="2"/>
                  </a:lnTo>
                  <a:lnTo>
                    <a:pt x="37" y="6"/>
                  </a:lnTo>
                  <a:lnTo>
                    <a:pt x="33" y="12"/>
                  </a:lnTo>
                  <a:lnTo>
                    <a:pt x="27" y="8"/>
                  </a:lnTo>
                  <a:lnTo>
                    <a:pt x="21" y="6"/>
                  </a:lnTo>
                  <a:lnTo>
                    <a:pt x="21" y="0"/>
                  </a:lnTo>
                  <a:close/>
                  <a:moveTo>
                    <a:pt x="37" y="6"/>
                  </a:moveTo>
                  <a:lnTo>
                    <a:pt x="40" y="13"/>
                  </a:lnTo>
                  <a:lnTo>
                    <a:pt x="42" y="21"/>
                  </a:lnTo>
                  <a:lnTo>
                    <a:pt x="37" y="21"/>
                  </a:lnTo>
                  <a:lnTo>
                    <a:pt x="35" y="15"/>
                  </a:lnTo>
                  <a:lnTo>
                    <a:pt x="33" y="12"/>
                  </a:lnTo>
                  <a:lnTo>
                    <a:pt x="37" y="6"/>
                  </a:lnTo>
                  <a:close/>
                  <a:moveTo>
                    <a:pt x="42" y="21"/>
                  </a:moveTo>
                  <a:lnTo>
                    <a:pt x="42" y="21"/>
                  </a:lnTo>
                  <a:lnTo>
                    <a:pt x="37" y="21"/>
                  </a:lnTo>
                  <a:lnTo>
                    <a:pt x="37"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23" name="Freeform 103"/>
            <p:cNvSpPr>
              <a:spLocks/>
            </p:cNvSpPr>
            <p:nvPr/>
          </p:nvSpPr>
          <p:spPr bwMode="auto">
            <a:xfrm>
              <a:off x="2396" y="1323"/>
              <a:ext cx="35" cy="36"/>
            </a:xfrm>
            <a:custGeom>
              <a:avLst/>
              <a:gdLst>
                <a:gd name="T0" fmla="*/ 35 w 35"/>
                <a:gd name="T1" fmla="*/ 19 h 36"/>
                <a:gd name="T2" fmla="*/ 35 w 35"/>
                <a:gd name="T3" fmla="*/ 26 h 36"/>
                <a:gd name="T4" fmla="*/ 31 w 35"/>
                <a:gd name="T5" fmla="*/ 32 h 36"/>
                <a:gd name="T6" fmla="*/ 25 w 35"/>
                <a:gd name="T7" fmla="*/ 36 h 36"/>
                <a:gd name="T8" fmla="*/ 18 w 35"/>
                <a:gd name="T9" fmla="*/ 36 h 36"/>
                <a:gd name="T10" fmla="*/ 10 w 35"/>
                <a:gd name="T11" fmla="*/ 36 h 36"/>
                <a:gd name="T12" fmla="*/ 4 w 35"/>
                <a:gd name="T13" fmla="*/ 32 h 36"/>
                <a:gd name="T14" fmla="*/ 0 w 35"/>
                <a:gd name="T15" fmla="*/ 26 h 36"/>
                <a:gd name="T16" fmla="*/ 0 w 35"/>
                <a:gd name="T17" fmla="*/ 19 h 36"/>
                <a:gd name="T18" fmla="*/ 0 w 35"/>
                <a:gd name="T19" fmla="*/ 11 h 36"/>
                <a:gd name="T20" fmla="*/ 4 w 35"/>
                <a:gd name="T21" fmla="*/ 5 h 36"/>
                <a:gd name="T22" fmla="*/ 10 w 35"/>
                <a:gd name="T23" fmla="*/ 1 h 36"/>
                <a:gd name="T24" fmla="*/ 18 w 35"/>
                <a:gd name="T25" fmla="*/ 0 h 36"/>
                <a:gd name="T26" fmla="*/ 25 w 35"/>
                <a:gd name="T27" fmla="*/ 1 h 36"/>
                <a:gd name="T28" fmla="*/ 31 w 35"/>
                <a:gd name="T29" fmla="*/ 5 h 36"/>
                <a:gd name="T30" fmla="*/ 35 w 35"/>
                <a:gd name="T31" fmla="*/ 11 h 36"/>
                <a:gd name="T32" fmla="*/ 35 w 35"/>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6">
                  <a:moveTo>
                    <a:pt x="35" y="19"/>
                  </a:moveTo>
                  <a:lnTo>
                    <a:pt x="35" y="26"/>
                  </a:lnTo>
                  <a:lnTo>
                    <a:pt x="31" y="32"/>
                  </a:lnTo>
                  <a:lnTo>
                    <a:pt x="25" y="36"/>
                  </a:lnTo>
                  <a:lnTo>
                    <a:pt x="18" y="36"/>
                  </a:lnTo>
                  <a:lnTo>
                    <a:pt x="10" y="36"/>
                  </a:lnTo>
                  <a:lnTo>
                    <a:pt x="4" y="32"/>
                  </a:lnTo>
                  <a:lnTo>
                    <a:pt x="0" y="26"/>
                  </a:lnTo>
                  <a:lnTo>
                    <a:pt x="0" y="19"/>
                  </a:lnTo>
                  <a:lnTo>
                    <a:pt x="0" y="11"/>
                  </a:lnTo>
                  <a:lnTo>
                    <a:pt x="4" y="5"/>
                  </a:lnTo>
                  <a:lnTo>
                    <a:pt x="10" y="1"/>
                  </a:lnTo>
                  <a:lnTo>
                    <a:pt x="18" y="0"/>
                  </a:lnTo>
                  <a:lnTo>
                    <a:pt x="25" y="1"/>
                  </a:lnTo>
                  <a:lnTo>
                    <a:pt x="31" y="5"/>
                  </a:lnTo>
                  <a:lnTo>
                    <a:pt x="35" y="11"/>
                  </a:lnTo>
                  <a:lnTo>
                    <a:pt x="35" y="19"/>
                  </a:lnTo>
                  <a:close/>
                </a:path>
              </a:pathLst>
            </a:custGeom>
            <a:solidFill>
              <a:srgbClr val="00CC99"/>
            </a:solidFill>
            <a:ln w="9525">
              <a:solidFill>
                <a:srgbClr val="CC0000"/>
              </a:solidFill>
              <a:round/>
              <a:headEnd/>
              <a:tailEnd/>
            </a:ln>
          </p:spPr>
          <p:txBody>
            <a:bodyPr/>
            <a:lstStyle/>
            <a:p>
              <a:endParaRPr lang="en-US"/>
            </a:p>
          </p:txBody>
        </p:sp>
        <p:sp>
          <p:nvSpPr>
            <p:cNvPr id="414824" name="Freeform 104"/>
            <p:cNvSpPr>
              <a:spLocks noEditPoints="1"/>
            </p:cNvSpPr>
            <p:nvPr/>
          </p:nvSpPr>
          <p:spPr bwMode="auto">
            <a:xfrm>
              <a:off x="2393" y="1321"/>
              <a:ext cx="42" cy="42"/>
            </a:xfrm>
            <a:custGeom>
              <a:avLst/>
              <a:gdLst>
                <a:gd name="T0" fmla="*/ 42 w 42"/>
                <a:gd name="T1" fmla="*/ 21 h 42"/>
                <a:gd name="T2" fmla="*/ 36 w 42"/>
                <a:gd name="T3" fmla="*/ 21 h 42"/>
                <a:gd name="T4" fmla="*/ 42 w 42"/>
                <a:gd name="T5" fmla="*/ 21 h 42"/>
                <a:gd name="T6" fmla="*/ 36 w 42"/>
                <a:gd name="T7" fmla="*/ 36 h 42"/>
                <a:gd name="T8" fmla="*/ 34 w 42"/>
                <a:gd name="T9" fmla="*/ 26 h 42"/>
                <a:gd name="T10" fmla="*/ 42 w 42"/>
                <a:gd name="T11" fmla="*/ 21 h 42"/>
                <a:gd name="T12" fmla="*/ 28 w 42"/>
                <a:gd name="T13" fmla="*/ 40 h 42"/>
                <a:gd name="T14" fmla="*/ 21 w 42"/>
                <a:gd name="T15" fmla="*/ 36 h 42"/>
                <a:gd name="T16" fmla="*/ 30 w 42"/>
                <a:gd name="T17" fmla="*/ 30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5 w 42"/>
                <a:gd name="T31" fmla="*/ 36 h 42"/>
                <a:gd name="T32" fmla="*/ 15 w 42"/>
                <a:gd name="T33" fmla="*/ 34 h 42"/>
                <a:gd name="T34" fmla="*/ 21 w 42"/>
                <a:gd name="T35" fmla="*/ 42 h 42"/>
                <a:gd name="T36" fmla="*/ 1 w 42"/>
                <a:gd name="T37" fmla="*/ 28 h 42"/>
                <a:gd name="T38" fmla="*/ 5 w 42"/>
                <a:gd name="T39" fmla="*/ 21 h 42"/>
                <a:gd name="T40" fmla="*/ 9 w 42"/>
                <a:gd name="T41" fmla="*/ 30 h 42"/>
                <a:gd name="T42" fmla="*/ 0 w 42"/>
                <a:gd name="T43" fmla="*/ 21 h 42"/>
                <a:gd name="T44" fmla="*/ 5 w 42"/>
                <a:gd name="T45" fmla="*/ 21 h 42"/>
                <a:gd name="T46" fmla="*/ 0 w 42"/>
                <a:gd name="T47" fmla="*/ 21 h 42"/>
                <a:gd name="T48" fmla="*/ 0 w 42"/>
                <a:gd name="T49" fmla="*/ 21 h 42"/>
                <a:gd name="T50" fmla="*/ 5 w 42"/>
                <a:gd name="T51" fmla="*/ 21 h 42"/>
                <a:gd name="T52" fmla="*/ 0 w 42"/>
                <a:gd name="T53" fmla="*/ 21 h 42"/>
                <a:gd name="T54" fmla="*/ 5 w 42"/>
                <a:gd name="T55" fmla="*/ 5 h 42"/>
                <a:gd name="T56" fmla="*/ 7 w 42"/>
                <a:gd name="T57" fmla="*/ 15 h 42"/>
                <a:gd name="T58" fmla="*/ 0 w 42"/>
                <a:gd name="T59" fmla="*/ 21 h 42"/>
                <a:gd name="T60" fmla="*/ 13 w 42"/>
                <a:gd name="T61" fmla="*/ 2 h 42"/>
                <a:gd name="T62" fmla="*/ 21 w 42"/>
                <a:gd name="T63" fmla="*/ 5 h 42"/>
                <a:gd name="T64" fmla="*/ 9 w 42"/>
                <a:gd name="T65" fmla="*/ 9 h 42"/>
                <a:gd name="T66" fmla="*/ 21 w 42"/>
                <a:gd name="T67" fmla="*/ 0 h 42"/>
                <a:gd name="T68" fmla="*/ 21 w 42"/>
                <a:gd name="T69" fmla="*/ 5 h 42"/>
                <a:gd name="T70" fmla="*/ 21 w 42"/>
                <a:gd name="T71" fmla="*/ 0 h 42"/>
                <a:gd name="T72" fmla="*/ 21 w 42"/>
                <a:gd name="T73" fmla="*/ 0 h 42"/>
                <a:gd name="T74" fmla="*/ 21 w 42"/>
                <a:gd name="T75" fmla="*/ 5 h 42"/>
                <a:gd name="T76" fmla="*/ 21 w 42"/>
                <a:gd name="T77" fmla="*/ 0 h 42"/>
                <a:gd name="T78" fmla="*/ 36 w 42"/>
                <a:gd name="T79" fmla="*/ 5 h 42"/>
                <a:gd name="T80" fmla="*/ 26 w 42"/>
                <a:gd name="T81" fmla="*/ 7 h 42"/>
                <a:gd name="T82" fmla="*/ 21 w 42"/>
                <a:gd name="T83" fmla="*/ 0 h 42"/>
                <a:gd name="T84" fmla="*/ 40 w 42"/>
                <a:gd name="T85" fmla="*/ 13 h 42"/>
                <a:gd name="T86" fmla="*/ 36 w 42"/>
                <a:gd name="T87" fmla="*/ 21 h 42"/>
                <a:gd name="T88" fmla="*/ 30 w 42"/>
                <a:gd name="T89" fmla="*/ 9 h 42"/>
                <a:gd name="T90" fmla="*/ 42 w 42"/>
                <a:gd name="T91" fmla="*/ 21 h 42"/>
                <a:gd name="T92" fmla="*/ 36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6" y="21"/>
                  </a:lnTo>
                  <a:lnTo>
                    <a:pt x="36" y="21"/>
                  </a:lnTo>
                  <a:lnTo>
                    <a:pt x="42" y="21"/>
                  </a:lnTo>
                  <a:close/>
                  <a:moveTo>
                    <a:pt x="42" y="21"/>
                  </a:moveTo>
                  <a:lnTo>
                    <a:pt x="40" y="28"/>
                  </a:lnTo>
                  <a:lnTo>
                    <a:pt x="36" y="36"/>
                  </a:lnTo>
                  <a:lnTo>
                    <a:pt x="30" y="30"/>
                  </a:lnTo>
                  <a:lnTo>
                    <a:pt x="34" y="26"/>
                  </a:lnTo>
                  <a:lnTo>
                    <a:pt x="36" y="21"/>
                  </a:lnTo>
                  <a:lnTo>
                    <a:pt x="42" y="21"/>
                  </a:lnTo>
                  <a:close/>
                  <a:moveTo>
                    <a:pt x="36" y="36"/>
                  </a:moveTo>
                  <a:lnTo>
                    <a:pt x="28" y="40"/>
                  </a:lnTo>
                  <a:lnTo>
                    <a:pt x="21" y="42"/>
                  </a:lnTo>
                  <a:lnTo>
                    <a:pt x="21" y="36"/>
                  </a:lnTo>
                  <a:lnTo>
                    <a:pt x="26" y="34"/>
                  </a:lnTo>
                  <a:lnTo>
                    <a:pt x="30" y="30"/>
                  </a:lnTo>
                  <a:lnTo>
                    <a:pt x="36" y="36"/>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3" y="40"/>
                  </a:lnTo>
                  <a:lnTo>
                    <a:pt x="5" y="36"/>
                  </a:lnTo>
                  <a:lnTo>
                    <a:pt x="9" y="30"/>
                  </a:lnTo>
                  <a:lnTo>
                    <a:pt x="15" y="34"/>
                  </a:lnTo>
                  <a:lnTo>
                    <a:pt x="21" y="36"/>
                  </a:lnTo>
                  <a:lnTo>
                    <a:pt x="21" y="42"/>
                  </a:lnTo>
                  <a:close/>
                  <a:moveTo>
                    <a:pt x="5" y="36"/>
                  </a:moveTo>
                  <a:lnTo>
                    <a:pt x="1" y="28"/>
                  </a:lnTo>
                  <a:lnTo>
                    <a:pt x="0" y="21"/>
                  </a:lnTo>
                  <a:lnTo>
                    <a:pt x="5" y="21"/>
                  </a:lnTo>
                  <a:lnTo>
                    <a:pt x="7" y="26"/>
                  </a:lnTo>
                  <a:lnTo>
                    <a:pt x="9" y="30"/>
                  </a:lnTo>
                  <a:lnTo>
                    <a:pt x="5" y="36"/>
                  </a:lnTo>
                  <a:close/>
                  <a:moveTo>
                    <a:pt x="0" y="21"/>
                  </a:moveTo>
                  <a:lnTo>
                    <a:pt x="0" y="21"/>
                  </a:lnTo>
                  <a:lnTo>
                    <a:pt x="5" y="21"/>
                  </a:lnTo>
                  <a:lnTo>
                    <a:pt x="5" y="21"/>
                  </a:lnTo>
                  <a:lnTo>
                    <a:pt x="0" y="21"/>
                  </a:lnTo>
                  <a:close/>
                  <a:moveTo>
                    <a:pt x="0" y="21"/>
                  </a:moveTo>
                  <a:lnTo>
                    <a:pt x="0" y="21"/>
                  </a:lnTo>
                  <a:lnTo>
                    <a:pt x="5" y="21"/>
                  </a:lnTo>
                  <a:lnTo>
                    <a:pt x="5" y="21"/>
                  </a:lnTo>
                  <a:lnTo>
                    <a:pt x="0" y="21"/>
                  </a:lnTo>
                  <a:close/>
                  <a:moveTo>
                    <a:pt x="0" y="21"/>
                  </a:moveTo>
                  <a:lnTo>
                    <a:pt x="1" y="13"/>
                  </a:lnTo>
                  <a:lnTo>
                    <a:pt x="5" y="5"/>
                  </a:lnTo>
                  <a:lnTo>
                    <a:pt x="9" y="9"/>
                  </a:lnTo>
                  <a:lnTo>
                    <a:pt x="7" y="15"/>
                  </a:lnTo>
                  <a:lnTo>
                    <a:pt x="5" y="21"/>
                  </a:lnTo>
                  <a:lnTo>
                    <a:pt x="0" y="21"/>
                  </a:lnTo>
                  <a:close/>
                  <a:moveTo>
                    <a:pt x="5" y="5"/>
                  </a:moveTo>
                  <a:lnTo>
                    <a:pt x="13" y="2"/>
                  </a:lnTo>
                  <a:lnTo>
                    <a:pt x="21" y="0"/>
                  </a:lnTo>
                  <a:lnTo>
                    <a:pt x="21" y="5"/>
                  </a:lnTo>
                  <a:lnTo>
                    <a:pt x="15" y="7"/>
                  </a:lnTo>
                  <a:lnTo>
                    <a:pt x="9" y="9"/>
                  </a:lnTo>
                  <a:lnTo>
                    <a:pt x="5" y="5"/>
                  </a:lnTo>
                  <a:close/>
                  <a:moveTo>
                    <a:pt x="21" y="0"/>
                  </a:moveTo>
                  <a:lnTo>
                    <a:pt x="21" y="0"/>
                  </a:lnTo>
                  <a:lnTo>
                    <a:pt x="21" y="5"/>
                  </a:lnTo>
                  <a:lnTo>
                    <a:pt x="21" y="5"/>
                  </a:lnTo>
                  <a:lnTo>
                    <a:pt x="21" y="0"/>
                  </a:lnTo>
                  <a:close/>
                  <a:moveTo>
                    <a:pt x="21" y="0"/>
                  </a:moveTo>
                  <a:lnTo>
                    <a:pt x="21" y="0"/>
                  </a:lnTo>
                  <a:lnTo>
                    <a:pt x="21" y="5"/>
                  </a:lnTo>
                  <a:lnTo>
                    <a:pt x="21" y="5"/>
                  </a:lnTo>
                  <a:lnTo>
                    <a:pt x="21" y="0"/>
                  </a:lnTo>
                  <a:close/>
                  <a:moveTo>
                    <a:pt x="21" y="0"/>
                  </a:moveTo>
                  <a:lnTo>
                    <a:pt x="28" y="2"/>
                  </a:lnTo>
                  <a:lnTo>
                    <a:pt x="36" y="5"/>
                  </a:lnTo>
                  <a:lnTo>
                    <a:pt x="30" y="9"/>
                  </a:lnTo>
                  <a:lnTo>
                    <a:pt x="26" y="7"/>
                  </a:lnTo>
                  <a:lnTo>
                    <a:pt x="21" y="5"/>
                  </a:lnTo>
                  <a:lnTo>
                    <a:pt x="21" y="0"/>
                  </a:lnTo>
                  <a:close/>
                  <a:moveTo>
                    <a:pt x="36" y="5"/>
                  </a:moveTo>
                  <a:lnTo>
                    <a:pt x="40" y="13"/>
                  </a:lnTo>
                  <a:lnTo>
                    <a:pt x="42" y="21"/>
                  </a:lnTo>
                  <a:lnTo>
                    <a:pt x="36" y="21"/>
                  </a:lnTo>
                  <a:lnTo>
                    <a:pt x="34" y="15"/>
                  </a:lnTo>
                  <a:lnTo>
                    <a:pt x="30" y="9"/>
                  </a:lnTo>
                  <a:lnTo>
                    <a:pt x="36" y="5"/>
                  </a:lnTo>
                  <a:close/>
                  <a:moveTo>
                    <a:pt x="42" y="21"/>
                  </a:moveTo>
                  <a:lnTo>
                    <a:pt x="42" y="21"/>
                  </a:lnTo>
                  <a:lnTo>
                    <a:pt x="36" y="21"/>
                  </a:lnTo>
                  <a:lnTo>
                    <a:pt x="36"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25" name="Freeform 105"/>
            <p:cNvSpPr>
              <a:spLocks/>
            </p:cNvSpPr>
            <p:nvPr/>
          </p:nvSpPr>
          <p:spPr bwMode="auto">
            <a:xfrm>
              <a:off x="2623" y="1179"/>
              <a:ext cx="36" cy="36"/>
            </a:xfrm>
            <a:custGeom>
              <a:avLst/>
              <a:gdLst>
                <a:gd name="T0" fmla="*/ 36 w 36"/>
                <a:gd name="T1" fmla="*/ 19 h 36"/>
                <a:gd name="T2" fmla="*/ 35 w 36"/>
                <a:gd name="T3" fmla="*/ 26 h 36"/>
                <a:gd name="T4" fmla="*/ 31 w 36"/>
                <a:gd name="T5" fmla="*/ 30 h 36"/>
                <a:gd name="T6" fmla="*/ 25 w 36"/>
                <a:gd name="T7" fmla="*/ 34 h 36"/>
                <a:gd name="T8" fmla="*/ 19 w 36"/>
                <a:gd name="T9" fmla="*/ 36 h 36"/>
                <a:gd name="T10" fmla="*/ 12 w 36"/>
                <a:gd name="T11" fmla="*/ 34 h 36"/>
                <a:gd name="T12" fmla="*/ 6 w 36"/>
                <a:gd name="T13" fmla="*/ 30 h 36"/>
                <a:gd name="T14" fmla="*/ 2 w 36"/>
                <a:gd name="T15" fmla="*/ 26 h 36"/>
                <a:gd name="T16" fmla="*/ 0 w 36"/>
                <a:gd name="T17" fmla="*/ 19 h 36"/>
                <a:gd name="T18" fmla="*/ 2 w 36"/>
                <a:gd name="T19" fmla="*/ 11 h 36"/>
                <a:gd name="T20" fmla="*/ 6 w 36"/>
                <a:gd name="T21" fmla="*/ 5 h 36"/>
                <a:gd name="T22" fmla="*/ 12 w 36"/>
                <a:gd name="T23" fmla="*/ 1 h 36"/>
                <a:gd name="T24" fmla="*/ 19 w 36"/>
                <a:gd name="T25" fmla="*/ 0 h 36"/>
                <a:gd name="T26" fmla="*/ 25 w 36"/>
                <a:gd name="T27" fmla="*/ 1 h 36"/>
                <a:gd name="T28" fmla="*/ 31 w 36"/>
                <a:gd name="T29" fmla="*/ 5 h 36"/>
                <a:gd name="T30" fmla="*/ 35 w 36"/>
                <a:gd name="T31" fmla="*/ 11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5" y="26"/>
                  </a:lnTo>
                  <a:lnTo>
                    <a:pt x="31" y="30"/>
                  </a:lnTo>
                  <a:lnTo>
                    <a:pt x="25" y="34"/>
                  </a:lnTo>
                  <a:lnTo>
                    <a:pt x="19" y="36"/>
                  </a:lnTo>
                  <a:lnTo>
                    <a:pt x="12" y="34"/>
                  </a:lnTo>
                  <a:lnTo>
                    <a:pt x="6" y="30"/>
                  </a:lnTo>
                  <a:lnTo>
                    <a:pt x="2" y="26"/>
                  </a:lnTo>
                  <a:lnTo>
                    <a:pt x="0" y="19"/>
                  </a:lnTo>
                  <a:lnTo>
                    <a:pt x="2" y="11"/>
                  </a:lnTo>
                  <a:lnTo>
                    <a:pt x="6" y="5"/>
                  </a:lnTo>
                  <a:lnTo>
                    <a:pt x="12" y="1"/>
                  </a:lnTo>
                  <a:lnTo>
                    <a:pt x="19" y="0"/>
                  </a:lnTo>
                  <a:lnTo>
                    <a:pt x="25" y="1"/>
                  </a:lnTo>
                  <a:lnTo>
                    <a:pt x="31" y="5"/>
                  </a:lnTo>
                  <a:lnTo>
                    <a:pt x="35" y="11"/>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26" name="Freeform 106"/>
            <p:cNvSpPr>
              <a:spLocks noEditPoints="1"/>
            </p:cNvSpPr>
            <p:nvPr/>
          </p:nvSpPr>
          <p:spPr bwMode="auto">
            <a:xfrm>
              <a:off x="2621" y="1177"/>
              <a:ext cx="42" cy="42"/>
            </a:xfrm>
            <a:custGeom>
              <a:avLst/>
              <a:gdLst>
                <a:gd name="T0" fmla="*/ 42 w 42"/>
                <a:gd name="T1" fmla="*/ 21 h 42"/>
                <a:gd name="T2" fmla="*/ 35 w 42"/>
                <a:gd name="T3" fmla="*/ 21 h 42"/>
                <a:gd name="T4" fmla="*/ 42 w 42"/>
                <a:gd name="T5" fmla="*/ 21 h 42"/>
                <a:gd name="T6" fmla="*/ 35 w 42"/>
                <a:gd name="T7" fmla="*/ 36 h 42"/>
                <a:gd name="T8" fmla="*/ 35 w 42"/>
                <a:gd name="T9" fmla="*/ 27 h 42"/>
                <a:gd name="T10" fmla="*/ 42 w 42"/>
                <a:gd name="T11" fmla="*/ 21 h 42"/>
                <a:gd name="T12" fmla="*/ 29 w 42"/>
                <a:gd name="T13" fmla="*/ 40 h 42"/>
                <a:gd name="T14" fmla="*/ 21 w 42"/>
                <a:gd name="T15" fmla="*/ 36 h 42"/>
                <a:gd name="T16" fmla="*/ 31 w 42"/>
                <a:gd name="T17" fmla="*/ 30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6 w 42"/>
                <a:gd name="T31" fmla="*/ 36 h 42"/>
                <a:gd name="T32" fmla="*/ 15 w 42"/>
                <a:gd name="T33" fmla="*/ 34 h 42"/>
                <a:gd name="T34" fmla="*/ 21 w 42"/>
                <a:gd name="T35" fmla="*/ 42 h 42"/>
                <a:gd name="T36" fmla="*/ 2 w 42"/>
                <a:gd name="T37" fmla="*/ 28 h 42"/>
                <a:gd name="T38" fmla="*/ 6 w 42"/>
                <a:gd name="T39" fmla="*/ 21 h 42"/>
                <a:gd name="T40" fmla="*/ 10 w 42"/>
                <a:gd name="T41" fmla="*/ 30 h 42"/>
                <a:gd name="T42" fmla="*/ 0 w 42"/>
                <a:gd name="T43" fmla="*/ 21 h 42"/>
                <a:gd name="T44" fmla="*/ 6 w 42"/>
                <a:gd name="T45" fmla="*/ 21 h 42"/>
                <a:gd name="T46" fmla="*/ 0 w 42"/>
                <a:gd name="T47" fmla="*/ 21 h 42"/>
                <a:gd name="T48" fmla="*/ 0 w 42"/>
                <a:gd name="T49" fmla="*/ 21 h 42"/>
                <a:gd name="T50" fmla="*/ 6 w 42"/>
                <a:gd name="T51" fmla="*/ 21 h 42"/>
                <a:gd name="T52" fmla="*/ 0 w 42"/>
                <a:gd name="T53" fmla="*/ 21 h 42"/>
                <a:gd name="T54" fmla="*/ 6 w 42"/>
                <a:gd name="T55" fmla="*/ 5 h 42"/>
                <a:gd name="T56" fmla="*/ 6 w 42"/>
                <a:gd name="T57" fmla="*/ 15 h 42"/>
                <a:gd name="T58" fmla="*/ 0 w 42"/>
                <a:gd name="T59" fmla="*/ 21 h 42"/>
                <a:gd name="T60" fmla="*/ 12 w 42"/>
                <a:gd name="T61" fmla="*/ 2 h 42"/>
                <a:gd name="T62" fmla="*/ 21 w 42"/>
                <a:gd name="T63" fmla="*/ 5 h 42"/>
                <a:gd name="T64" fmla="*/ 10 w 42"/>
                <a:gd name="T65" fmla="*/ 9 h 42"/>
                <a:gd name="T66" fmla="*/ 21 w 42"/>
                <a:gd name="T67" fmla="*/ 0 h 42"/>
                <a:gd name="T68" fmla="*/ 21 w 42"/>
                <a:gd name="T69" fmla="*/ 5 h 42"/>
                <a:gd name="T70" fmla="*/ 21 w 42"/>
                <a:gd name="T71" fmla="*/ 0 h 42"/>
                <a:gd name="T72" fmla="*/ 21 w 42"/>
                <a:gd name="T73" fmla="*/ 0 h 42"/>
                <a:gd name="T74" fmla="*/ 21 w 42"/>
                <a:gd name="T75" fmla="*/ 5 h 42"/>
                <a:gd name="T76" fmla="*/ 21 w 42"/>
                <a:gd name="T77" fmla="*/ 0 h 42"/>
                <a:gd name="T78" fmla="*/ 35 w 42"/>
                <a:gd name="T79" fmla="*/ 5 h 42"/>
                <a:gd name="T80" fmla="*/ 27 w 42"/>
                <a:gd name="T81" fmla="*/ 7 h 42"/>
                <a:gd name="T82" fmla="*/ 21 w 42"/>
                <a:gd name="T83" fmla="*/ 0 h 42"/>
                <a:gd name="T84" fmla="*/ 40 w 42"/>
                <a:gd name="T85" fmla="*/ 13 h 42"/>
                <a:gd name="T86" fmla="*/ 35 w 42"/>
                <a:gd name="T87" fmla="*/ 21 h 42"/>
                <a:gd name="T88" fmla="*/ 31 w 42"/>
                <a:gd name="T89" fmla="*/ 9 h 42"/>
                <a:gd name="T90" fmla="*/ 42 w 42"/>
                <a:gd name="T91" fmla="*/ 21 h 42"/>
                <a:gd name="T92" fmla="*/ 35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5" y="21"/>
                  </a:lnTo>
                  <a:lnTo>
                    <a:pt x="35" y="21"/>
                  </a:lnTo>
                  <a:lnTo>
                    <a:pt x="42" y="21"/>
                  </a:lnTo>
                  <a:close/>
                  <a:moveTo>
                    <a:pt x="42" y="21"/>
                  </a:moveTo>
                  <a:lnTo>
                    <a:pt x="40" y="28"/>
                  </a:lnTo>
                  <a:lnTo>
                    <a:pt x="35" y="36"/>
                  </a:lnTo>
                  <a:lnTo>
                    <a:pt x="31" y="30"/>
                  </a:lnTo>
                  <a:lnTo>
                    <a:pt x="35" y="27"/>
                  </a:lnTo>
                  <a:lnTo>
                    <a:pt x="35" y="21"/>
                  </a:lnTo>
                  <a:lnTo>
                    <a:pt x="42" y="21"/>
                  </a:lnTo>
                  <a:close/>
                  <a:moveTo>
                    <a:pt x="35" y="36"/>
                  </a:moveTo>
                  <a:lnTo>
                    <a:pt x="29" y="40"/>
                  </a:lnTo>
                  <a:lnTo>
                    <a:pt x="21" y="42"/>
                  </a:lnTo>
                  <a:lnTo>
                    <a:pt x="21" y="36"/>
                  </a:lnTo>
                  <a:lnTo>
                    <a:pt x="27" y="34"/>
                  </a:lnTo>
                  <a:lnTo>
                    <a:pt x="31" y="30"/>
                  </a:lnTo>
                  <a:lnTo>
                    <a:pt x="35" y="36"/>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2" y="40"/>
                  </a:lnTo>
                  <a:lnTo>
                    <a:pt x="6" y="36"/>
                  </a:lnTo>
                  <a:lnTo>
                    <a:pt x="10" y="30"/>
                  </a:lnTo>
                  <a:lnTo>
                    <a:pt x="15" y="34"/>
                  </a:lnTo>
                  <a:lnTo>
                    <a:pt x="21" y="36"/>
                  </a:lnTo>
                  <a:lnTo>
                    <a:pt x="21" y="42"/>
                  </a:lnTo>
                  <a:close/>
                  <a:moveTo>
                    <a:pt x="6" y="36"/>
                  </a:moveTo>
                  <a:lnTo>
                    <a:pt x="2" y="28"/>
                  </a:lnTo>
                  <a:lnTo>
                    <a:pt x="0" y="21"/>
                  </a:lnTo>
                  <a:lnTo>
                    <a:pt x="6" y="21"/>
                  </a:lnTo>
                  <a:lnTo>
                    <a:pt x="6" y="27"/>
                  </a:lnTo>
                  <a:lnTo>
                    <a:pt x="10" y="30"/>
                  </a:lnTo>
                  <a:lnTo>
                    <a:pt x="6" y="36"/>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3"/>
                  </a:lnTo>
                  <a:lnTo>
                    <a:pt x="6" y="5"/>
                  </a:lnTo>
                  <a:lnTo>
                    <a:pt x="10" y="9"/>
                  </a:lnTo>
                  <a:lnTo>
                    <a:pt x="6" y="15"/>
                  </a:lnTo>
                  <a:lnTo>
                    <a:pt x="6" y="21"/>
                  </a:lnTo>
                  <a:lnTo>
                    <a:pt x="0" y="21"/>
                  </a:lnTo>
                  <a:close/>
                  <a:moveTo>
                    <a:pt x="6" y="5"/>
                  </a:moveTo>
                  <a:lnTo>
                    <a:pt x="12" y="2"/>
                  </a:lnTo>
                  <a:lnTo>
                    <a:pt x="21" y="0"/>
                  </a:lnTo>
                  <a:lnTo>
                    <a:pt x="21" y="5"/>
                  </a:lnTo>
                  <a:lnTo>
                    <a:pt x="15" y="7"/>
                  </a:lnTo>
                  <a:lnTo>
                    <a:pt x="10" y="9"/>
                  </a:lnTo>
                  <a:lnTo>
                    <a:pt x="6" y="5"/>
                  </a:lnTo>
                  <a:close/>
                  <a:moveTo>
                    <a:pt x="21" y="0"/>
                  </a:moveTo>
                  <a:lnTo>
                    <a:pt x="21" y="0"/>
                  </a:lnTo>
                  <a:lnTo>
                    <a:pt x="21" y="5"/>
                  </a:lnTo>
                  <a:lnTo>
                    <a:pt x="21" y="5"/>
                  </a:lnTo>
                  <a:lnTo>
                    <a:pt x="21" y="0"/>
                  </a:lnTo>
                  <a:close/>
                  <a:moveTo>
                    <a:pt x="21" y="0"/>
                  </a:moveTo>
                  <a:lnTo>
                    <a:pt x="21" y="0"/>
                  </a:lnTo>
                  <a:lnTo>
                    <a:pt x="21" y="5"/>
                  </a:lnTo>
                  <a:lnTo>
                    <a:pt x="21" y="5"/>
                  </a:lnTo>
                  <a:lnTo>
                    <a:pt x="21" y="0"/>
                  </a:lnTo>
                  <a:close/>
                  <a:moveTo>
                    <a:pt x="21" y="0"/>
                  </a:moveTo>
                  <a:lnTo>
                    <a:pt x="29" y="2"/>
                  </a:lnTo>
                  <a:lnTo>
                    <a:pt x="35" y="5"/>
                  </a:lnTo>
                  <a:lnTo>
                    <a:pt x="31" y="9"/>
                  </a:lnTo>
                  <a:lnTo>
                    <a:pt x="27" y="7"/>
                  </a:lnTo>
                  <a:lnTo>
                    <a:pt x="21" y="5"/>
                  </a:lnTo>
                  <a:lnTo>
                    <a:pt x="21" y="0"/>
                  </a:lnTo>
                  <a:close/>
                  <a:moveTo>
                    <a:pt x="35" y="5"/>
                  </a:moveTo>
                  <a:lnTo>
                    <a:pt x="40" y="13"/>
                  </a:lnTo>
                  <a:lnTo>
                    <a:pt x="42" y="21"/>
                  </a:lnTo>
                  <a:lnTo>
                    <a:pt x="35" y="21"/>
                  </a:lnTo>
                  <a:lnTo>
                    <a:pt x="35" y="15"/>
                  </a:lnTo>
                  <a:lnTo>
                    <a:pt x="31" y="9"/>
                  </a:lnTo>
                  <a:lnTo>
                    <a:pt x="35" y="5"/>
                  </a:lnTo>
                  <a:close/>
                  <a:moveTo>
                    <a:pt x="42" y="21"/>
                  </a:moveTo>
                  <a:lnTo>
                    <a:pt x="42" y="21"/>
                  </a:lnTo>
                  <a:lnTo>
                    <a:pt x="35" y="21"/>
                  </a:lnTo>
                  <a:lnTo>
                    <a:pt x="35"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27" name="Freeform 107"/>
            <p:cNvSpPr>
              <a:spLocks/>
            </p:cNvSpPr>
            <p:nvPr/>
          </p:nvSpPr>
          <p:spPr bwMode="auto">
            <a:xfrm>
              <a:off x="2527" y="887"/>
              <a:ext cx="36" cy="36"/>
            </a:xfrm>
            <a:custGeom>
              <a:avLst/>
              <a:gdLst>
                <a:gd name="T0" fmla="*/ 36 w 36"/>
                <a:gd name="T1" fmla="*/ 19 h 36"/>
                <a:gd name="T2" fmla="*/ 35 w 36"/>
                <a:gd name="T3" fmla="*/ 25 h 36"/>
                <a:gd name="T4" fmla="*/ 31 w 36"/>
                <a:gd name="T5" fmla="*/ 31 h 36"/>
                <a:gd name="T6" fmla="*/ 25 w 36"/>
                <a:gd name="T7" fmla="*/ 34 h 36"/>
                <a:gd name="T8" fmla="*/ 19 w 36"/>
                <a:gd name="T9" fmla="*/ 36 h 36"/>
                <a:gd name="T10" fmla="*/ 11 w 36"/>
                <a:gd name="T11" fmla="*/ 34 h 36"/>
                <a:gd name="T12" fmla="*/ 6 w 36"/>
                <a:gd name="T13" fmla="*/ 31 h 36"/>
                <a:gd name="T14" fmla="*/ 2 w 36"/>
                <a:gd name="T15" fmla="*/ 25 h 36"/>
                <a:gd name="T16" fmla="*/ 0 w 36"/>
                <a:gd name="T17" fmla="*/ 19 h 36"/>
                <a:gd name="T18" fmla="*/ 2 w 36"/>
                <a:gd name="T19" fmla="*/ 11 h 36"/>
                <a:gd name="T20" fmla="*/ 6 w 36"/>
                <a:gd name="T21" fmla="*/ 6 h 36"/>
                <a:gd name="T22" fmla="*/ 11 w 36"/>
                <a:gd name="T23" fmla="*/ 2 h 36"/>
                <a:gd name="T24" fmla="*/ 19 w 36"/>
                <a:gd name="T25" fmla="*/ 0 h 36"/>
                <a:gd name="T26" fmla="*/ 25 w 36"/>
                <a:gd name="T27" fmla="*/ 2 h 36"/>
                <a:gd name="T28" fmla="*/ 31 w 36"/>
                <a:gd name="T29" fmla="*/ 6 h 36"/>
                <a:gd name="T30" fmla="*/ 35 w 36"/>
                <a:gd name="T31" fmla="*/ 11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5" y="25"/>
                  </a:lnTo>
                  <a:lnTo>
                    <a:pt x="31" y="31"/>
                  </a:lnTo>
                  <a:lnTo>
                    <a:pt x="25" y="34"/>
                  </a:lnTo>
                  <a:lnTo>
                    <a:pt x="19" y="36"/>
                  </a:lnTo>
                  <a:lnTo>
                    <a:pt x="11" y="34"/>
                  </a:lnTo>
                  <a:lnTo>
                    <a:pt x="6" y="31"/>
                  </a:lnTo>
                  <a:lnTo>
                    <a:pt x="2" y="25"/>
                  </a:lnTo>
                  <a:lnTo>
                    <a:pt x="0" y="19"/>
                  </a:lnTo>
                  <a:lnTo>
                    <a:pt x="2" y="11"/>
                  </a:lnTo>
                  <a:lnTo>
                    <a:pt x="6" y="6"/>
                  </a:lnTo>
                  <a:lnTo>
                    <a:pt x="11" y="2"/>
                  </a:lnTo>
                  <a:lnTo>
                    <a:pt x="19" y="0"/>
                  </a:lnTo>
                  <a:lnTo>
                    <a:pt x="25" y="2"/>
                  </a:lnTo>
                  <a:lnTo>
                    <a:pt x="31" y="6"/>
                  </a:lnTo>
                  <a:lnTo>
                    <a:pt x="35" y="11"/>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28" name="Freeform 108"/>
            <p:cNvSpPr>
              <a:spLocks noEditPoints="1"/>
            </p:cNvSpPr>
            <p:nvPr/>
          </p:nvSpPr>
          <p:spPr bwMode="auto">
            <a:xfrm>
              <a:off x="2525" y="885"/>
              <a:ext cx="42" cy="42"/>
            </a:xfrm>
            <a:custGeom>
              <a:avLst/>
              <a:gdLst>
                <a:gd name="T0" fmla="*/ 42 w 42"/>
                <a:gd name="T1" fmla="*/ 21 h 42"/>
                <a:gd name="T2" fmla="*/ 35 w 42"/>
                <a:gd name="T3" fmla="*/ 21 h 42"/>
                <a:gd name="T4" fmla="*/ 42 w 42"/>
                <a:gd name="T5" fmla="*/ 21 h 42"/>
                <a:gd name="T6" fmla="*/ 35 w 42"/>
                <a:gd name="T7" fmla="*/ 34 h 42"/>
                <a:gd name="T8" fmla="*/ 35 w 42"/>
                <a:gd name="T9" fmla="*/ 27 h 42"/>
                <a:gd name="T10" fmla="*/ 42 w 42"/>
                <a:gd name="T11" fmla="*/ 21 h 42"/>
                <a:gd name="T12" fmla="*/ 29 w 42"/>
                <a:gd name="T13" fmla="*/ 40 h 42"/>
                <a:gd name="T14" fmla="*/ 21 w 42"/>
                <a:gd name="T15" fmla="*/ 36 h 42"/>
                <a:gd name="T16" fmla="*/ 31 w 42"/>
                <a:gd name="T17" fmla="*/ 31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6 w 42"/>
                <a:gd name="T31" fmla="*/ 34 h 42"/>
                <a:gd name="T32" fmla="*/ 15 w 42"/>
                <a:gd name="T33" fmla="*/ 34 h 42"/>
                <a:gd name="T34" fmla="*/ 21 w 42"/>
                <a:gd name="T35" fmla="*/ 42 h 42"/>
                <a:gd name="T36" fmla="*/ 2 w 42"/>
                <a:gd name="T37" fmla="*/ 29 h 42"/>
                <a:gd name="T38" fmla="*/ 6 w 42"/>
                <a:gd name="T39" fmla="*/ 21 h 42"/>
                <a:gd name="T40" fmla="*/ 10 w 42"/>
                <a:gd name="T41" fmla="*/ 31 h 42"/>
                <a:gd name="T42" fmla="*/ 0 w 42"/>
                <a:gd name="T43" fmla="*/ 21 h 42"/>
                <a:gd name="T44" fmla="*/ 6 w 42"/>
                <a:gd name="T45" fmla="*/ 21 h 42"/>
                <a:gd name="T46" fmla="*/ 0 w 42"/>
                <a:gd name="T47" fmla="*/ 21 h 42"/>
                <a:gd name="T48" fmla="*/ 0 w 42"/>
                <a:gd name="T49" fmla="*/ 21 h 42"/>
                <a:gd name="T50" fmla="*/ 6 w 42"/>
                <a:gd name="T51" fmla="*/ 21 h 42"/>
                <a:gd name="T52" fmla="*/ 0 w 42"/>
                <a:gd name="T53" fmla="*/ 21 h 42"/>
                <a:gd name="T54" fmla="*/ 6 w 42"/>
                <a:gd name="T55" fmla="*/ 6 h 42"/>
                <a:gd name="T56" fmla="*/ 6 w 42"/>
                <a:gd name="T57" fmla="*/ 15 h 42"/>
                <a:gd name="T58" fmla="*/ 0 w 42"/>
                <a:gd name="T59" fmla="*/ 21 h 42"/>
                <a:gd name="T60" fmla="*/ 10 w 42"/>
                <a:gd name="T61" fmla="*/ 10 h 42"/>
                <a:gd name="T62" fmla="*/ 10 w 42"/>
                <a:gd name="T63" fmla="*/ 10 h 42"/>
                <a:gd name="T64" fmla="*/ 12 w 42"/>
                <a:gd name="T65" fmla="*/ 2 h 42"/>
                <a:gd name="T66" fmla="*/ 21 w 42"/>
                <a:gd name="T67" fmla="*/ 6 h 42"/>
                <a:gd name="T68" fmla="*/ 10 w 42"/>
                <a:gd name="T69" fmla="*/ 10 h 42"/>
                <a:gd name="T70" fmla="*/ 21 w 42"/>
                <a:gd name="T71" fmla="*/ 0 h 42"/>
                <a:gd name="T72" fmla="*/ 21 w 42"/>
                <a:gd name="T73" fmla="*/ 6 h 42"/>
                <a:gd name="T74" fmla="*/ 21 w 42"/>
                <a:gd name="T75" fmla="*/ 0 h 42"/>
                <a:gd name="T76" fmla="*/ 21 w 42"/>
                <a:gd name="T77" fmla="*/ 0 h 42"/>
                <a:gd name="T78" fmla="*/ 21 w 42"/>
                <a:gd name="T79" fmla="*/ 6 h 42"/>
                <a:gd name="T80" fmla="*/ 21 w 42"/>
                <a:gd name="T81" fmla="*/ 0 h 42"/>
                <a:gd name="T82" fmla="*/ 35 w 42"/>
                <a:gd name="T83" fmla="*/ 6 h 42"/>
                <a:gd name="T84" fmla="*/ 27 w 42"/>
                <a:gd name="T85" fmla="*/ 8 h 42"/>
                <a:gd name="T86" fmla="*/ 21 w 42"/>
                <a:gd name="T87" fmla="*/ 0 h 42"/>
                <a:gd name="T88" fmla="*/ 31 w 42"/>
                <a:gd name="T89" fmla="*/ 10 h 42"/>
                <a:gd name="T90" fmla="*/ 31 w 42"/>
                <a:gd name="T91" fmla="*/ 10 h 42"/>
                <a:gd name="T92" fmla="*/ 40 w 42"/>
                <a:gd name="T93" fmla="*/ 11 h 42"/>
                <a:gd name="T94" fmla="*/ 35 w 42"/>
                <a:gd name="T95" fmla="*/ 21 h 42"/>
                <a:gd name="T96" fmla="*/ 31 w 42"/>
                <a:gd name="T97" fmla="*/ 10 h 42"/>
                <a:gd name="T98" fmla="*/ 42 w 42"/>
                <a:gd name="T99" fmla="*/ 21 h 42"/>
                <a:gd name="T100" fmla="*/ 35 w 42"/>
                <a:gd name="T101" fmla="*/ 21 h 42"/>
                <a:gd name="T102" fmla="*/ 42 w 42"/>
                <a:gd name="T103"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 h="42">
                  <a:moveTo>
                    <a:pt x="42" y="21"/>
                  </a:moveTo>
                  <a:lnTo>
                    <a:pt x="42" y="21"/>
                  </a:lnTo>
                  <a:lnTo>
                    <a:pt x="35" y="21"/>
                  </a:lnTo>
                  <a:lnTo>
                    <a:pt x="35" y="21"/>
                  </a:lnTo>
                  <a:lnTo>
                    <a:pt x="42" y="21"/>
                  </a:lnTo>
                  <a:close/>
                  <a:moveTo>
                    <a:pt x="42" y="21"/>
                  </a:moveTo>
                  <a:lnTo>
                    <a:pt x="40" y="29"/>
                  </a:lnTo>
                  <a:lnTo>
                    <a:pt x="35" y="34"/>
                  </a:lnTo>
                  <a:lnTo>
                    <a:pt x="31" y="31"/>
                  </a:lnTo>
                  <a:lnTo>
                    <a:pt x="35" y="27"/>
                  </a:lnTo>
                  <a:lnTo>
                    <a:pt x="35" y="21"/>
                  </a:lnTo>
                  <a:lnTo>
                    <a:pt x="42" y="21"/>
                  </a:lnTo>
                  <a:close/>
                  <a:moveTo>
                    <a:pt x="35" y="34"/>
                  </a:moveTo>
                  <a:lnTo>
                    <a:pt x="29" y="40"/>
                  </a:lnTo>
                  <a:lnTo>
                    <a:pt x="21" y="42"/>
                  </a:lnTo>
                  <a:lnTo>
                    <a:pt x="21" y="36"/>
                  </a:lnTo>
                  <a:lnTo>
                    <a:pt x="27" y="34"/>
                  </a:lnTo>
                  <a:lnTo>
                    <a:pt x="31" y="31"/>
                  </a:lnTo>
                  <a:lnTo>
                    <a:pt x="35" y="34"/>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2" y="40"/>
                  </a:lnTo>
                  <a:lnTo>
                    <a:pt x="6" y="34"/>
                  </a:lnTo>
                  <a:lnTo>
                    <a:pt x="10" y="31"/>
                  </a:lnTo>
                  <a:lnTo>
                    <a:pt x="15" y="34"/>
                  </a:lnTo>
                  <a:lnTo>
                    <a:pt x="21" y="36"/>
                  </a:lnTo>
                  <a:lnTo>
                    <a:pt x="21" y="42"/>
                  </a:lnTo>
                  <a:close/>
                  <a:moveTo>
                    <a:pt x="6" y="34"/>
                  </a:moveTo>
                  <a:lnTo>
                    <a:pt x="2" y="29"/>
                  </a:lnTo>
                  <a:lnTo>
                    <a:pt x="0" y="21"/>
                  </a:lnTo>
                  <a:lnTo>
                    <a:pt x="6" y="21"/>
                  </a:lnTo>
                  <a:lnTo>
                    <a:pt x="6" y="27"/>
                  </a:lnTo>
                  <a:lnTo>
                    <a:pt x="10" y="31"/>
                  </a:lnTo>
                  <a:lnTo>
                    <a:pt x="6" y="34"/>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1"/>
                  </a:lnTo>
                  <a:lnTo>
                    <a:pt x="6" y="6"/>
                  </a:lnTo>
                  <a:lnTo>
                    <a:pt x="10" y="10"/>
                  </a:lnTo>
                  <a:lnTo>
                    <a:pt x="6" y="15"/>
                  </a:lnTo>
                  <a:lnTo>
                    <a:pt x="6" y="21"/>
                  </a:lnTo>
                  <a:lnTo>
                    <a:pt x="0" y="21"/>
                  </a:lnTo>
                  <a:close/>
                  <a:moveTo>
                    <a:pt x="10" y="10"/>
                  </a:moveTo>
                  <a:lnTo>
                    <a:pt x="10" y="10"/>
                  </a:lnTo>
                  <a:lnTo>
                    <a:pt x="8" y="8"/>
                  </a:lnTo>
                  <a:lnTo>
                    <a:pt x="10" y="10"/>
                  </a:lnTo>
                  <a:close/>
                  <a:moveTo>
                    <a:pt x="6" y="6"/>
                  </a:moveTo>
                  <a:lnTo>
                    <a:pt x="12" y="2"/>
                  </a:lnTo>
                  <a:lnTo>
                    <a:pt x="21" y="0"/>
                  </a:lnTo>
                  <a:lnTo>
                    <a:pt x="21" y="6"/>
                  </a:lnTo>
                  <a:lnTo>
                    <a:pt x="15" y="8"/>
                  </a:lnTo>
                  <a:lnTo>
                    <a:pt x="10" y="10"/>
                  </a:lnTo>
                  <a:lnTo>
                    <a:pt x="6"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29" y="2"/>
                  </a:lnTo>
                  <a:lnTo>
                    <a:pt x="35" y="6"/>
                  </a:lnTo>
                  <a:lnTo>
                    <a:pt x="31" y="10"/>
                  </a:lnTo>
                  <a:lnTo>
                    <a:pt x="27" y="8"/>
                  </a:lnTo>
                  <a:lnTo>
                    <a:pt x="21" y="6"/>
                  </a:lnTo>
                  <a:lnTo>
                    <a:pt x="21" y="0"/>
                  </a:lnTo>
                  <a:close/>
                  <a:moveTo>
                    <a:pt x="31" y="10"/>
                  </a:moveTo>
                  <a:lnTo>
                    <a:pt x="31" y="10"/>
                  </a:lnTo>
                  <a:lnTo>
                    <a:pt x="33" y="8"/>
                  </a:lnTo>
                  <a:lnTo>
                    <a:pt x="31" y="10"/>
                  </a:lnTo>
                  <a:close/>
                  <a:moveTo>
                    <a:pt x="35" y="6"/>
                  </a:moveTo>
                  <a:lnTo>
                    <a:pt x="40" y="11"/>
                  </a:lnTo>
                  <a:lnTo>
                    <a:pt x="42" y="21"/>
                  </a:lnTo>
                  <a:lnTo>
                    <a:pt x="35" y="21"/>
                  </a:lnTo>
                  <a:lnTo>
                    <a:pt x="35" y="15"/>
                  </a:lnTo>
                  <a:lnTo>
                    <a:pt x="31" y="10"/>
                  </a:lnTo>
                  <a:lnTo>
                    <a:pt x="35" y="6"/>
                  </a:lnTo>
                  <a:close/>
                  <a:moveTo>
                    <a:pt x="42" y="21"/>
                  </a:moveTo>
                  <a:lnTo>
                    <a:pt x="42" y="21"/>
                  </a:lnTo>
                  <a:lnTo>
                    <a:pt x="35" y="21"/>
                  </a:lnTo>
                  <a:lnTo>
                    <a:pt x="35"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29" name="Freeform 109"/>
            <p:cNvSpPr>
              <a:spLocks/>
            </p:cNvSpPr>
            <p:nvPr/>
          </p:nvSpPr>
          <p:spPr bwMode="auto">
            <a:xfrm>
              <a:off x="2615" y="1023"/>
              <a:ext cx="37" cy="37"/>
            </a:xfrm>
            <a:custGeom>
              <a:avLst/>
              <a:gdLst>
                <a:gd name="T0" fmla="*/ 37 w 37"/>
                <a:gd name="T1" fmla="*/ 19 h 37"/>
                <a:gd name="T2" fmla="*/ 35 w 37"/>
                <a:gd name="T3" fmla="*/ 25 h 37"/>
                <a:gd name="T4" fmla="*/ 31 w 37"/>
                <a:gd name="T5" fmla="*/ 31 h 37"/>
                <a:gd name="T6" fmla="*/ 25 w 37"/>
                <a:gd name="T7" fmla="*/ 35 h 37"/>
                <a:gd name="T8" fmla="*/ 18 w 37"/>
                <a:gd name="T9" fmla="*/ 37 h 37"/>
                <a:gd name="T10" fmla="*/ 12 w 37"/>
                <a:gd name="T11" fmla="*/ 35 h 37"/>
                <a:gd name="T12" fmla="*/ 6 w 37"/>
                <a:gd name="T13" fmla="*/ 31 h 37"/>
                <a:gd name="T14" fmla="*/ 2 w 37"/>
                <a:gd name="T15" fmla="*/ 25 h 37"/>
                <a:gd name="T16" fmla="*/ 0 w 37"/>
                <a:gd name="T17" fmla="*/ 19 h 37"/>
                <a:gd name="T18" fmla="*/ 2 w 37"/>
                <a:gd name="T19" fmla="*/ 12 h 37"/>
                <a:gd name="T20" fmla="*/ 6 w 37"/>
                <a:gd name="T21" fmla="*/ 6 h 37"/>
                <a:gd name="T22" fmla="*/ 12 w 37"/>
                <a:gd name="T23" fmla="*/ 2 h 37"/>
                <a:gd name="T24" fmla="*/ 18 w 37"/>
                <a:gd name="T25" fmla="*/ 0 h 37"/>
                <a:gd name="T26" fmla="*/ 25 w 37"/>
                <a:gd name="T27" fmla="*/ 2 h 37"/>
                <a:gd name="T28" fmla="*/ 31 w 37"/>
                <a:gd name="T29" fmla="*/ 6 h 37"/>
                <a:gd name="T30" fmla="*/ 35 w 37"/>
                <a:gd name="T31" fmla="*/ 12 h 37"/>
                <a:gd name="T32" fmla="*/ 37 w 37"/>
                <a:gd name="T33" fmla="*/ 19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7">
                  <a:moveTo>
                    <a:pt x="37" y="19"/>
                  </a:moveTo>
                  <a:lnTo>
                    <a:pt x="35" y="25"/>
                  </a:lnTo>
                  <a:lnTo>
                    <a:pt x="31" y="31"/>
                  </a:lnTo>
                  <a:lnTo>
                    <a:pt x="25" y="35"/>
                  </a:lnTo>
                  <a:lnTo>
                    <a:pt x="18" y="37"/>
                  </a:lnTo>
                  <a:lnTo>
                    <a:pt x="12" y="35"/>
                  </a:lnTo>
                  <a:lnTo>
                    <a:pt x="6" y="31"/>
                  </a:lnTo>
                  <a:lnTo>
                    <a:pt x="2" y="25"/>
                  </a:lnTo>
                  <a:lnTo>
                    <a:pt x="0" y="19"/>
                  </a:lnTo>
                  <a:lnTo>
                    <a:pt x="2" y="12"/>
                  </a:lnTo>
                  <a:lnTo>
                    <a:pt x="6" y="6"/>
                  </a:lnTo>
                  <a:lnTo>
                    <a:pt x="12" y="2"/>
                  </a:lnTo>
                  <a:lnTo>
                    <a:pt x="18" y="0"/>
                  </a:lnTo>
                  <a:lnTo>
                    <a:pt x="25" y="2"/>
                  </a:lnTo>
                  <a:lnTo>
                    <a:pt x="31" y="6"/>
                  </a:lnTo>
                  <a:lnTo>
                    <a:pt x="35" y="12"/>
                  </a:lnTo>
                  <a:lnTo>
                    <a:pt x="37" y="19"/>
                  </a:lnTo>
                  <a:close/>
                </a:path>
              </a:pathLst>
            </a:custGeom>
            <a:solidFill>
              <a:srgbClr val="00CC99"/>
            </a:solidFill>
            <a:ln w="9525">
              <a:solidFill>
                <a:srgbClr val="CC0000"/>
              </a:solidFill>
              <a:round/>
              <a:headEnd/>
              <a:tailEnd/>
            </a:ln>
          </p:spPr>
          <p:txBody>
            <a:bodyPr/>
            <a:lstStyle/>
            <a:p>
              <a:endParaRPr lang="en-US"/>
            </a:p>
          </p:txBody>
        </p:sp>
        <p:sp>
          <p:nvSpPr>
            <p:cNvPr id="414830" name="Freeform 110"/>
            <p:cNvSpPr>
              <a:spLocks noEditPoints="1"/>
            </p:cNvSpPr>
            <p:nvPr/>
          </p:nvSpPr>
          <p:spPr bwMode="auto">
            <a:xfrm>
              <a:off x="2611" y="1021"/>
              <a:ext cx="43" cy="42"/>
            </a:xfrm>
            <a:custGeom>
              <a:avLst/>
              <a:gdLst>
                <a:gd name="T0" fmla="*/ 43 w 43"/>
                <a:gd name="T1" fmla="*/ 21 h 42"/>
                <a:gd name="T2" fmla="*/ 37 w 43"/>
                <a:gd name="T3" fmla="*/ 21 h 42"/>
                <a:gd name="T4" fmla="*/ 43 w 43"/>
                <a:gd name="T5" fmla="*/ 21 h 42"/>
                <a:gd name="T6" fmla="*/ 37 w 43"/>
                <a:gd name="T7" fmla="*/ 35 h 42"/>
                <a:gd name="T8" fmla="*/ 37 w 43"/>
                <a:gd name="T9" fmla="*/ 27 h 42"/>
                <a:gd name="T10" fmla="*/ 43 w 43"/>
                <a:gd name="T11" fmla="*/ 21 h 42"/>
                <a:gd name="T12" fmla="*/ 33 w 43"/>
                <a:gd name="T13" fmla="*/ 31 h 42"/>
                <a:gd name="T14" fmla="*/ 33 w 43"/>
                <a:gd name="T15" fmla="*/ 31 h 42"/>
                <a:gd name="T16" fmla="*/ 31 w 43"/>
                <a:gd name="T17" fmla="*/ 41 h 42"/>
                <a:gd name="T18" fmla="*/ 22 w 43"/>
                <a:gd name="T19" fmla="*/ 35 h 42"/>
                <a:gd name="T20" fmla="*/ 33 w 43"/>
                <a:gd name="T21" fmla="*/ 31 h 42"/>
                <a:gd name="T22" fmla="*/ 22 w 43"/>
                <a:gd name="T23" fmla="*/ 42 h 42"/>
                <a:gd name="T24" fmla="*/ 22 w 43"/>
                <a:gd name="T25" fmla="*/ 35 h 42"/>
                <a:gd name="T26" fmla="*/ 22 w 43"/>
                <a:gd name="T27" fmla="*/ 42 h 42"/>
                <a:gd name="T28" fmla="*/ 22 w 43"/>
                <a:gd name="T29" fmla="*/ 42 h 42"/>
                <a:gd name="T30" fmla="*/ 22 w 43"/>
                <a:gd name="T31" fmla="*/ 35 h 42"/>
                <a:gd name="T32" fmla="*/ 22 w 43"/>
                <a:gd name="T33" fmla="*/ 42 h 42"/>
                <a:gd name="T34" fmla="*/ 8 w 43"/>
                <a:gd name="T35" fmla="*/ 35 h 42"/>
                <a:gd name="T36" fmla="*/ 16 w 43"/>
                <a:gd name="T37" fmla="*/ 35 h 42"/>
                <a:gd name="T38" fmla="*/ 22 w 43"/>
                <a:gd name="T39" fmla="*/ 42 h 42"/>
                <a:gd name="T40" fmla="*/ 2 w 43"/>
                <a:gd name="T41" fmla="*/ 29 h 42"/>
                <a:gd name="T42" fmla="*/ 8 w 43"/>
                <a:gd name="T43" fmla="*/ 21 h 42"/>
                <a:gd name="T44" fmla="*/ 12 w 43"/>
                <a:gd name="T45" fmla="*/ 31 h 42"/>
                <a:gd name="T46" fmla="*/ 0 w 43"/>
                <a:gd name="T47" fmla="*/ 21 h 42"/>
                <a:gd name="T48" fmla="*/ 8 w 43"/>
                <a:gd name="T49" fmla="*/ 21 h 42"/>
                <a:gd name="T50" fmla="*/ 0 w 43"/>
                <a:gd name="T51" fmla="*/ 21 h 42"/>
                <a:gd name="T52" fmla="*/ 0 w 43"/>
                <a:gd name="T53" fmla="*/ 21 h 42"/>
                <a:gd name="T54" fmla="*/ 8 w 43"/>
                <a:gd name="T55" fmla="*/ 21 h 42"/>
                <a:gd name="T56" fmla="*/ 0 w 43"/>
                <a:gd name="T57" fmla="*/ 21 h 42"/>
                <a:gd name="T58" fmla="*/ 8 w 43"/>
                <a:gd name="T59" fmla="*/ 6 h 42"/>
                <a:gd name="T60" fmla="*/ 8 w 43"/>
                <a:gd name="T61" fmla="*/ 16 h 42"/>
                <a:gd name="T62" fmla="*/ 0 w 43"/>
                <a:gd name="T63" fmla="*/ 21 h 42"/>
                <a:gd name="T64" fmla="*/ 14 w 43"/>
                <a:gd name="T65" fmla="*/ 0 h 42"/>
                <a:gd name="T66" fmla="*/ 22 w 43"/>
                <a:gd name="T67" fmla="*/ 6 h 42"/>
                <a:gd name="T68" fmla="*/ 12 w 43"/>
                <a:gd name="T69" fmla="*/ 10 h 42"/>
                <a:gd name="T70" fmla="*/ 22 w 43"/>
                <a:gd name="T71" fmla="*/ 0 h 42"/>
                <a:gd name="T72" fmla="*/ 22 w 43"/>
                <a:gd name="T73" fmla="*/ 6 h 42"/>
                <a:gd name="T74" fmla="*/ 22 w 43"/>
                <a:gd name="T75" fmla="*/ 0 h 42"/>
                <a:gd name="T76" fmla="*/ 22 w 43"/>
                <a:gd name="T77" fmla="*/ 0 h 42"/>
                <a:gd name="T78" fmla="*/ 22 w 43"/>
                <a:gd name="T79" fmla="*/ 6 h 42"/>
                <a:gd name="T80" fmla="*/ 22 w 43"/>
                <a:gd name="T81" fmla="*/ 0 h 42"/>
                <a:gd name="T82" fmla="*/ 37 w 43"/>
                <a:gd name="T83" fmla="*/ 6 h 42"/>
                <a:gd name="T84" fmla="*/ 27 w 43"/>
                <a:gd name="T85" fmla="*/ 6 h 42"/>
                <a:gd name="T86" fmla="*/ 22 w 43"/>
                <a:gd name="T87" fmla="*/ 0 h 42"/>
                <a:gd name="T88" fmla="*/ 33 w 43"/>
                <a:gd name="T89" fmla="*/ 10 h 42"/>
                <a:gd name="T90" fmla="*/ 33 w 43"/>
                <a:gd name="T91" fmla="*/ 10 h 42"/>
                <a:gd name="T92" fmla="*/ 41 w 43"/>
                <a:gd name="T93" fmla="*/ 12 h 42"/>
                <a:gd name="T94" fmla="*/ 37 w 43"/>
                <a:gd name="T95" fmla="*/ 21 h 42"/>
                <a:gd name="T96" fmla="*/ 33 w 43"/>
                <a:gd name="T97" fmla="*/ 10 h 42"/>
                <a:gd name="T98" fmla="*/ 43 w 43"/>
                <a:gd name="T99" fmla="*/ 21 h 42"/>
                <a:gd name="T100" fmla="*/ 37 w 43"/>
                <a:gd name="T101" fmla="*/ 21 h 42"/>
                <a:gd name="T102" fmla="*/ 43 w 43"/>
                <a:gd name="T103"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 h="42">
                  <a:moveTo>
                    <a:pt x="43" y="21"/>
                  </a:moveTo>
                  <a:lnTo>
                    <a:pt x="43" y="21"/>
                  </a:lnTo>
                  <a:lnTo>
                    <a:pt x="37" y="21"/>
                  </a:lnTo>
                  <a:lnTo>
                    <a:pt x="37" y="21"/>
                  </a:lnTo>
                  <a:lnTo>
                    <a:pt x="43" y="21"/>
                  </a:lnTo>
                  <a:close/>
                  <a:moveTo>
                    <a:pt x="43" y="21"/>
                  </a:moveTo>
                  <a:lnTo>
                    <a:pt x="41" y="29"/>
                  </a:lnTo>
                  <a:lnTo>
                    <a:pt x="37" y="35"/>
                  </a:lnTo>
                  <a:lnTo>
                    <a:pt x="33" y="31"/>
                  </a:lnTo>
                  <a:lnTo>
                    <a:pt x="37" y="27"/>
                  </a:lnTo>
                  <a:lnTo>
                    <a:pt x="37" y="21"/>
                  </a:lnTo>
                  <a:lnTo>
                    <a:pt x="43" y="21"/>
                  </a:lnTo>
                  <a:close/>
                  <a:moveTo>
                    <a:pt x="33" y="31"/>
                  </a:moveTo>
                  <a:lnTo>
                    <a:pt x="33" y="31"/>
                  </a:lnTo>
                  <a:lnTo>
                    <a:pt x="35" y="33"/>
                  </a:lnTo>
                  <a:lnTo>
                    <a:pt x="33" y="31"/>
                  </a:lnTo>
                  <a:close/>
                  <a:moveTo>
                    <a:pt x="37" y="35"/>
                  </a:moveTo>
                  <a:lnTo>
                    <a:pt x="31" y="41"/>
                  </a:lnTo>
                  <a:lnTo>
                    <a:pt x="22" y="42"/>
                  </a:lnTo>
                  <a:lnTo>
                    <a:pt x="22" y="35"/>
                  </a:lnTo>
                  <a:lnTo>
                    <a:pt x="27" y="35"/>
                  </a:lnTo>
                  <a:lnTo>
                    <a:pt x="33" y="31"/>
                  </a:lnTo>
                  <a:lnTo>
                    <a:pt x="37" y="35"/>
                  </a:lnTo>
                  <a:close/>
                  <a:moveTo>
                    <a:pt x="22" y="42"/>
                  </a:moveTo>
                  <a:lnTo>
                    <a:pt x="22" y="42"/>
                  </a:lnTo>
                  <a:lnTo>
                    <a:pt x="22" y="35"/>
                  </a:lnTo>
                  <a:lnTo>
                    <a:pt x="22" y="35"/>
                  </a:lnTo>
                  <a:lnTo>
                    <a:pt x="22" y="42"/>
                  </a:lnTo>
                  <a:close/>
                  <a:moveTo>
                    <a:pt x="22" y="42"/>
                  </a:moveTo>
                  <a:lnTo>
                    <a:pt x="22" y="42"/>
                  </a:lnTo>
                  <a:lnTo>
                    <a:pt x="22" y="35"/>
                  </a:lnTo>
                  <a:lnTo>
                    <a:pt x="22" y="35"/>
                  </a:lnTo>
                  <a:lnTo>
                    <a:pt x="22" y="42"/>
                  </a:lnTo>
                  <a:close/>
                  <a:moveTo>
                    <a:pt x="22" y="42"/>
                  </a:moveTo>
                  <a:lnTo>
                    <a:pt x="14" y="41"/>
                  </a:lnTo>
                  <a:lnTo>
                    <a:pt x="8" y="35"/>
                  </a:lnTo>
                  <a:lnTo>
                    <a:pt x="12" y="31"/>
                  </a:lnTo>
                  <a:lnTo>
                    <a:pt x="16" y="35"/>
                  </a:lnTo>
                  <a:lnTo>
                    <a:pt x="22" y="35"/>
                  </a:lnTo>
                  <a:lnTo>
                    <a:pt x="22" y="42"/>
                  </a:lnTo>
                  <a:close/>
                  <a:moveTo>
                    <a:pt x="8" y="35"/>
                  </a:moveTo>
                  <a:lnTo>
                    <a:pt x="2" y="29"/>
                  </a:lnTo>
                  <a:lnTo>
                    <a:pt x="0" y="21"/>
                  </a:lnTo>
                  <a:lnTo>
                    <a:pt x="8" y="21"/>
                  </a:lnTo>
                  <a:lnTo>
                    <a:pt x="8" y="27"/>
                  </a:lnTo>
                  <a:lnTo>
                    <a:pt x="12" y="31"/>
                  </a:lnTo>
                  <a:lnTo>
                    <a:pt x="8" y="35"/>
                  </a:lnTo>
                  <a:close/>
                  <a:moveTo>
                    <a:pt x="0" y="21"/>
                  </a:moveTo>
                  <a:lnTo>
                    <a:pt x="0" y="21"/>
                  </a:lnTo>
                  <a:lnTo>
                    <a:pt x="8" y="21"/>
                  </a:lnTo>
                  <a:lnTo>
                    <a:pt x="8" y="21"/>
                  </a:lnTo>
                  <a:lnTo>
                    <a:pt x="0" y="21"/>
                  </a:lnTo>
                  <a:close/>
                  <a:moveTo>
                    <a:pt x="0" y="21"/>
                  </a:moveTo>
                  <a:lnTo>
                    <a:pt x="0" y="21"/>
                  </a:lnTo>
                  <a:lnTo>
                    <a:pt x="8" y="21"/>
                  </a:lnTo>
                  <a:lnTo>
                    <a:pt x="8" y="21"/>
                  </a:lnTo>
                  <a:lnTo>
                    <a:pt x="0" y="21"/>
                  </a:lnTo>
                  <a:close/>
                  <a:moveTo>
                    <a:pt x="0" y="21"/>
                  </a:moveTo>
                  <a:lnTo>
                    <a:pt x="2" y="12"/>
                  </a:lnTo>
                  <a:lnTo>
                    <a:pt x="8" y="6"/>
                  </a:lnTo>
                  <a:lnTo>
                    <a:pt x="12" y="10"/>
                  </a:lnTo>
                  <a:lnTo>
                    <a:pt x="8" y="16"/>
                  </a:lnTo>
                  <a:lnTo>
                    <a:pt x="8" y="21"/>
                  </a:lnTo>
                  <a:lnTo>
                    <a:pt x="0" y="21"/>
                  </a:lnTo>
                  <a:close/>
                  <a:moveTo>
                    <a:pt x="8" y="6"/>
                  </a:moveTo>
                  <a:lnTo>
                    <a:pt x="14" y="0"/>
                  </a:lnTo>
                  <a:lnTo>
                    <a:pt x="22" y="0"/>
                  </a:lnTo>
                  <a:lnTo>
                    <a:pt x="22" y="6"/>
                  </a:lnTo>
                  <a:lnTo>
                    <a:pt x="16" y="6"/>
                  </a:lnTo>
                  <a:lnTo>
                    <a:pt x="12" y="10"/>
                  </a:lnTo>
                  <a:lnTo>
                    <a:pt x="8" y="6"/>
                  </a:lnTo>
                  <a:close/>
                  <a:moveTo>
                    <a:pt x="22" y="0"/>
                  </a:moveTo>
                  <a:lnTo>
                    <a:pt x="22" y="0"/>
                  </a:lnTo>
                  <a:lnTo>
                    <a:pt x="22" y="6"/>
                  </a:lnTo>
                  <a:lnTo>
                    <a:pt x="22" y="6"/>
                  </a:lnTo>
                  <a:lnTo>
                    <a:pt x="22" y="0"/>
                  </a:lnTo>
                  <a:close/>
                  <a:moveTo>
                    <a:pt x="22" y="0"/>
                  </a:moveTo>
                  <a:lnTo>
                    <a:pt x="22" y="0"/>
                  </a:lnTo>
                  <a:lnTo>
                    <a:pt x="22" y="6"/>
                  </a:lnTo>
                  <a:lnTo>
                    <a:pt x="22" y="6"/>
                  </a:lnTo>
                  <a:lnTo>
                    <a:pt x="22" y="0"/>
                  </a:lnTo>
                  <a:close/>
                  <a:moveTo>
                    <a:pt x="22" y="0"/>
                  </a:moveTo>
                  <a:lnTo>
                    <a:pt x="31" y="2"/>
                  </a:lnTo>
                  <a:lnTo>
                    <a:pt x="37" y="6"/>
                  </a:lnTo>
                  <a:lnTo>
                    <a:pt x="33" y="10"/>
                  </a:lnTo>
                  <a:lnTo>
                    <a:pt x="27" y="6"/>
                  </a:lnTo>
                  <a:lnTo>
                    <a:pt x="22" y="6"/>
                  </a:lnTo>
                  <a:lnTo>
                    <a:pt x="22" y="0"/>
                  </a:lnTo>
                  <a:close/>
                  <a:moveTo>
                    <a:pt x="33" y="10"/>
                  </a:moveTo>
                  <a:lnTo>
                    <a:pt x="33" y="10"/>
                  </a:lnTo>
                  <a:lnTo>
                    <a:pt x="35" y="8"/>
                  </a:lnTo>
                  <a:lnTo>
                    <a:pt x="33" y="10"/>
                  </a:lnTo>
                  <a:close/>
                  <a:moveTo>
                    <a:pt x="37" y="6"/>
                  </a:moveTo>
                  <a:lnTo>
                    <a:pt x="41" y="12"/>
                  </a:lnTo>
                  <a:lnTo>
                    <a:pt x="43" y="21"/>
                  </a:lnTo>
                  <a:lnTo>
                    <a:pt x="37" y="21"/>
                  </a:lnTo>
                  <a:lnTo>
                    <a:pt x="37" y="16"/>
                  </a:lnTo>
                  <a:lnTo>
                    <a:pt x="33" y="10"/>
                  </a:lnTo>
                  <a:lnTo>
                    <a:pt x="37" y="6"/>
                  </a:lnTo>
                  <a:close/>
                  <a:moveTo>
                    <a:pt x="43" y="21"/>
                  </a:moveTo>
                  <a:lnTo>
                    <a:pt x="43" y="21"/>
                  </a:lnTo>
                  <a:lnTo>
                    <a:pt x="37" y="21"/>
                  </a:lnTo>
                  <a:lnTo>
                    <a:pt x="37" y="21"/>
                  </a:lnTo>
                  <a:lnTo>
                    <a:pt x="43" y="21"/>
                  </a:lnTo>
                  <a:close/>
                </a:path>
              </a:pathLst>
            </a:custGeom>
            <a:solidFill>
              <a:srgbClr val="000000"/>
            </a:solidFill>
            <a:ln w="9525">
              <a:solidFill>
                <a:srgbClr val="CC0000"/>
              </a:solidFill>
              <a:round/>
              <a:headEnd/>
              <a:tailEnd/>
            </a:ln>
          </p:spPr>
          <p:txBody>
            <a:bodyPr/>
            <a:lstStyle/>
            <a:p>
              <a:endParaRPr lang="en-US"/>
            </a:p>
          </p:txBody>
        </p:sp>
        <p:sp>
          <p:nvSpPr>
            <p:cNvPr id="414831" name="Freeform 111"/>
            <p:cNvSpPr>
              <a:spLocks/>
            </p:cNvSpPr>
            <p:nvPr/>
          </p:nvSpPr>
          <p:spPr bwMode="auto">
            <a:xfrm>
              <a:off x="1884" y="1643"/>
              <a:ext cx="36" cy="36"/>
            </a:xfrm>
            <a:custGeom>
              <a:avLst/>
              <a:gdLst>
                <a:gd name="T0" fmla="*/ 36 w 36"/>
                <a:gd name="T1" fmla="*/ 19 h 36"/>
                <a:gd name="T2" fmla="*/ 34 w 36"/>
                <a:gd name="T3" fmla="*/ 25 h 36"/>
                <a:gd name="T4" fmla="*/ 30 w 36"/>
                <a:gd name="T5" fmla="*/ 31 h 36"/>
                <a:gd name="T6" fmla="*/ 24 w 36"/>
                <a:gd name="T7" fmla="*/ 35 h 36"/>
                <a:gd name="T8" fmla="*/ 17 w 36"/>
                <a:gd name="T9" fmla="*/ 36 h 36"/>
                <a:gd name="T10" fmla="*/ 11 w 36"/>
                <a:gd name="T11" fmla="*/ 35 h 36"/>
                <a:gd name="T12" fmla="*/ 5 w 36"/>
                <a:gd name="T13" fmla="*/ 31 h 36"/>
                <a:gd name="T14" fmla="*/ 1 w 36"/>
                <a:gd name="T15" fmla="*/ 25 h 36"/>
                <a:gd name="T16" fmla="*/ 0 w 36"/>
                <a:gd name="T17" fmla="*/ 19 h 36"/>
                <a:gd name="T18" fmla="*/ 1 w 36"/>
                <a:gd name="T19" fmla="*/ 12 h 36"/>
                <a:gd name="T20" fmla="*/ 5 w 36"/>
                <a:gd name="T21" fmla="*/ 6 h 36"/>
                <a:gd name="T22" fmla="*/ 11 w 36"/>
                <a:gd name="T23" fmla="*/ 2 h 36"/>
                <a:gd name="T24" fmla="*/ 17 w 36"/>
                <a:gd name="T25" fmla="*/ 0 h 36"/>
                <a:gd name="T26" fmla="*/ 24 w 36"/>
                <a:gd name="T27" fmla="*/ 2 h 36"/>
                <a:gd name="T28" fmla="*/ 30 w 36"/>
                <a:gd name="T29" fmla="*/ 6 h 36"/>
                <a:gd name="T30" fmla="*/ 34 w 36"/>
                <a:gd name="T31" fmla="*/ 12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4" y="25"/>
                  </a:lnTo>
                  <a:lnTo>
                    <a:pt x="30" y="31"/>
                  </a:lnTo>
                  <a:lnTo>
                    <a:pt x="24" y="35"/>
                  </a:lnTo>
                  <a:lnTo>
                    <a:pt x="17" y="36"/>
                  </a:lnTo>
                  <a:lnTo>
                    <a:pt x="11" y="35"/>
                  </a:lnTo>
                  <a:lnTo>
                    <a:pt x="5" y="31"/>
                  </a:lnTo>
                  <a:lnTo>
                    <a:pt x="1" y="25"/>
                  </a:lnTo>
                  <a:lnTo>
                    <a:pt x="0" y="19"/>
                  </a:lnTo>
                  <a:lnTo>
                    <a:pt x="1" y="12"/>
                  </a:lnTo>
                  <a:lnTo>
                    <a:pt x="5" y="6"/>
                  </a:lnTo>
                  <a:lnTo>
                    <a:pt x="11" y="2"/>
                  </a:lnTo>
                  <a:lnTo>
                    <a:pt x="17" y="0"/>
                  </a:lnTo>
                  <a:lnTo>
                    <a:pt x="24" y="2"/>
                  </a:lnTo>
                  <a:lnTo>
                    <a:pt x="30" y="6"/>
                  </a:lnTo>
                  <a:lnTo>
                    <a:pt x="34" y="12"/>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32" name="Freeform 112"/>
            <p:cNvSpPr>
              <a:spLocks noEditPoints="1"/>
            </p:cNvSpPr>
            <p:nvPr/>
          </p:nvSpPr>
          <p:spPr bwMode="auto">
            <a:xfrm>
              <a:off x="1880" y="1641"/>
              <a:ext cx="42" cy="40"/>
            </a:xfrm>
            <a:custGeom>
              <a:avLst/>
              <a:gdLst>
                <a:gd name="T0" fmla="*/ 42 w 42"/>
                <a:gd name="T1" fmla="*/ 21 h 40"/>
                <a:gd name="T2" fmla="*/ 36 w 42"/>
                <a:gd name="T3" fmla="*/ 21 h 40"/>
                <a:gd name="T4" fmla="*/ 42 w 42"/>
                <a:gd name="T5" fmla="*/ 21 h 40"/>
                <a:gd name="T6" fmla="*/ 36 w 42"/>
                <a:gd name="T7" fmla="*/ 35 h 40"/>
                <a:gd name="T8" fmla="*/ 36 w 42"/>
                <a:gd name="T9" fmla="*/ 27 h 40"/>
                <a:gd name="T10" fmla="*/ 42 w 42"/>
                <a:gd name="T11" fmla="*/ 21 h 40"/>
                <a:gd name="T12" fmla="*/ 30 w 42"/>
                <a:gd name="T13" fmla="*/ 40 h 40"/>
                <a:gd name="T14" fmla="*/ 21 w 42"/>
                <a:gd name="T15" fmla="*/ 35 h 40"/>
                <a:gd name="T16" fmla="*/ 32 w 42"/>
                <a:gd name="T17" fmla="*/ 31 h 40"/>
                <a:gd name="T18" fmla="*/ 21 w 42"/>
                <a:gd name="T19" fmla="*/ 40 h 40"/>
                <a:gd name="T20" fmla="*/ 21 w 42"/>
                <a:gd name="T21" fmla="*/ 35 h 40"/>
                <a:gd name="T22" fmla="*/ 21 w 42"/>
                <a:gd name="T23" fmla="*/ 40 h 40"/>
                <a:gd name="T24" fmla="*/ 21 w 42"/>
                <a:gd name="T25" fmla="*/ 40 h 40"/>
                <a:gd name="T26" fmla="*/ 21 w 42"/>
                <a:gd name="T27" fmla="*/ 35 h 40"/>
                <a:gd name="T28" fmla="*/ 21 w 42"/>
                <a:gd name="T29" fmla="*/ 40 h 40"/>
                <a:gd name="T30" fmla="*/ 7 w 42"/>
                <a:gd name="T31" fmla="*/ 35 h 40"/>
                <a:gd name="T32" fmla="*/ 15 w 42"/>
                <a:gd name="T33" fmla="*/ 35 h 40"/>
                <a:gd name="T34" fmla="*/ 21 w 42"/>
                <a:gd name="T35" fmla="*/ 40 h 40"/>
                <a:gd name="T36" fmla="*/ 2 w 42"/>
                <a:gd name="T37" fmla="*/ 29 h 40"/>
                <a:gd name="T38" fmla="*/ 7 w 42"/>
                <a:gd name="T39" fmla="*/ 21 h 40"/>
                <a:gd name="T40" fmla="*/ 11 w 42"/>
                <a:gd name="T41" fmla="*/ 31 h 40"/>
                <a:gd name="T42" fmla="*/ 0 w 42"/>
                <a:gd name="T43" fmla="*/ 21 h 40"/>
                <a:gd name="T44" fmla="*/ 7 w 42"/>
                <a:gd name="T45" fmla="*/ 21 h 40"/>
                <a:gd name="T46" fmla="*/ 0 w 42"/>
                <a:gd name="T47" fmla="*/ 21 h 40"/>
                <a:gd name="T48" fmla="*/ 0 w 42"/>
                <a:gd name="T49" fmla="*/ 21 h 40"/>
                <a:gd name="T50" fmla="*/ 7 w 42"/>
                <a:gd name="T51" fmla="*/ 21 h 40"/>
                <a:gd name="T52" fmla="*/ 0 w 42"/>
                <a:gd name="T53" fmla="*/ 21 h 40"/>
                <a:gd name="T54" fmla="*/ 7 w 42"/>
                <a:gd name="T55" fmla="*/ 6 h 40"/>
                <a:gd name="T56" fmla="*/ 7 w 42"/>
                <a:gd name="T57" fmla="*/ 14 h 40"/>
                <a:gd name="T58" fmla="*/ 0 w 42"/>
                <a:gd name="T59" fmla="*/ 21 h 40"/>
                <a:gd name="T60" fmla="*/ 13 w 42"/>
                <a:gd name="T61" fmla="*/ 0 h 40"/>
                <a:gd name="T62" fmla="*/ 21 w 42"/>
                <a:gd name="T63" fmla="*/ 6 h 40"/>
                <a:gd name="T64" fmla="*/ 11 w 42"/>
                <a:gd name="T65" fmla="*/ 10 h 40"/>
                <a:gd name="T66" fmla="*/ 21 w 42"/>
                <a:gd name="T67" fmla="*/ 0 h 40"/>
                <a:gd name="T68" fmla="*/ 21 w 42"/>
                <a:gd name="T69" fmla="*/ 6 h 40"/>
                <a:gd name="T70" fmla="*/ 21 w 42"/>
                <a:gd name="T71" fmla="*/ 0 h 40"/>
                <a:gd name="T72" fmla="*/ 21 w 42"/>
                <a:gd name="T73" fmla="*/ 0 h 40"/>
                <a:gd name="T74" fmla="*/ 21 w 42"/>
                <a:gd name="T75" fmla="*/ 6 h 40"/>
                <a:gd name="T76" fmla="*/ 21 w 42"/>
                <a:gd name="T77" fmla="*/ 0 h 40"/>
                <a:gd name="T78" fmla="*/ 36 w 42"/>
                <a:gd name="T79" fmla="*/ 6 h 40"/>
                <a:gd name="T80" fmla="*/ 27 w 42"/>
                <a:gd name="T81" fmla="*/ 6 h 40"/>
                <a:gd name="T82" fmla="*/ 21 w 42"/>
                <a:gd name="T83" fmla="*/ 0 h 40"/>
                <a:gd name="T84" fmla="*/ 40 w 42"/>
                <a:gd name="T85" fmla="*/ 12 h 40"/>
                <a:gd name="T86" fmla="*/ 36 w 42"/>
                <a:gd name="T87" fmla="*/ 21 h 40"/>
                <a:gd name="T88" fmla="*/ 32 w 42"/>
                <a:gd name="T89" fmla="*/ 10 h 40"/>
                <a:gd name="T90" fmla="*/ 42 w 42"/>
                <a:gd name="T91" fmla="*/ 21 h 40"/>
                <a:gd name="T92" fmla="*/ 36 w 42"/>
                <a:gd name="T93" fmla="*/ 21 h 40"/>
                <a:gd name="T94" fmla="*/ 42 w 42"/>
                <a:gd name="T95" fmla="*/ 2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0">
                  <a:moveTo>
                    <a:pt x="42" y="21"/>
                  </a:moveTo>
                  <a:lnTo>
                    <a:pt x="42" y="21"/>
                  </a:lnTo>
                  <a:lnTo>
                    <a:pt x="36" y="21"/>
                  </a:lnTo>
                  <a:lnTo>
                    <a:pt x="36" y="21"/>
                  </a:lnTo>
                  <a:lnTo>
                    <a:pt x="42" y="21"/>
                  </a:lnTo>
                  <a:close/>
                  <a:moveTo>
                    <a:pt x="42" y="21"/>
                  </a:moveTo>
                  <a:lnTo>
                    <a:pt x="40" y="29"/>
                  </a:lnTo>
                  <a:lnTo>
                    <a:pt x="36" y="35"/>
                  </a:lnTo>
                  <a:lnTo>
                    <a:pt x="32" y="31"/>
                  </a:lnTo>
                  <a:lnTo>
                    <a:pt x="36" y="27"/>
                  </a:lnTo>
                  <a:lnTo>
                    <a:pt x="36" y="21"/>
                  </a:lnTo>
                  <a:lnTo>
                    <a:pt x="42" y="21"/>
                  </a:lnTo>
                  <a:close/>
                  <a:moveTo>
                    <a:pt x="36" y="35"/>
                  </a:moveTo>
                  <a:lnTo>
                    <a:pt x="30" y="40"/>
                  </a:lnTo>
                  <a:lnTo>
                    <a:pt x="21" y="40"/>
                  </a:lnTo>
                  <a:lnTo>
                    <a:pt x="21" y="35"/>
                  </a:lnTo>
                  <a:lnTo>
                    <a:pt x="27" y="35"/>
                  </a:lnTo>
                  <a:lnTo>
                    <a:pt x="32" y="31"/>
                  </a:lnTo>
                  <a:lnTo>
                    <a:pt x="36" y="35"/>
                  </a:lnTo>
                  <a:close/>
                  <a:moveTo>
                    <a:pt x="21" y="40"/>
                  </a:moveTo>
                  <a:lnTo>
                    <a:pt x="21" y="40"/>
                  </a:lnTo>
                  <a:lnTo>
                    <a:pt x="21" y="35"/>
                  </a:lnTo>
                  <a:lnTo>
                    <a:pt x="21" y="35"/>
                  </a:lnTo>
                  <a:lnTo>
                    <a:pt x="21" y="40"/>
                  </a:lnTo>
                  <a:close/>
                  <a:moveTo>
                    <a:pt x="21" y="40"/>
                  </a:moveTo>
                  <a:lnTo>
                    <a:pt x="21" y="40"/>
                  </a:lnTo>
                  <a:lnTo>
                    <a:pt x="21" y="35"/>
                  </a:lnTo>
                  <a:lnTo>
                    <a:pt x="21" y="35"/>
                  </a:lnTo>
                  <a:lnTo>
                    <a:pt x="21" y="40"/>
                  </a:lnTo>
                  <a:close/>
                  <a:moveTo>
                    <a:pt x="21" y="40"/>
                  </a:moveTo>
                  <a:lnTo>
                    <a:pt x="13" y="40"/>
                  </a:lnTo>
                  <a:lnTo>
                    <a:pt x="7" y="35"/>
                  </a:lnTo>
                  <a:lnTo>
                    <a:pt x="11" y="31"/>
                  </a:lnTo>
                  <a:lnTo>
                    <a:pt x="15" y="35"/>
                  </a:lnTo>
                  <a:lnTo>
                    <a:pt x="21" y="35"/>
                  </a:lnTo>
                  <a:lnTo>
                    <a:pt x="21" y="40"/>
                  </a:lnTo>
                  <a:close/>
                  <a:moveTo>
                    <a:pt x="7" y="35"/>
                  </a:moveTo>
                  <a:lnTo>
                    <a:pt x="2" y="29"/>
                  </a:lnTo>
                  <a:lnTo>
                    <a:pt x="0" y="21"/>
                  </a:lnTo>
                  <a:lnTo>
                    <a:pt x="7" y="21"/>
                  </a:lnTo>
                  <a:lnTo>
                    <a:pt x="7" y="27"/>
                  </a:lnTo>
                  <a:lnTo>
                    <a:pt x="11" y="31"/>
                  </a:lnTo>
                  <a:lnTo>
                    <a:pt x="7" y="35"/>
                  </a:lnTo>
                  <a:close/>
                  <a:moveTo>
                    <a:pt x="0" y="21"/>
                  </a:moveTo>
                  <a:lnTo>
                    <a:pt x="0" y="21"/>
                  </a:lnTo>
                  <a:lnTo>
                    <a:pt x="7" y="21"/>
                  </a:lnTo>
                  <a:lnTo>
                    <a:pt x="7" y="21"/>
                  </a:lnTo>
                  <a:lnTo>
                    <a:pt x="0" y="21"/>
                  </a:lnTo>
                  <a:close/>
                  <a:moveTo>
                    <a:pt x="0" y="21"/>
                  </a:moveTo>
                  <a:lnTo>
                    <a:pt x="0" y="21"/>
                  </a:lnTo>
                  <a:lnTo>
                    <a:pt x="7" y="21"/>
                  </a:lnTo>
                  <a:lnTo>
                    <a:pt x="7" y="21"/>
                  </a:lnTo>
                  <a:lnTo>
                    <a:pt x="0" y="21"/>
                  </a:lnTo>
                  <a:close/>
                  <a:moveTo>
                    <a:pt x="0" y="21"/>
                  </a:moveTo>
                  <a:lnTo>
                    <a:pt x="2" y="12"/>
                  </a:lnTo>
                  <a:lnTo>
                    <a:pt x="7" y="6"/>
                  </a:lnTo>
                  <a:lnTo>
                    <a:pt x="11" y="10"/>
                  </a:lnTo>
                  <a:lnTo>
                    <a:pt x="7" y="14"/>
                  </a:lnTo>
                  <a:lnTo>
                    <a:pt x="7" y="21"/>
                  </a:lnTo>
                  <a:lnTo>
                    <a:pt x="0" y="21"/>
                  </a:lnTo>
                  <a:close/>
                  <a:moveTo>
                    <a:pt x="7" y="6"/>
                  </a:moveTo>
                  <a:lnTo>
                    <a:pt x="13" y="0"/>
                  </a:lnTo>
                  <a:lnTo>
                    <a:pt x="21" y="0"/>
                  </a:lnTo>
                  <a:lnTo>
                    <a:pt x="21" y="6"/>
                  </a:lnTo>
                  <a:lnTo>
                    <a:pt x="15" y="6"/>
                  </a:lnTo>
                  <a:lnTo>
                    <a:pt x="11" y="10"/>
                  </a:lnTo>
                  <a:lnTo>
                    <a:pt x="7"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30" y="0"/>
                  </a:lnTo>
                  <a:lnTo>
                    <a:pt x="36" y="6"/>
                  </a:lnTo>
                  <a:lnTo>
                    <a:pt x="32" y="10"/>
                  </a:lnTo>
                  <a:lnTo>
                    <a:pt x="27" y="6"/>
                  </a:lnTo>
                  <a:lnTo>
                    <a:pt x="21" y="6"/>
                  </a:lnTo>
                  <a:lnTo>
                    <a:pt x="21" y="0"/>
                  </a:lnTo>
                  <a:close/>
                  <a:moveTo>
                    <a:pt x="36" y="6"/>
                  </a:moveTo>
                  <a:lnTo>
                    <a:pt x="40" y="12"/>
                  </a:lnTo>
                  <a:lnTo>
                    <a:pt x="42" y="21"/>
                  </a:lnTo>
                  <a:lnTo>
                    <a:pt x="36" y="21"/>
                  </a:lnTo>
                  <a:lnTo>
                    <a:pt x="36" y="14"/>
                  </a:lnTo>
                  <a:lnTo>
                    <a:pt x="32" y="10"/>
                  </a:lnTo>
                  <a:lnTo>
                    <a:pt x="36" y="6"/>
                  </a:lnTo>
                  <a:close/>
                  <a:moveTo>
                    <a:pt x="42" y="21"/>
                  </a:moveTo>
                  <a:lnTo>
                    <a:pt x="42" y="21"/>
                  </a:lnTo>
                  <a:lnTo>
                    <a:pt x="36" y="21"/>
                  </a:lnTo>
                  <a:lnTo>
                    <a:pt x="36"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33" name="Freeform 113"/>
            <p:cNvSpPr>
              <a:spLocks/>
            </p:cNvSpPr>
            <p:nvPr/>
          </p:nvSpPr>
          <p:spPr bwMode="auto">
            <a:xfrm>
              <a:off x="2396" y="756"/>
              <a:ext cx="35" cy="35"/>
            </a:xfrm>
            <a:custGeom>
              <a:avLst/>
              <a:gdLst>
                <a:gd name="T0" fmla="*/ 35 w 35"/>
                <a:gd name="T1" fmla="*/ 18 h 35"/>
                <a:gd name="T2" fmla="*/ 35 w 35"/>
                <a:gd name="T3" fmla="*/ 25 h 35"/>
                <a:gd name="T4" fmla="*/ 31 w 35"/>
                <a:gd name="T5" fmla="*/ 31 h 35"/>
                <a:gd name="T6" fmla="*/ 25 w 35"/>
                <a:gd name="T7" fmla="*/ 35 h 35"/>
                <a:gd name="T8" fmla="*/ 18 w 35"/>
                <a:gd name="T9" fmla="*/ 35 h 35"/>
                <a:gd name="T10" fmla="*/ 10 w 35"/>
                <a:gd name="T11" fmla="*/ 35 h 35"/>
                <a:gd name="T12" fmla="*/ 4 w 35"/>
                <a:gd name="T13" fmla="*/ 31 h 35"/>
                <a:gd name="T14" fmla="*/ 0 w 35"/>
                <a:gd name="T15" fmla="*/ 25 h 35"/>
                <a:gd name="T16" fmla="*/ 0 w 35"/>
                <a:gd name="T17" fmla="*/ 18 h 35"/>
                <a:gd name="T18" fmla="*/ 0 w 35"/>
                <a:gd name="T19" fmla="*/ 10 h 35"/>
                <a:gd name="T20" fmla="*/ 4 w 35"/>
                <a:gd name="T21" fmla="*/ 4 h 35"/>
                <a:gd name="T22" fmla="*/ 10 w 35"/>
                <a:gd name="T23" fmla="*/ 0 h 35"/>
                <a:gd name="T24" fmla="*/ 18 w 35"/>
                <a:gd name="T25" fmla="*/ 0 h 35"/>
                <a:gd name="T26" fmla="*/ 25 w 35"/>
                <a:gd name="T27" fmla="*/ 0 h 35"/>
                <a:gd name="T28" fmla="*/ 31 w 35"/>
                <a:gd name="T29" fmla="*/ 4 h 35"/>
                <a:gd name="T30" fmla="*/ 35 w 35"/>
                <a:gd name="T31" fmla="*/ 10 h 35"/>
                <a:gd name="T32" fmla="*/ 35 w 35"/>
                <a:gd name="T33"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5">
                  <a:moveTo>
                    <a:pt x="35" y="18"/>
                  </a:moveTo>
                  <a:lnTo>
                    <a:pt x="35" y="25"/>
                  </a:lnTo>
                  <a:lnTo>
                    <a:pt x="31" y="31"/>
                  </a:lnTo>
                  <a:lnTo>
                    <a:pt x="25" y="35"/>
                  </a:lnTo>
                  <a:lnTo>
                    <a:pt x="18" y="35"/>
                  </a:lnTo>
                  <a:lnTo>
                    <a:pt x="10" y="35"/>
                  </a:lnTo>
                  <a:lnTo>
                    <a:pt x="4" y="31"/>
                  </a:lnTo>
                  <a:lnTo>
                    <a:pt x="0" y="25"/>
                  </a:lnTo>
                  <a:lnTo>
                    <a:pt x="0" y="18"/>
                  </a:lnTo>
                  <a:lnTo>
                    <a:pt x="0" y="10"/>
                  </a:lnTo>
                  <a:lnTo>
                    <a:pt x="4" y="4"/>
                  </a:lnTo>
                  <a:lnTo>
                    <a:pt x="10" y="0"/>
                  </a:lnTo>
                  <a:lnTo>
                    <a:pt x="18" y="0"/>
                  </a:lnTo>
                  <a:lnTo>
                    <a:pt x="25" y="0"/>
                  </a:lnTo>
                  <a:lnTo>
                    <a:pt x="31" y="4"/>
                  </a:lnTo>
                  <a:lnTo>
                    <a:pt x="35" y="10"/>
                  </a:lnTo>
                  <a:lnTo>
                    <a:pt x="35" y="18"/>
                  </a:lnTo>
                  <a:close/>
                </a:path>
              </a:pathLst>
            </a:custGeom>
            <a:solidFill>
              <a:srgbClr val="00CC99"/>
            </a:solidFill>
            <a:ln w="9525">
              <a:solidFill>
                <a:srgbClr val="CC0000"/>
              </a:solidFill>
              <a:round/>
              <a:headEnd/>
              <a:tailEnd/>
            </a:ln>
          </p:spPr>
          <p:txBody>
            <a:bodyPr/>
            <a:lstStyle/>
            <a:p>
              <a:endParaRPr lang="en-US"/>
            </a:p>
          </p:txBody>
        </p:sp>
        <p:sp>
          <p:nvSpPr>
            <p:cNvPr id="414834" name="Freeform 114"/>
            <p:cNvSpPr>
              <a:spLocks noEditPoints="1"/>
            </p:cNvSpPr>
            <p:nvPr/>
          </p:nvSpPr>
          <p:spPr bwMode="auto">
            <a:xfrm>
              <a:off x="2393" y="753"/>
              <a:ext cx="42" cy="42"/>
            </a:xfrm>
            <a:custGeom>
              <a:avLst/>
              <a:gdLst>
                <a:gd name="T0" fmla="*/ 42 w 42"/>
                <a:gd name="T1" fmla="*/ 21 h 42"/>
                <a:gd name="T2" fmla="*/ 36 w 42"/>
                <a:gd name="T3" fmla="*/ 21 h 42"/>
                <a:gd name="T4" fmla="*/ 42 w 42"/>
                <a:gd name="T5" fmla="*/ 21 h 42"/>
                <a:gd name="T6" fmla="*/ 36 w 42"/>
                <a:gd name="T7" fmla="*/ 36 h 42"/>
                <a:gd name="T8" fmla="*/ 34 w 42"/>
                <a:gd name="T9" fmla="*/ 26 h 42"/>
                <a:gd name="T10" fmla="*/ 42 w 42"/>
                <a:gd name="T11" fmla="*/ 21 h 42"/>
                <a:gd name="T12" fmla="*/ 28 w 42"/>
                <a:gd name="T13" fmla="*/ 40 h 42"/>
                <a:gd name="T14" fmla="*/ 21 w 42"/>
                <a:gd name="T15" fmla="*/ 36 h 42"/>
                <a:gd name="T16" fmla="*/ 30 w 42"/>
                <a:gd name="T17" fmla="*/ 32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5 w 42"/>
                <a:gd name="T31" fmla="*/ 36 h 42"/>
                <a:gd name="T32" fmla="*/ 15 w 42"/>
                <a:gd name="T33" fmla="*/ 34 h 42"/>
                <a:gd name="T34" fmla="*/ 21 w 42"/>
                <a:gd name="T35" fmla="*/ 42 h 42"/>
                <a:gd name="T36" fmla="*/ 1 w 42"/>
                <a:gd name="T37" fmla="*/ 28 h 42"/>
                <a:gd name="T38" fmla="*/ 5 w 42"/>
                <a:gd name="T39" fmla="*/ 21 h 42"/>
                <a:gd name="T40" fmla="*/ 9 w 42"/>
                <a:gd name="T41" fmla="*/ 32 h 42"/>
                <a:gd name="T42" fmla="*/ 0 w 42"/>
                <a:gd name="T43" fmla="*/ 21 h 42"/>
                <a:gd name="T44" fmla="*/ 5 w 42"/>
                <a:gd name="T45" fmla="*/ 21 h 42"/>
                <a:gd name="T46" fmla="*/ 0 w 42"/>
                <a:gd name="T47" fmla="*/ 21 h 42"/>
                <a:gd name="T48" fmla="*/ 0 w 42"/>
                <a:gd name="T49" fmla="*/ 21 h 42"/>
                <a:gd name="T50" fmla="*/ 5 w 42"/>
                <a:gd name="T51" fmla="*/ 21 h 42"/>
                <a:gd name="T52" fmla="*/ 0 w 42"/>
                <a:gd name="T53" fmla="*/ 21 h 42"/>
                <a:gd name="T54" fmla="*/ 5 w 42"/>
                <a:gd name="T55" fmla="*/ 5 h 42"/>
                <a:gd name="T56" fmla="*/ 7 w 42"/>
                <a:gd name="T57" fmla="*/ 15 h 42"/>
                <a:gd name="T58" fmla="*/ 0 w 42"/>
                <a:gd name="T59" fmla="*/ 21 h 42"/>
                <a:gd name="T60" fmla="*/ 9 w 42"/>
                <a:gd name="T61" fmla="*/ 9 h 42"/>
                <a:gd name="T62" fmla="*/ 9 w 42"/>
                <a:gd name="T63" fmla="*/ 9 h 42"/>
                <a:gd name="T64" fmla="*/ 13 w 42"/>
                <a:gd name="T65" fmla="*/ 1 h 42"/>
                <a:gd name="T66" fmla="*/ 21 w 42"/>
                <a:gd name="T67" fmla="*/ 5 h 42"/>
                <a:gd name="T68" fmla="*/ 9 w 42"/>
                <a:gd name="T69" fmla="*/ 9 h 42"/>
                <a:gd name="T70" fmla="*/ 21 w 42"/>
                <a:gd name="T71" fmla="*/ 0 h 42"/>
                <a:gd name="T72" fmla="*/ 21 w 42"/>
                <a:gd name="T73" fmla="*/ 5 h 42"/>
                <a:gd name="T74" fmla="*/ 21 w 42"/>
                <a:gd name="T75" fmla="*/ 0 h 42"/>
                <a:gd name="T76" fmla="*/ 21 w 42"/>
                <a:gd name="T77" fmla="*/ 0 h 42"/>
                <a:gd name="T78" fmla="*/ 21 w 42"/>
                <a:gd name="T79" fmla="*/ 5 h 42"/>
                <a:gd name="T80" fmla="*/ 21 w 42"/>
                <a:gd name="T81" fmla="*/ 0 h 42"/>
                <a:gd name="T82" fmla="*/ 36 w 42"/>
                <a:gd name="T83" fmla="*/ 5 h 42"/>
                <a:gd name="T84" fmla="*/ 26 w 42"/>
                <a:gd name="T85" fmla="*/ 7 h 42"/>
                <a:gd name="T86" fmla="*/ 21 w 42"/>
                <a:gd name="T87" fmla="*/ 0 h 42"/>
                <a:gd name="T88" fmla="*/ 40 w 42"/>
                <a:gd name="T89" fmla="*/ 13 h 42"/>
                <a:gd name="T90" fmla="*/ 36 w 42"/>
                <a:gd name="T91" fmla="*/ 21 h 42"/>
                <a:gd name="T92" fmla="*/ 30 w 42"/>
                <a:gd name="T93" fmla="*/ 9 h 42"/>
                <a:gd name="T94" fmla="*/ 42 w 42"/>
                <a:gd name="T95" fmla="*/ 21 h 42"/>
                <a:gd name="T96" fmla="*/ 36 w 42"/>
                <a:gd name="T97" fmla="*/ 21 h 42"/>
                <a:gd name="T98" fmla="*/ 42 w 42"/>
                <a:gd name="T99"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2" h="42">
                  <a:moveTo>
                    <a:pt x="42" y="21"/>
                  </a:moveTo>
                  <a:lnTo>
                    <a:pt x="42" y="21"/>
                  </a:lnTo>
                  <a:lnTo>
                    <a:pt x="36" y="21"/>
                  </a:lnTo>
                  <a:lnTo>
                    <a:pt x="36" y="21"/>
                  </a:lnTo>
                  <a:lnTo>
                    <a:pt x="42" y="21"/>
                  </a:lnTo>
                  <a:close/>
                  <a:moveTo>
                    <a:pt x="42" y="21"/>
                  </a:moveTo>
                  <a:lnTo>
                    <a:pt x="40" y="28"/>
                  </a:lnTo>
                  <a:lnTo>
                    <a:pt x="36" y="36"/>
                  </a:lnTo>
                  <a:lnTo>
                    <a:pt x="30" y="32"/>
                  </a:lnTo>
                  <a:lnTo>
                    <a:pt x="34" y="26"/>
                  </a:lnTo>
                  <a:lnTo>
                    <a:pt x="36" y="21"/>
                  </a:lnTo>
                  <a:lnTo>
                    <a:pt x="42" y="21"/>
                  </a:lnTo>
                  <a:close/>
                  <a:moveTo>
                    <a:pt x="36" y="36"/>
                  </a:moveTo>
                  <a:lnTo>
                    <a:pt x="28" y="40"/>
                  </a:lnTo>
                  <a:lnTo>
                    <a:pt x="21" y="42"/>
                  </a:lnTo>
                  <a:lnTo>
                    <a:pt x="21" y="36"/>
                  </a:lnTo>
                  <a:lnTo>
                    <a:pt x="26" y="34"/>
                  </a:lnTo>
                  <a:lnTo>
                    <a:pt x="30" y="32"/>
                  </a:lnTo>
                  <a:lnTo>
                    <a:pt x="36" y="36"/>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3" y="40"/>
                  </a:lnTo>
                  <a:lnTo>
                    <a:pt x="5" y="36"/>
                  </a:lnTo>
                  <a:lnTo>
                    <a:pt x="9" y="32"/>
                  </a:lnTo>
                  <a:lnTo>
                    <a:pt x="15" y="34"/>
                  </a:lnTo>
                  <a:lnTo>
                    <a:pt x="21" y="36"/>
                  </a:lnTo>
                  <a:lnTo>
                    <a:pt x="21" y="42"/>
                  </a:lnTo>
                  <a:close/>
                  <a:moveTo>
                    <a:pt x="5" y="36"/>
                  </a:moveTo>
                  <a:lnTo>
                    <a:pt x="1" y="28"/>
                  </a:lnTo>
                  <a:lnTo>
                    <a:pt x="0" y="21"/>
                  </a:lnTo>
                  <a:lnTo>
                    <a:pt x="5" y="21"/>
                  </a:lnTo>
                  <a:lnTo>
                    <a:pt x="7" y="26"/>
                  </a:lnTo>
                  <a:lnTo>
                    <a:pt x="9" y="32"/>
                  </a:lnTo>
                  <a:lnTo>
                    <a:pt x="5" y="36"/>
                  </a:lnTo>
                  <a:close/>
                  <a:moveTo>
                    <a:pt x="0" y="21"/>
                  </a:moveTo>
                  <a:lnTo>
                    <a:pt x="0" y="21"/>
                  </a:lnTo>
                  <a:lnTo>
                    <a:pt x="5" y="21"/>
                  </a:lnTo>
                  <a:lnTo>
                    <a:pt x="5" y="21"/>
                  </a:lnTo>
                  <a:lnTo>
                    <a:pt x="0" y="21"/>
                  </a:lnTo>
                  <a:close/>
                  <a:moveTo>
                    <a:pt x="0" y="21"/>
                  </a:moveTo>
                  <a:lnTo>
                    <a:pt x="0" y="21"/>
                  </a:lnTo>
                  <a:lnTo>
                    <a:pt x="5" y="21"/>
                  </a:lnTo>
                  <a:lnTo>
                    <a:pt x="5" y="21"/>
                  </a:lnTo>
                  <a:lnTo>
                    <a:pt x="0" y="21"/>
                  </a:lnTo>
                  <a:close/>
                  <a:moveTo>
                    <a:pt x="0" y="21"/>
                  </a:moveTo>
                  <a:lnTo>
                    <a:pt x="1" y="13"/>
                  </a:lnTo>
                  <a:lnTo>
                    <a:pt x="5" y="5"/>
                  </a:lnTo>
                  <a:lnTo>
                    <a:pt x="9" y="9"/>
                  </a:lnTo>
                  <a:lnTo>
                    <a:pt x="7" y="15"/>
                  </a:lnTo>
                  <a:lnTo>
                    <a:pt x="5" y="21"/>
                  </a:lnTo>
                  <a:lnTo>
                    <a:pt x="0" y="21"/>
                  </a:lnTo>
                  <a:close/>
                  <a:moveTo>
                    <a:pt x="9" y="9"/>
                  </a:moveTo>
                  <a:lnTo>
                    <a:pt x="9" y="9"/>
                  </a:lnTo>
                  <a:lnTo>
                    <a:pt x="7" y="7"/>
                  </a:lnTo>
                  <a:lnTo>
                    <a:pt x="9" y="9"/>
                  </a:lnTo>
                  <a:close/>
                  <a:moveTo>
                    <a:pt x="5" y="5"/>
                  </a:moveTo>
                  <a:lnTo>
                    <a:pt x="13" y="1"/>
                  </a:lnTo>
                  <a:lnTo>
                    <a:pt x="21" y="0"/>
                  </a:lnTo>
                  <a:lnTo>
                    <a:pt x="21" y="5"/>
                  </a:lnTo>
                  <a:lnTo>
                    <a:pt x="15" y="7"/>
                  </a:lnTo>
                  <a:lnTo>
                    <a:pt x="9" y="9"/>
                  </a:lnTo>
                  <a:lnTo>
                    <a:pt x="5" y="5"/>
                  </a:lnTo>
                  <a:close/>
                  <a:moveTo>
                    <a:pt x="21" y="0"/>
                  </a:moveTo>
                  <a:lnTo>
                    <a:pt x="21" y="0"/>
                  </a:lnTo>
                  <a:lnTo>
                    <a:pt x="21" y="5"/>
                  </a:lnTo>
                  <a:lnTo>
                    <a:pt x="21" y="5"/>
                  </a:lnTo>
                  <a:lnTo>
                    <a:pt x="21" y="0"/>
                  </a:lnTo>
                  <a:close/>
                  <a:moveTo>
                    <a:pt x="21" y="0"/>
                  </a:moveTo>
                  <a:lnTo>
                    <a:pt x="21" y="0"/>
                  </a:lnTo>
                  <a:lnTo>
                    <a:pt x="21" y="5"/>
                  </a:lnTo>
                  <a:lnTo>
                    <a:pt x="21" y="5"/>
                  </a:lnTo>
                  <a:lnTo>
                    <a:pt x="21" y="0"/>
                  </a:lnTo>
                  <a:close/>
                  <a:moveTo>
                    <a:pt x="21" y="0"/>
                  </a:moveTo>
                  <a:lnTo>
                    <a:pt x="28" y="1"/>
                  </a:lnTo>
                  <a:lnTo>
                    <a:pt x="36" y="5"/>
                  </a:lnTo>
                  <a:lnTo>
                    <a:pt x="30" y="9"/>
                  </a:lnTo>
                  <a:lnTo>
                    <a:pt x="26" y="7"/>
                  </a:lnTo>
                  <a:lnTo>
                    <a:pt x="21" y="5"/>
                  </a:lnTo>
                  <a:lnTo>
                    <a:pt x="21" y="0"/>
                  </a:lnTo>
                  <a:close/>
                  <a:moveTo>
                    <a:pt x="36" y="5"/>
                  </a:moveTo>
                  <a:lnTo>
                    <a:pt x="40" y="13"/>
                  </a:lnTo>
                  <a:lnTo>
                    <a:pt x="42" y="21"/>
                  </a:lnTo>
                  <a:lnTo>
                    <a:pt x="36" y="21"/>
                  </a:lnTo>
                  <a:lnTo>
                    <a:pt x="34" y="15"/>
                  </a:lnTo>
                  <a:lnTo>
                    <a:pt x="30" y="9"/>
                  </a:lnTo>
                  <a:lnTo>
                    <a:pt x="36" y="5"/>
                  </a:lnTo>
                  <a:close/>
                  <a:moveTo>
                    <a:pt x="42" y="21"/>
                  </a:moveTo>
                  <a:lnTo>
                    <a:pt x="42" y="21"/>
                  </a:lnTo>
                  <a:lnTo>
                    <a:pt x="36" y="21"/>
                  </a:lnTo>
                  <a:lnTo>
                    <a:pt x="36"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35" name="Freeform 115"/>
            <p:cNvSpPr>
              <a:spLocks/>
            </p:cNvSpPr>
            <p:nvPr/>
          </p:nvSpPr>
          <p:spPr bwMode="auto">
            <a:xfrm>
              <a:off x="2352" y="624"/>
              <a:ext cx="35" cy="36"/>
            </a:xfrm>
            <a:custGeom>
              <a:avLst/>
              <a:gdLst>
                <a:gd name="T0" fmla="*/ 35 w 35"/>
                <a:gd name="T1" fmla="*/ 19 h 36"/>
                <a:gd name="T2" fmla="*/ 35 w 35"/>
                <a:gd name="T3" fmla="*/ 25 h 36"/>
                <a:gd name="T4" fmla="*/ 31 w 35"/>
                <a:gd name="T5" fmla="*/ 31 h 36"/>
                <a:gd name="T6" fmla="*/ 25 w 35"/>
                <a:gd name="T7" fmla="*/ 34 h 36"/>
                <a:gd name="T8" fmla="*/ 17 w 35"/>
                <a:gd name="T9" fmla="*/ 36 h 36"/>
                <a:gd name="T10" fmla="*/ 10 w 35"/>
                <a:gd name="T11" fmla="*/ 34 h 36"/>
                <a:gd name="T12" fmla="*/ 4 w 35"/>
                <a:gd name="T13" fmla="*/ 31 h 36"/>
                <a:gd name="T14" fmla="*/ 0 w 35"/>
                <a:gd name="T15" fmla="*/ 25 h 36"/>
                <a:gd name="T16" fmla="*/ 0 w 35"/>
                <a:gd name="T17" fmla="*/ 19 h 36"/>
                <a:gd name="T18" fmla="*/ 0 w 35"/>
                <a:gd name="T19" fmla="*/ 11 h 36"/>
                <a:gd name="T20" fmla="*/ 4 w 35"/>
                <a:gd name="T21" fmla="*/ 6 h 36"/>
                <a:gd name="T22" fmla="*/ 10 w 35"/>
                <a:gd name="T23" fmla="*/ 2 h 36"/>
                <a:gd name="T24" fmla="*/ 17 w 35"/>
                <a:gd name="T25" fmla="*/ 0 h 36"/>
                <a:gd name="T26" fmla="*/ 25 w 35"/>
                <a:gd name="T27" fmla="*/ 2 h 36"/>
                <a:gd name="T28" fmla="*/ 31 w 35"/>
                <a:gd name="T29" fmla="*/ 6 h 36"/>
                <a:gd name="T30" fmla="*/ 35 w 35"/>
                <a:gd name="T31" fmla="*/ 11 h 36"/>
                <a:gd name="T32" fmla="*/ 35 w 35"/>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6">
                  <a:moveTo>
                    <a:pt x="35" y="19"/>
                  </a:moveTo>
                  <a:lnTo>
                    <a:pt x="35" y="25"/>
                  </a:lnTo>
                  <a:lnTo>
                    <a:pt x="31" y="31"/>
                  </a:lnTo>
                  <a:lnTo>
                    <a:pt x="25" y="34"/>
                  </a:lnTo>
                  <a:lnTo>
                    <a:pt x="17" y="36"/>
                  </a:lnTo>
                  <a:lnTo>
                    <a:pt x="10" y="34"/>
                  </a:lnTo>
                  <a:lnTo>
                    <a:pt x="4" y="31"/>
                  </a:lnTo>
                  <a:lnTo>
                    <a:pt x="0" y="25"/>
                  </a:lnTo>
                  <a:lnTo>
                    <a:pt x="0" y="19"/>
                  </a:lnTo>
                  <a:lnTo>
                    <a:pt x="0" y="11"/>
                  </a:lnTo>
                  <a:lnTo>
                    <a:pt x="4" y="6"/>
                  </a:lnTo>
                  <a:lnTo>
                    <a:pt x="10" y="2"/>
                  </a:lnTo>
                  <a:lnTo>
                    <a:pt x="17" y="0"/>
                  </a:lnTo>
                  <a:lnTo>
                    <a:pt x="25" y="2"/>
                  </a:lnTo>
                  <a:lnTo>
                    <a:pt x="31" y="6"/>
                  </a:lnTo>
                  <a:lnTo>
                    <a:pt x="35" y="11"/>
                  </a:lnTo>
                  <a:lnTo>
                    <a:pt x="35" y="19"/>
                  </a:lnTo>
                  <a:close/>
                </a:path>
              </a:pathLst>
            </a:custGeom>
            <a:solidFill>
              <a:srgbClr val="00CC99"/>
            </a:solidFill>
            <a:ln w="9525">
              <a:solidFill>
                <a:srgbClr val="CC0000"/>
              </a:solidFill>
              <a:round/>
              <a:headEnd/>
              <a:tailEnd/>
            </a:ln>
          </p:spPr>
          <p:txBody>
            <a:bodyPr/>
            <a:lstStyle/>
            <a:p>
              <a:endParaRPr lang="en-US"/>
            </a:p>
          </p:txBody>
        </p:sp>
        <p:sp>
          <p:nvSpPr>
            <p:cNvPr id="414836" name="Freeform 116"/>
            <p:cNvSpPr>
              <a:spLocks noEditPoints="1"/>
            </p:cNvSpPr>
            <p:nvPr/>
          </p:nvSpPr>
          <p:spPr bwMode="auto">
            <a:xfrm>
              <a:off x="2348" y="622"/>
              <a:ext cx="43" cy="42"/>
            </a:xfrm>
            <a:custGeom>
              <a:avLst/>
              <a:gdLst>
                <a:gd name="T0" fmla="*/ 43 w 43"/>
                <a:gd name="T1" fmla="*/ 21 h 42"/>
                <a:gd name="T2" fmla="*/ 37 w 43"/>
                <a:gd name="T3" fmla="*/ 21 h 42"/>
                <a:gd name="T4" fmla="*/ 43 w 43"/>
                <a:gd name="T5" fmla="*/ 21 h 42"/>
                <a:gd name="T6" fmla="*/ 37 w 43"/>
                <a:gd name="T7" fmla="*/ 35 h 42"/>
                <a:gd name="T8" fmla="*/ 35 w 43"/>
                <a:gd name="T9" fmla="*/ 27 h 42"/>
                <a:gd name="T10" fmla="*/ 43 w 43"/>
                <a:gd name="T11" fmla="*/ 21 h 42"/>
                <a:gd name="T12" fmla="*/ 29 w 43"/>
                <a:gd name="T13" fmla="*/ 40 h 42"/>
                <a:gd name="T14" fmla="*/ 21 w 43"/>
                <a:gd name="T15" fmla="*/ 36 h 42"/>
                <a:gd name="T16" fmla="*/ 33 w 43"/>
                <a:gd name="T17" fmla="*/ 31 h 42"/>
                <a:gd name="T18" fmla="*/ 21 w 43"/>
                <a:gd name="T19" fmla="*/ 42 h 42"/>
                <a:gd name="T20" fmla="*/ 21 w 43"/>
                <a:gd name="T21" fmla="*/ 36 h 42"/>
                <a:gd name="T22" fmla="*/ 21 w 43"/>
                <a:gd name="T23" fmla="*/ 42 h 42"/>
                <a:gd name="T24" fmla="*/ 21 w 43"/>
                <a:gd name="T25" fmla="*/ 42 h 42"/>
                <a:gd name="T26" fmla="*/ 21 w 43"/>
                <a:gd name="T27" fmla="*/ 36 h 42"/>
                <a:gd name="T28" fmla="*/ 21 w 43"/>
                <a:gd name="T29" fmla="*/ 42 h 42"/>
                <a:gd name="T30" fmla="*/ 6 w 43"/>
                <a:gd name="T31" fmla="*/ 35 h 42"/>
                <a:gd name="T32" fmla="*/ 16 w 43"/>
                <a:gd name="T33" fmla="*/ 35 h 42"/>
                <a:gd name="T34" fmla="*/ 21 w 43"/>
                <a:gd name="T35" fmla="*/ 42 h 42"/>
                <a:gd name="T36" fmla="*/ 2 w 43"/>
                <a:gd name="T37" fmla="*/ 29 h 42"/>
                <a:gd name="T38" fmla="*/ 6 w 43"/>
                <a:gd name="T39" fmla="*/ 21 h 42"/>
                <a:gd name="T40" fmla="*/ 10 w 43"/>
                <a:gd name="T41" fmla="*/ 31 h 42"/>
                <a:gd name="T42" fmla="*/ 0 w 43"/>
                <a:gd name="T43" fmla="*/ 21 h 42"/>
                <a:gd name="T44" fmla="*/ 6 w 43"/>
                <a:gd name="T45" fmla="*/ 21 h 42"/>
                <a:gd name="T46" fmla="*/ 0 w 43"/>
                <a:gd name="T47" fmla="*/ 21 h 42"/>
                <a:gd name="T48" fmla="*/ 0 w 43"/>
                <a:gd name="T49" fmla="*/ 21 h 42"/>
                <a:gd name="T50" fmla="*/ 6 w 43"/>
                <a:gd name="T51" fmla="*/ 21 h 42"/>
                <a:gd name="T52" fmla="*/ 0 w 43"/>
                <a:gd name="T53" fmla="*/ 21 h 42"/>
                <a:gd name="T54" fmla="*/ 6 w 43"/>
                <a:gd name="T55" fmla="*/ 6 h 42"/>
                <a:gd name="T56" fmla="*/ 8 w 43"/>
                <a:gd name="T57" fmla="*/ 15 h 42"/>
                <a:gd name="T58" fmla="*/ 0 w 43"/>
                <a:gd name="T59" fmla="*/ 21 h 42"/>
                <a:gd name="T60" fmla="*/ 14 w 43"/>
                <a:gd name="T61" fmla="*/ 2 h 42"/>
                <a:gd name="T62" fmla="*/ 21 w 43"/>
                <a:gd name="T63" fmla="*/ 6 h 42"/>
                <a:gd name="T64" fmla="*/ 10 w 43"/>
                <a:gd name="T65" fmla="*/ 10 h 42"/>
                <a:gd name="T66" fmla="*/ 21 w 43"/>
                <a:gd name="T67" fmla="*/ 0 h 42"/>
                <a:gd name="T68" fmla="*/ 21 w 43"/>
                <a:gd name="T69" fmla="*/ 6 h 42"/>
                <a:gd name="T70" fmla="*/ 21 w 43"/>
                <a:gd name="T71" fmla="*/ 0 h 42"/>
                <a:gd name="T72" fmla="*/ 21 w 43"/>
                <a:gd name="T73" fmla="*/ 0 h 42"/>
                <a:gd name="T74" fmla="*/ 21 w 43"/>
                <a:gd name="T75" fmla="*/ 6 h 42"/>
                <a:gd name="T76" fmla="*/ 21 w 43"/>
                <a:gd name="T77" fmla="*/ 0 h 42"/>
                <a:gd name="T78" fmla="*/ 37 w 43"/>
                <a:gd name="T79" fmla="*/ 6 h 42"/>
                <a:gd name="T80" fmla="*/ 27 w 43"/>
                <a:gd name="T81" fmla="*/ 8 h 42"/>
                <a:gd name="T82" fmla="*/ 21 w 43"/>
                <a:gd name="T83" fmla="*/ 0 h 42"/>
                <a:gd name="T84" fmla="*/ 41 w 43"/>
                <a:gd name="T85" fmla="*/ 12 h 42"/>
                <a:gd name="T86" fmla="*/ 37 w 43"/>
                <a:gd name="T87" fmla="*/ 21 h 42"/>
                <a:gd name="T88" fmla="*/ 33 w 43"/>
                <a:gd name="T89" fmla="*/ 10 h 42"/>
                <a:gd name="T90" fmla="*/ 43 w 43"/>
                <a:gd name="T91" fmla="*/ 21 h 42"/>
                <a:gd name="T92" fmla="*/ 37 w 43"/>
                <a:gd name="T93" fmla="*/ 21 h 42"/>
                <a:gd name="T94" fmla="*/ 43 w 43"/>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42">
                  <a:moveTo>
                    <a:pt x="43" y="21"/>
                  </a:moveTo>
                  <a:lnTo>
                    <a:pt x="43" y="21"/>
                  </a:lnTo>
                  <a:lnTo>
                    <a:pt x="37" y="21"/>
                  </a:lnTo>
                  <a:lnTo>
                    <a:pt x="37" y="21"/>
                  </a:lnTo>
                  <a:lnTo>
                    <a:pt x="43" y="21"/>
                  </a:lnTo>
                  <a:close/>
                  <a:moveTo>
                    <a:pt x="43" y="21"/>
                  </a:moveTo>
                  <a:lnTo>
                    <a:pt x="41" y="29"/>
                  </a:lnTo>
                  <a:lnTo>
                    <a:pt x="37" y="35"/>
                  </a:lnTo>
                  <a:lnTo>
                    <a:pt x="33" y="31"/>
                  </a:lnTo>
                  <a:lnTo>
                    <a:pt x="35" y="27"/>
                  </a:lnTo>
                  <a:lnTo>
                    <a:pt x="37" y="21"/>
                  </a:lnTo>
                  <a:lnTo>
                    <a:pt x="43" y="21"/>
                  </a:lnTo>
                  <a:close/>
                  <a:moveTo>
                    <a:pt x="37" y="35"/>
                  </a:moveTo>
                  <a:lnTo>
                    <a:pt x="29" y="40"/>
                  </a:lnTo>
                  <a:lnTo>
                    <a:pt x="21" y="42"/>
                  </a:lnTo>
                  <a:lnTo>
                    <a:pt x="21" y="36"/>
                  </a:lnTo>
                  <a:lnTo>
                    <a:pt x="27" y="35"/>
                  </a:lnTo>
                  <a:lnTo>
                    <a:pt x="33" y="31"/>
                  </a:lnTo>
                  <a:lnTo>
                    <a:pt x="37" y="35"/>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4" y="40"/>
                  </a:lnTo>
                  <a:lnTo>
                    <a:pt x="6" y="35"/>
                  </a:lnTo>
                  <a:lnTo>
                    <a:pt x="10" y="31"/>
                  </a:lnTo>
                  <a:lnTo>
                    <a:pt x="16" y="35"/>
                  </a:lnTo>
                  <a:lnTo>
                    <a:pt x="21" y="36"/>
                  </a:lnTo>
                  <a:lnTo>
                    <a:pt x="21" y="42"/>
                  </a:lnTo>
                  <a:close/>
                  <a:moveTo>
                    <a:pt x="6" y="35"/>
                  </a:moveTo>
                  <a:lnTo>
                    <a:pt x="2" y="29"/>
                  </a:lnTo>
                  <a:lnTo>
                    <a:pt x="0" y="21"/>
                  </a:lnTo>
                  <a:lnTo>
                    <a:pt x="6" y="21"/>
                  </a:lnTo>
                  <a:lnTo>
                    <a:pt x="8" y="27"/>
                  </a:lnTo>
                  <a:lnTo>
                    <a:pt x="10" y="31"/>
                  </a:lnTo>
                  <a:lnTo>
                    <a:pt x="6" y="35"/>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2"/>
                  </a:lnTo>
                  <a:lnTo>
                    <a:pt x="6" y="6"/>
                  </a:lnTo>
                  <a:lnTo>
                    <a:pt x="10" y="10"/>
                  </a:lnTo>
                  <a:lnTo>
                    <a:pt x="8" y="15"/>
                  </a:lnTo>
                  <a:lnTo>
                    <a:pt x="6" y="21"/>
                  </a:lnTo>
                  <a:lnTo>
                    <a:pt x="0" y="21"/>
                  </a:lnTo>
                  <a:close/>
                  <a:moveTo>
                    <a:pt x="6" y="6"/>
                  </a:moveTo>
                  <a:lnTo>
                    <a:pt x="14" y="2"/>
                  </a:lnTo>
                  <a:lnTo>
                    <a:pt x="21" y="0"/>
                  </a:lnTo>
                  <a:lnTo>
                    <a:pt x="21" y="6"/>
                  </a:lnTo>
                  <a:lnTo>
                    <a:pt x="16" y="8"/>
                  </a:lnTo>
                  <a:lnTo>
                    <a:pt x="10" y="10"/>
                  </a:lnTo>
                  <a:lnTo>
                    <a:pt x="6"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29" y="2"/>
                  </a:lnTo>
                  <a:lnTo>
                    <a:pt x="37" y="6"/>
                  </a:lnTo>
                  <a:lnTo>
                    <a:pt x="33" y="10"/>
                  </a:lnTo>
                  <a:lnTo>
                    <a:pt x="27" y="8"/>
                  </a:lnTo>
                  <a:lnTo>
                    <a:pt x="21" y="6"/>
                  </a:lnTo>
                  <a:lnTo>
                    <a:pt x="21" y="0"/>
                  </a:lnTo>
                  <a:close/>
                  <a:moveTo>
                    <a:pt x="37" y="6"/>
                  </a:moveTo>
                  <a:lnTo>
                    <a:pt x="41" y="12"/>
                  </a:lnTo>
                  <a:lnTo>
                    <a:pt x="43" y="21"/>
                  </a:lnTo>
                  <a:lnTo>
                    <a:pt x="37" y="21"/>
                  </a:lnTo>
                  <a:lnTo>
                    <a:pt x="35" y="15"/>
                  </a:lnTo>
                  <a:lnTo>
                    <a:pt x="33" y="10"/>
                  </a:lnTo>
                  <a:lnTo>
                    <a:pt x="37" y="6"/>
                  </a:lnTo>
                  <a:close/>
                  <a:moveTo>
                    <a:pt x="43" y="21"/>
                  </a:moveTo>
                  <a:lnTo>
                    <a:pt x="43" y="21"/>
                  </a:lnTo>
                  <a:lnTo>
                    <a:pt x="37" y="21"/>
                  </a:lnTo>
                  <a:lnTo>
                    <a:pt x="37" y="21"/>
                  </a:lnTo>
                  <a:lnTo>
                    <a:pt x="43" y="21"/>
                  </a:lnTo>
                  <a:close/>
                </a:path>
              </a:pathLst>
            </a:custGeom>
            <a:solidFill>
              <a:srgbClr val="000000"/>
            </a:solidFill>
            <a:ln w="9525">
              <a:solidFill>
                <a:srgbClr val="CC0000"/>
              </a:solidFill>
              <a:round/>
              <a:headEnd/>
              <a:tailEnd/>
            </a:ln>
          </p:spPr>
          <p:txBody>
            <a:bodyPr/>
            <a:lstStyle/>
            <a:p>
              <a:endParaRPr lang="en-US"/>
            </a:p>
          </p:txBody>
        </p:sp>
        <p:sp>
          <p:nvSpPr>
            <p:cNvPr id="414837" name="Freeform 117"/>
            <p:cNvSpPr>
              <a:spLocks/>
            </p:cNvSpPr>
            <p:nvPr/>
          </p:nvSpPr>
          <p:spPr bwMode="auto">
            <a:xfrm>
              <a:off x="2068" y="1466"/>
              <a:ext cx="2" cy="37"/>
            </a:xfrm>
            <a:custGeom>
              <a:avLst/>
              <a:gdLst>
                <a:gd name="T0" fmla="*/ 2 w 2"/>
                <a:gd name="T1" fmla="*/ 20 h 37"/>
                <a:gd name="T2" fmla="*/ 2 w 2"/>
                <a:gd name="T3" fmla="*/ 33 h 37"/>
                <a:gd name="T4" fmla="*/ 0 w 2"/>
                <a:gd name="T5" fmla="*/ 37 h 37"/>
                <a:gd name="T6" fmla="*/ 0 w 2"/>
                <a:gd name="T7" fmla="*/ 33 h 37"/>
                <a:gd name="T8" fmla="*/ 0 w 2"/>
                <a:gd name="T9" fmla="*/ 20 h 37"/>
                <a:gd name="T10" fmla="*/ 0 w 2"/>
                <a:gd name="T11" fmla="*/ 6 h 37"/>
                <a:gd name="T12" fmla="*/ 0 w 2"/>
                <a:gd name="T13" fmla="*/ 0 h 37"/>
                <a:gd name="T14" fmla="*/ 2 w 2"/>
                <a:gd name="T15" fmla="*/ 6 h 37"/>
                <a:gd name="T16" fmla="*/ 2 w 2"/>
                <a:gd name="T17" fmla="*/ 2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 h="37">
                  <a:moveTo>
                    <a:pt x="2" y="20"/>
                  </a:moveTo>
                  <a:lnTo>
                    <a:pt x="2" y="33"/>
                  </a:lnTo>
                  <a:lnTo>
                    <a:pt x="0" y="37"/>
                  </a:lnTo>
                  <a:lnTo>
                    <a:pt x="0" y="33"/>
                  </a:lnTo>
                  <a:lnTo>
                    <a:pt x="0" y="20"/>
                  </a:lnTo>
                  <a:lnTo>
                    <a:pt x="0" y="6"/>
                  </a:lnTo>
                  <a:lnTo>
                    <a:pt x="0" y="0"/>
                  </a:lnTo>
                  <a:lnTo>
                    <a:pt x="2" y="6"/>
                  </a:lnTo>
                  <a:lnTo>
                    <a:pt x="2" y="20"/>
                  </a:lnTo>
                  <a:close/>
                </a:path>
              </a:pathLst>
            </a:custGeom>
            <a:solidFill>
              <a:srgbClr val="00CC99"/>
            </a:solidFill>
            <a:ln w="9525">
              <a:solidFill>
                <a:srgbClr val="CC0000"/>
              </a:solidFill>
              <a:round/>
              <a:headEnd/>
              <a:tailEnd/>
            </a:ln>
          </p:spPr>
          <p:txBody>
            <a:bodyPr/>
            <a:lstStyle/>
            <a:p>
              <a:endParaRPr lang="en-US"/>
            </a:p>
          </p:txBody>
        </p:sp>
        <p:sp>
          <p:nvSpPr>
            <p:cNvPr id="414838" name="Freeform 118"/>
            <p:cNvSpPr>
              <a:spLocks noEditPoints="1"/>
            </p:cNvSpPr>
            <p:nvPr/>
          </p:nvSpPr>
          <p:spPr bwMode="auto">
            <a:xfrm>
              <a:off x="2064" y="1465"/>
              <a:ext cx="8" cy="42"/>
            </a:xfrm>
            <a:custGeom>
              <a:avLst/>
              <a:gdLst>
                <a:gd name="T0" fmla="*/ 8 w 8"/>
                <a:gd name="T1" fmla="*/ 21 h 42"/>
                <a:gd name="T2" fmla="*/ 8 w 8"/>
                <a:gd name="T3" fmla="*/ 28 h 42"/>
                <a:gd name="T4" fmla="*/ 8 w 8"/>
                <a:gd name="T5" fmla="*/ 36 h 42"/>
                <a:gd name="T6" fmla="*/ 8 w 8"/>
                <a:gd name="T7" fmla="*/ 40 h 42"/>
                <a:gd name="T8" fmla="*/ 4 w 8"/>
                <a:gd name="T9" fmla="*/ 42 h 42"/>
                <a:gd name="T10" fmla="*/ 4 w 8"/>
                <a:gd name="T11" fmla="*/ 36 h 42"/>
                <a:gd name="T12" fmla="*/ 4 w 8"/>
                <a:gd name="T13" fmla="*/ 30 h 42"/>
                <a:gd name="T14" fmla="*/ 2 w 8"/>
                <a:gd name="T15" fmla="*/ 21 h 42"/>
                <a:gd name="T16" fmla="*/ 8 w 8"/>
                <a:gd name="T17" fmla="*/ 21 h 42"/>
                <a:gd name="T18" fmla="*/ 4 w 8"/>
                <a:gd name="T19" fmla="*/ 42 h 42"/>
                <a:gd name="T20" fmla="*/ 2 w 8"/>
                <a:gd name="T21" fmla="*/ 40 h 42"/>
                <a:gd name="T22" fmla="*/ 0 w 8"/>
                <a:gd name="T23" fmla="*/ 34 h 42"/>
                <a:gd name="T24" fmla="*/ 6 w 8"/>
                <a:gd name="T25" fmla="*/ 32 h 42"/>
                <a:gd name="T26" fmla="*/ 6 w 8"/>
                <a:gd name="T27" fmla="*/ 34 h 42"/>
                <a:gd name="T28" fmla="*/ 4 w 8"/>
                <a:gd name="T29" fmla="*/ 36 h 42"/>
                <a:gd name="T30" fmla="*/ 4 w 8"/>
                <a:gd name="T31" fmla="*/ 42 h 42"/>
                <a:gd name="T32" fmla="*/ 0 w 8"/>
                <a:gd name="T33" fmla="*/ 34 h 42"/>
                <a:gd name="T34" fmla="*/ 0 w 8"/>
                <a:gd name="T35" fmla="*/ 28 h 42"/>
                <a:gd name="T36" fmla="*/ 0 w 8"/>
                <a:gd name="T37" fmla="*/ 21 h 42"/>
                <a:gd name="T38" fmla="*/ 6 w 8"/>
                <a:gd name="T39" fmla="*/ 21 h 42"/>
                <a:gd name="T40" fmla="*/ 6 w 8"/>
                <a:gd name="T41" fmla="*/ 28 h 42"/>
                <a:gd name="T42" fmla="*/ 6 w 8"/>
                <a:gd name="T43" fmla="*/ 32 h 42"/>
                <a:gd name="T44" fmla="*/ 0 w 8"/>
                <a:gd name="T45" fmla="*/ 34 h 42"/>
                <a:gd name="T46" fmla="*/ 0 w 8"/>
                <a:gd name="T47" fmla="*/ 21 h 42"/>
                <a:gd name="T48" fmla="*/ 0 w 8"/>
                <a:gd name="T49" fmla="*/ 13 h 42"/>
                <a:gd name="T50" fmla="*/ 2 w 8"/>
                <a:gd name="T51" fmla="*/ 5 h 42"/>
                <a:gd name="T52" fmla="*/ 2 w 8"/>
                <a:gd name="T53" fmla="*/ 1 h 42"/>
                <a:gd name="T54" fmla="*/ 4 w 8"/>
                <a:gd name="T55" fmla="*/ 0 h 42"/>
                <a:gd name="T56" fmla="*/ 4 w 8"/>
                <a:gd name="T57" fmla="*/ 5 h 42"/>
                <a:gd name="T58" fmla="*/ 4 w 8"/>
                <a:gd name="T59" fmla="*/ 9 h 42"/>
                <a:gd name="T60" fmla="*/ 6 w 8"/>
                <a:gd name="T61" fmla="*/ 21 h 42"/>
                <a:gd name="T62" fmla="*/ 0 w 8"/>
                <a:gd name="T63" fmla="*/ 21 h 42"/>
                <a:gd name="T64" fmla="*/ 4 w 8"/>
                <a:gd name="T65" fmla="*/ 0 h 42"/>
                <a:gd name="T66" fmla="*/ 8 w 8"/>
                <a:gd name="T67" fmla="*/ 1 h 42"/>
                <a:gd name="T68" fmla="*/ 8 w 8"/>
                <a:gd name="T69" fmla="*/ 7 h 42"/>
                <a:gd name="T70" fmla="*/ 2 w 8"/>
                <a:gd name="T71" fmla="*/ 7 h 42"/>
                <a:gd name="T72" fmla="*/ 4 w 8"/>
                <a:gd name="T73" fmla="*/ 5 h 42"/>
                <a:gd name="T74" fmla="*/ 4 w 8"/>
                <a:gd name="T75" fmla="*/ 5 h 42"/>
                <a:gd name="T76" fmla="*/ 4 w 8"/>
                <a:gd name="T77" fmla="*/ 0 h 42"/>
                <a:gd name="T78" fmla="*/ 8 w 8"/>
                <a:gd name="T79" fmla="*/ 7 h 42"/>
                <a:gd name="T80" fmla="*/ 8 w 8"/>
                <a:gd name="T81" fmla="*/ 13 h 42"/>
                <a:gd name="T82" fmla="*/ 8 w 8"/>
                <a:gd name="T83" fmla="*/ 21 h 42"/>
                <a:gd name="T84" fmla="*/ 2 w 8"/>
                <a:gd name="T85" fmla="*/ 21 h 42"/>
                <a:gd name="T86" fmla="*/ 2 w 8"/>
                <a:gd name="T87" fmla="*/ 13 h 42"/>
                <a:gd name="T88" fmla="*/ 2 w 8"/>
                <a:gd name="T89" fmla="*/ 7 h 42"/>
                <a:gd name="T90" fmla="*/ 8 w 8"/>
                <a:gd name="T91" fmla="*/ 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 h="42">
                  <a:moveTo>
                    <a:pt x="8" y="21"/>
                  </a:moveTo>
                  <a:lnTo>
                    <a:pt x="8" y="28"/>
                  </a:lnTo>
                  <a:lnTo>
                    <a:pt x="8" y="36"/>
                  </a:lnTo>
                  <a:lnTo>
                    <a:pt x="8" y="40"/>
                  </a:lnTo>
                  <a:lnTo>
                    <a:pt x="4" y="42"/>
                  </a:lnTo>
                  <a:lnTo>
                    <a:pt x="4" y="36"/>
                  </a:lnTo>
                  <a:lnTo>
                    <a:pt x="4" y="30"/>
                  </a:lnTo>
                  <a:lnTo>
                    <a:pt x="2" y="21"/>
                  </a:lnTo>
                  <a:lnTo>
                    <a:pt x="8" y="21"/>
                  </a:lnTo>
                  <a:close/>
                  <a:moveTo>
                    <a:pt x="4" y="42"/>
                  </a:moveTo>
                  <a:lnTo>
                    <a:pt x="2" y="40"/>
                  </a:lnTo>
                  <a:lnTo>
                    <a:pt x="0" y="34"/>
                  </a:lnTo>
                  <a:lnTo>
                    <a:pt x="6" y="32"/>
                  </a:lnTo>
                  <a:lnTo>
                    <a:pt x="6" y="34"/>
                  </a:lnTo>
                  <a:lnTo>
                    <a:pt x="4" y="36"/>
                  </a:lnTo>
                  <a:lnTo>
                    <a:pt x="4" y="42"/>
                  </a:lnTo>
                  <a:close/>
                  <a:moveTo>
                    <a:pt x="0" y="34"/>
                  </a:moveTo>
                  <a:lnTo>
                    <a:pt x="0" y="28"/>
                  </a:lnTo>
                  <a:lnTo>
                    <a:pt x="0" y="21"/>
                  </a:lnTo>
                  <a:lnTo>
                    <a:pt x="6" y="21"/>
                  </a:lnTo>
                  <a:lnTo>
                    <a:pt x="6" y="28"/>
                  </a:lnTo>
                  <a:lnTo>
                    <a:pt x="6" y="32"/>
                  </a:lnTo>
                  <a:lnTo>
                    <a:pt x="0" y="34"/>
                  </a:lnTo>
                  <a:close/>
                  <a:moveTo>
                    <a:pt x="0" y="21"/>
                  </a:moveTo>
                  <a:lnTo>
                    <a:pt x="0" y="13"/>
                  </a:lnTo>
                  <a:lnTo>
                    <a:pt x="2" y="5"/>
                  </a:lnTo>
                  <a:lnTo>
                    <a:pt x="2" y="1"/>
                  </a:lnTo>
                  <a:lnTo>
                    <a:pt x="4" y="0"/>
                  </a:lnTo>
                  <a:lnTo>
                    <a:pt x="4" y="5"/>
                  </a:lnTo>
                  <a:lnTo>
                    <a:pt x="4" y="9"/>
                  </a:lnTo>
                  <a:lnTo>
                    <a:pt x="6" y="21"/>
                  </a:lnTo>
                  <a:lnTo>
                    <a:pt x="0" y="21"/>
                  </a:lnTo>
                  <a:close/>
                  <a:moveTo>
                    <a:pt x="4" y="0"/>
                  </a:moveTo>
                  <a:lnTo>
                    <a:pt x="8" y="1"/>
                  </a:lnTo>
                  <a:lnTo>
                    <a:pt x="8" y="7"/>
                  </a:lnTo>
                  <a:lnTo>
                    <a:pt x="2" y="7"/>
                  </a:lnTo>
                  <a:lnTo>
                    <a:pt x="4" y="5"/>
                  </a:lnTo>
                  <a:lnTo>
                    <a:pt x="4" y="5"/>
                  </a:lnTo>
                  <a:lnTo>
                    <a:pt x="4" y="0"/>
                  </a:lnTo>
                  <a:close/>
                  <a:moveTo>
                    <a:pt x="8" y="7"/>
                  </a:moveTo>
                  <a:lnTo>
                    <a:pt x="8" y="13"/>
                  </a:lnTo>
                  <a:lnTo>
                    <a:pt x="8" y="21"/>
                  </a:lnTo>
                  <a:lnTo>
                    <a:pt x="2" y="21"/>
                  </a:lnTo>
                  <a:lnTo>
                    <a:pt x="2" y="13"/>
                  </a:lnTo>
                  <a:lnTo>
                    <a:pt x="2" y="7"/>
                  </a:lnTo>
                  <a:lnTo>
                    <a:pt x="8" y="7"/>
                  </a:lnTo>
                  <a:close/>
                </a:path>
              </a:pathLst>
            </a:custGeom>
            <a:solidFill>
              <a:srgbClr val="000000"/>
            </a:solidFill>
            <a:ln w="9525">
              <a:solidFill>
                <a:srgbClr val="CC0000"/>
              </a:solidFill>
              <a:round/>
              <a:headEnd/>
              <a:tailEnd/>
            </a:ln>
          </p:spPr>
          <p:txBody>
            <a:bodyPr/>
            <a:lstStyle/>
            <a:p>
              <a:endParaRPr lang="en-US"/>
            </a:p>
          </p:txBody>
        </p:sp>
        <p:sp>
          <p:nvSpPr>
            <p:cNvPr id="414839" name="Freeform 119"/>
            <p:cNvSpPr>
              <a:spLocks/>
            </p:cNvSpPr>
            <p:nvPr/>
          </p:nvSpPr>
          <p:spPr bwMode="auto">
            <a:xfrm>
              <a:off x="2068" y="1480"/>
              <a:ext cx="36" cy="36"/>
            </a:xfrm>
            <a:custGeom>
              <a:avLst/>
              <a:gdLst>
                <a:gd name="T0" fmla="*/ 36 w 36"/>
                <a:gd name="T1" fmla="*/ 17 h 36"/>
                <a:gd name="T2" fmla="*/ 34 w 36"/>
                <a:gd name="T3" fmla="*/ 25 h 36"/>
                <a:gd name="T4" fmla="*/ 31 w 36"/>
                <a:gd name="T5" fmla="*/ 31 h 36"/>
                <a:gd name="T6" fmla="*/ 25 w 36"/>
                <a:gd name="T7" fmla="*/ 34 h 36"/>
                <a:gd name="T8" fmla="*/ 17 w 36"/>
                <a:gd name="T9" fmla="*/ 36 h 36"/>
                <a:gd name="T10" fmla="*/ 11 w 36"/>
                <a:gd name="T11" fmla="*/ 34 h 36"/>
                <a:gd name="T12" fmla="*/ 6 w 36"/>
                <a:gd name="T13" fmla="*/ 31 h 36"/>
                <a:gd name="T14" fmla="*/ 2 w 36"/>
                <a:gd name="T15" fmla="*/ 25 h 36"/>
                <a:gd name="T16" fmla="*/ 0 w 36"/>
                <a:gd name="T17" fmla="*/ 17 h 36"/>
                <a:gd name="T18" fmla="*/ 2 w 36"/>
                <a:gd name="T19" fmla="*/ 9 h 36"/>
                <a:gd name="T20" fmla="*/ 6 w 36"/>
                <a:gd name="T21" fmla="*/ 4 h 36"/>
                <a:gd name="T22" fmla="*/ 11 w 36"/>
                <a:gd name="T23" fmla="*/ 0 h 36"/>
                <a:gd name="T24" fmla="*/ 17 w 36"/>
                <a:gd name="T25" fmla="*/ 0 h 36"/>
                <a:gd name="T26" fmla="*/ 25 w 36"/>
                <a:gd name="T27" fmla="*/ 0 h 36"/>
                <a:gd name="T28" fmla="*/ 31 w 36"/>
                <a:gd name="T29" fmla="*/ 4 h 36"/>
                <a:gd name="T30" fmla="*/ 34 w 36"/>
                <a:gd name="T31" fmla="*/ 9 h 36"/>
                <a:gd name="T32" fmla="*/ 36 w 36"/>
                <a:gd name="T33" fmla="*/ 1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7"/>
                  </a:moveTo>
                  <a:lnTo>
                    <a:pt x="34" y="25"/>
                  </a:lnTo>
                  <a:lnTo>
                    <a:pt x="31" y="31"/>
                  </a:lnTo>
                  <a:lnTo>
                    <a:pt x="25" y="34"/>
                  </a:lnTo>
                  <a:lnTo>
                    <a:pt x="17" y="36"/>
                  </a:lnTo>
                  <a:lnTo>
                    <a:pt x="11" y="34"/>
                  </a:lnTo>
                  <a:lnTo>
                    <a:pt x="6" y="31"/>
                  </a:lnTo>
                  <a:lnTo>
                    <a:pt x="2" y="25"/>
                  </a:lnTo>
                  <a:lnTo>
                    <a:pt x="0" y="17"/>
                  </a:lnTo>
                  <a:lnTo>
                    <a:pt x="2" y="9"/>
                  </a:lnTo>
                  <a:lnTo>
                    <a:pt x="6" y="4"/>
                  </a:lnTo>
                  <a:lnTo>
                    <a:pt x="11" y="0"/>
                  </a:lnTo>
                  <a:lnTo>
                    <a:pt x="17" y="0"/>
                  </a:lnTo>
                  <a:lnTo>
                    <a:pt x="25" y="0"/>
                  </a:lnTo>
                  <a:lnTo>
                    <a:pt x="31" y="4"/>
                  </a:lnTo>
                  <a:lnTo>
                    <a:pt x="34" y="9"/>
                  </a:lnTo>
                  <a:lnTo>
                    <a:pt x="36" y="17"/>
                  </a:lnTo>
                  <a:close/>
                </a:path>
              </a:pathLst>
            </a:custGeom>
            <a:solidFill>
              <a:srgbClr val="00CC99"/>
            </a:solidFill>
            <a:ln w="9525">
              <a:solidFill>
                <a:srgbClr val="CC0000"/>
              </a:solidFill>
              <a:round/>
              <a:headEnd/>
              <a:tailEnd/>
            </a:ln>
          </p:spPr>
          <p:txBody>
            <a:bodyPr/>
            <a:lstStyle/>
            <a:p>
              <a:endParaRPr lang="en-US"/>
            </a:p>
          </p:txBody>
        </p:sp>
        <p:sp>
          <p:nvSpPr>
            <p:cNvPr id="414840" name="Freeform 120"/>
            <p:cNvSpPr>
              <a:spLocks noEditPoints="1"/>
            </p:cNvSpPr>
            <p:nvPr/>
          </p:nvSpPr>
          <p:spPr bwMode="auto">
            <a:xfrm>
              <a:off x="2064" y="1476"/>
              <a:ext cx="42" cy="42"/>
            </a:xfrm>
            <a:custGeom>
              <a:avLst/>
              <a:gdLst>
                <a:gd name="T0" fmla="*/ 42 w 42"/>
                <a:gd name="T1" fmla="*/ 21 h 42"/>
                <a:gd name="T2" fmla="*/ 37 w 42"/>
                <a:gd name="T3" fmla="*/ 21 h 42"/>
                <a:gd name="T4" fmla="*/ 42 w 42"/>
                <a:gd name="T5" fmla="*/ 21 h 42"/>
                <a:gd name="T6" fmla="*/ 37 w 42"/>
                <a:gd name="T7" fmla="*/ 37 h 42"/>
                <a:gd name="T8" fmla="*/ 35 w 42"/>
                <a:gd name="T9" fmla="*/ 27 h 42"/>
                <a:gd name="T10" fmla="*/ 42 w 42"/>
                <a:gd name="T11" fmla="*/ 21 h 42"/>
                <a:gd name="T12" fmla="*/ 29 w 42"/>
                <a:gd name="T13" fmla="*/ 40 h 42"/>
                <a:gd name="T14" fmla="*/ 21 w 42"/>
                <a:gd name="T15" fmla="*/ 37 h 42"/>
                <a:gd name="T16" fmla="*/ 33 w 42"/>
                <a:gd name="T17" fmla="*/ 33 h 42"/>
                <a:gd name="T18" fmla="*/ 21 w 42"/>
                <a:gd name="T19" fmla="*/ 42 h 42"/>
                <a:gd name="T20" fmla="*/ 21 w 42"/>
                <a:gd name="T21" fmla="*/ 37 h 42"/>
                <a:gd name="T22" fmla="*/ 21 w 42"/>
                <a:gd name="T23" fmla="*/ 42 h 42"/>
                <a:gd name="T24" fmla="*/ 21 w 42"/>
                <a:gd name="T25" fmla="*/ 42 h 42"/>
                <a:gd name="T26" fmla="*/ 21 w 42"/>
                <a:gd name="T27" fmla="*/ 37 h 42"/>
                <a:gd name="T28" fmla="*/ 21 w 42"/>
                <a:gd name="T29" fmla="*/ 42 h 42"/>
                <a:gd name="T30" fmla="*/ 6 w 42"/>
                <a:gd name="T31" fmla="*/ 37 h 42"/>
                <a:gd name="T32" fmla="*/ 15 w 42"/>
                <a:gd name="T33" fmla="*/ 35 h 42"/>
                <a:gd name="T34" fmla="*/ 21 w 42"/>
                <a:gd name="T35" fmla="*/ 42 h 42"/>
                <a:gd name="T36" fmla="*/ 2 w 42"/>
                <a:gd name="T37" fmla="*/ 29 h 42"/>
                <a:gd name="T38" fmla="*/ 6 w 42"/>
                <a:gd name="T39" fmla="*/ 21 h 42"/>
                <a:gd name="T40" fmla="*/ 12 w 42"/>
                <a:gd name="T41" fmla="*/ 33 h 42"/>
                <a:gd name="T42" fmla="*/ 0 w 42"/>
                <a:gd name="T43" fmla="*/ 21 h 42"/>
                <a:gd name="T44" fmla="*/ 6 w 42"/>
                <a:gd name="T45" fmla="*/ 21 h 42"/>
                <a:gd name="T46" fmla="*/ 0 w 42"/>
                <a:gd name="T47" fmla="*/ 21 h 42"/>
                <a:gd name="T48" fmla="*/ 0 w 42"/>
                <a:gd name="T49" fmla="*/ 21 h 42"/>
                <a:gd name="T50" fmla="*/ 6 w 42"/>
                <a:gd name="T51" fmla="*/ 21 h 42"/>
                <a:gd name="T52" fmla="*/ 0 w 42"/>
                <a:gd name="T53" fmla="*/ 21 h 42"/>
                <a:gd name="T54" fmla="*/ 6 w 42"/>
                <a:gd name="T55" fmla="*/ 6 h 42"/>
                <a:gd name="T56" fmla="*/ 8 w 42"/>
                <a:gd name="T57" fmla="*/ 15 h 42"/>
                <a:gd name="T58" fmla="*/ 0 w 42"/>
                <a:gd name="T59" fmla="*/ 21 h 42"/>
                <a:gd name="T60" fmla="*/ 14 w 42"/>
                <a:gd name="T61" fmla="*/ 2 h 42"/>
                <a:gd name="T62" fmla="*/ 21 w 42"/>
                <a:gd name="T63" fmla="*/ 6 h 42"/>
                <a:gd name="T64" fmla="*/ 12 w 42"/>
                <a:gd name="T65" fmla="*/ 12 h 42"/>
                <a:gd name="T66" fmla="*/ 21 w 42"/>
                <a:gd name="T67" fmla="*/ 0 h 42"/>
                <a:gd name="T68" fmla="*/ 21 w 42"/>
                <a:gd name="T69" fmla="*/ 6 h 42"/>
                <a:gd name="T70" fmla="*/ 21 w 42"/>
                <a:gd name="T71" fmla="*/ 0 h 42"/>
                <a:gd name="T72" fmla="*/ 21 w 42"/>
                <a:gd name="T73" fmla="*/ 0 h 42"/>
                <a:gd name="T74" fmla="*/ 21 w 42"/>
                <a:gd name="T75" fmla="*/ 6 h 42"/>
                <a:gd name="T76" fmla="*/ 21 w 42"/>
                <a:gd name="T77" fmla="*/ 0 h 42"/>
                <a:gd name="T78" fmla="*/ 37 w 42"/>
                <a:gd name="T79" fmla="*/ 6 h 42"/>
                <a:gd name="T80" fmla="*/ 27 w 42"/>
                <a:gd name="T81" fmla="*/ 8 h 42"/>
                <a:gd name="T82" fmla="*/ 21 w 42"/>
                <a:gd name="T83" fmla="*/ 0 h 42"/>
                <a:gd name="T84" fmla="*/ 40 w 42"/>
                <a:gd name="T85" fmla="*/ 13 h 42"/>
                <a:gd name="T86" fmla="*/ 37 w 42"/>
                <a:gd name="T87" fmla="*/ 21 h 42"/>
                <a:gd name="T88" fmla="*/ 33 w 42"/>
                <a:gd name="T89" fmla="*/ 12 h 42"/>
                <a:gd name="T90" fmla="*/ 42 w 42"/>
                <a:gd name="T91" fmla="*/ 21 h 42"/>
                <a:gd name="T92" fmla="*/ 37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7" y="21"/>
                  </a:lnTo>
                  <a:lnTo>
                    <a:pt x="37" y="21"/>
                  </a:lnTo>
                  <a:lnTo>
                    <a:pt x="42" y="21"/>
                  </a:lnTo>
                  <a:close/>
                  <a:moveTo>
                    <a:pt x="42" y="21"/>
                  </a:moveTo>
                  <a:lnTo>
                    <a:pt x="40" y="29"/>
                  </a:lnTo>
                  <a:lnTo>
                    <a:pt x="37" y="37"/>
                  </a:lnTo>
                  <a:lnTo>
                    <a:pt x="33" y="33"/>
                  </a:lnTo>
                  <a:lnTo>
                    <a:pt x="35" y="27"/>
                  </a:lnTo>
                  <a:lnTo>
                    <a:pt x="37" y="21"/>
                  </a:lnTo>
                  <a:lnTo>
                    <a:pt x="42" y="21"/>
                  </a:lnTo>
                  <a:close/>
                  <a:moveTo>
                    <a:pt x="37" y="37"/>
                  </a:moveTo>
                  <a:lnTo>
                    <a:pt x="29" y="40"/>
                  </a:lnTo>
                  <a:lnTo>
                    <a:pt x="21" y="42"/>
                  </a:lnTo>
                  <a:lnTo>
                    <a:pt x="21" y="37"/>
                  </a:lnTo>
                  <a:lnTo>
                    <a:pt x="27" y="35"/>
                  </a:lnTo>
                  <a:lnTo>
                    <a:pt x="33" y="33"/>
                  </a:lnTo>
                  <a:lnTo>
                    <a:pt x="37" y="37"/>
                  </a:lnTo>
                  <a:close/>
                  <a:moveTo>
                    <a:pt x="21" y="42"/>
                  </a:moveTo>
                  <a:lnTo>
                    <a:pt x="21" y="42"/>
                  </a:lnTo>
                  <a:lnTo>
                    <a:pt x="21" y="37"/>
                  </a:lnTo>
                  <a:lnTo>
                    <a:pt x="21" y="37"/>
                  </a:lnTo>
                  <a:lnTo>
                    <a:pt x="21" y="42"/>
                  </a:lnTo>
                  <a:close/>
                  <a:moveTo>
                    <a:pt x="21" y="42"/>
                  </a:moveTo>
                  <a:lnTo>
                    <a:pt x="21" y="42"/>
                  </a:lnTo>
                  <a:lnTo>
                    <a:pt x="21" y="37"/>
                  </a:lnTo>
                  <a:lnTo>
                    <a:pt x="21" y="37"/>
                  </a:lnTo>
                  <a:lnTo>
                    <a:pt x="21" y="42"/>
                  </a:lnTo>
                  <a:close/>
                  <a:moveTo>
                    <a:pt x="21" y="42"/>
                  </a:moveTo>
                  <a:lnTo>
                    <a:pt x="14" y="40"/>
                  </a:lnTo>
                  <a:lnTo>
                    <a:pt x="6" y="37"/>
                  </a:lnTo>
                  <a:lnTo>
                    <a:pt x="12" y="33"/>
                  </a:lnTo>
                  <a:lnTo>
                    <a:pt x="15" y="35"/>
                  </a:lnTo>
                  <a:lnTo>
                    <a:pt x="21" y="37"/>
                  </a:lnTo>
                  <a:lnTo>
                    <a:pt x="21" y="42"/>
                  </a:lnTo>
                  <a:close/>
                  <a:moveTo>
                    <a:pt x="6" y="37"/>
                  </a:moveTo>
                  <a:lnTo>
                    <a:pt x="2" y="29"/>
                  </a:lnTo>
                  <a:lnTo>
                    <a:pt x="0" y="21"/>
                  </a:lnTo>
                  <a:lnTo>
                    <a:pt x="6" y="21"/>
                  </a:lnTo>
                  <a:lnTo>
                    <a:pt x="8" y="27"/>
                  </a:lnTo>
                  <a:lnTo>
                    <a:pt x="12" y="33"/>
                  </a:lnTo>
                  <a:lnTo>
                    <a:pt x="6" y="37"/>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3"/>
                  </a:lnTo>
                  <a:lnTo>
                    <a:pt x="6" y="6"/>
                  </a:lnTo>
                  <a:lnTo>
                    <a:pt x="12" y="12"/>
                  </a:lnTo>
                  <a:lnTo>
                    <a:pt x="8" y="15"/>
                  </a:lnTo>
                  <a:lnTo>
                    <a:pt x="6" y="21"/>
                  </a:lnTo>
                  <a:lnTo>
                    <a:pt x="0" y="21"/>
                  </a:lnTo>
                  <a:close/>
                  <a:moveTo>
                    <a:pt x="6" y="6"/>
                  </a:moveTo>
                  <a:lnTo>
                    <a:pt x="14" y="2"/>
                  </a:lnTo>
                  <a:lnTo>
                    <a:pt x="21" y="0"/>
                  </a:lnTo>
                  <a:lnTo>
                    <a:pt x="21" y="6"/>
                  </a:lnTo>
                  <a:lnTo>
                    <a:pt x="15" y="8"/>
                  </a:lnTo>
                  <a:lnTo>
                    <a:pt x="12" y="12"/>
                  </a:lnTo>
                  <a:lnTo>
                    <a:pt x="6"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29" y="2"/>
                  </a:lnTo>
                  <a:lnTo>
                    <a:pt x="37" y="6"/>
                  </a:lnTo>
                  <a:lnTo>
                    <a:pt x="33" y="12"/>
                  </a:lnTo>
                  <a:lnTo>
                    <a:pt x="27" y="8"/>
                  </a:lnTo>
                  <a:lnTo>
                    <a:pt x="21" y="6"/>
                  </a:lnTo>
                  <a:lnTo>
                    <a:pt x="21" y="0"/>
                  </a:lnTo>
                  <a:close/>
                  <a:moveTo>
                    <a:pt x="37" y="6"/>
                  </a:moveTo>
                  <a:lnTo>
                    <a:pt x="40" y="13"/>
                  </a:lnTo>
                  <a:lnTo>
                    <a:pt x="42" y="21"/>
                  </a:lnTo>
                  <a:lnTo>
                    <a:pt x="37" y="21"/>
                  </a:lnTo>
                  <a:lnTo>
                    <a:pt x="35" y="15"/>
                  </a:lnTo>
                  <a:lnTo>
                    <a:pt x="33" y="12"/>
                  </a:lnTo>
                  <a:lnTo>
                    <a:pt x="37" y="6"/>
                  </a:lnTo>
                  <a:close/>
                  <a:moveTo>
                    <a:pt x="42" y="21"/>
                  </a:moveTo>
                  <a:lnTo>
                    <a:pt x="42" y="21"/>
                  </a:lnTo>
                  <a:lnTo>
                    <a:pt x="37" y="21"/>
                  </a:lnTo>
                  <a:lnTo>
                    <a:pt x="37"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41" name="Freeform 121"/>
            <p:cNvSpPr>
              <a:spLocks/>
            </p:cNvSpPr>
            <p:nvPr/>
          </p:nvSpPr>
          <p:spPr bwMode="auto">
            <a:xfrm>
              <a:off x="2396" y="1323"/>
              <a:ext cx="35" cy="36"/>
            </a:xfrm>
            <a:custGeom>
              <a:avLst/>
              <a:gdLst>
                <a:gd name="T0" fmla="*/ 35 w 35"/>
                <a:gd name="T1" fmla="*/ 19 h 36"/>
                <a:gd name="T2" fmla="*/ 35 w 35"/>
                <a:gd name="T3" fmla="*/ 26 h 36"/>
                <a:gd name="T4" fmla="*/ 31 w 35"/>
                <a:gd name="T5" fmla="*/ 32 h 36"/>
                <a:gd name="T6" fmla="*/ 25 w 35"/>
                <a:gd name="T7" fmla="*/ 36 h 36"/>
                <a:gd name="T8" fmla="*/ 18 w 35"/>
                <a:gd name="T9" fmla="*/ 36 h 36"/>
                <a:gd name="T10" fmla="*/ 10 w 35"/>
                <a:gd name="T11" fmla="*/ 36 h 36"/>
                <a:gd name="T12" fmla="*/ 4 w 35"/>
                <a:gd name="T13" fmla="*/ 32 h 36"/>
                <a:gd name="T14" fmla="*/ 0 w 35"/>
                <a:gd name="T15" fmla="*/ 26 h 36"/>
                <a:gd name="T16" fmla="*/ 0 w 35"/>
                <a:gd name="T17" fmla="*/ 19 h 36"/>
                <a:gd name="T18" fmla="*/ 0 w 35"/>
                <a:gd name="T19" fmla="*/ 11 h 36"/>
                <a:gd name="T20" fmla="*/ 4 w 35"/>
                <a:gd name="T21" fmla="*/ 5 h 36"/>
                <a:gd name="T22" fmla="*/ 10 w 35"/>
                <a:gd name="T23" fmla="*/ 1 h 36"/>
                <a:gd name="T24" fmla="*/ 18 w 35"/>
                <a:gd name="T25" fmla="*/ 0 h 36"/>
                <a:gd name="T26" fmla="*/ 25 w 35"/>
                <a:gd name="T27" fmla="*/ 1 h 36"/>
                <a:gd name="T28" fmla="*/ 31 w 35"/>
                <a:gd name="T29" fmla="*/ 5 h 36"/>
                <a:gd name="T30" fmla="*/ 35 w 35"/>
                <a:gd name="T31" fmla="*/ 11 h 36"/>
                <a:gd name="T32" fmla="*/ 35 w 35"/>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6">
                  <a:moveTo>
                    <a:pt x="35" y="19"/>
                  </a:moveTo>
                  <a:lnTo>
                    <a:pt x="35" y="26"/>
                  </a:lnTo>
                  <a:lnTo>
                    <a:pt x="31" y="32"/>
                  </a:lnTo>
                  <a:lnTo>
                    <a:pt x="25" y="36"/>
                  </a:lnTo>
                  <a:lnTo>
                    <a:pt x="18" y="36"/>
                  </a:lnTo>
                  <a:lnTo>
                    <a:pt x="10" y="36"/>
                  </a:lnTo>
                  <a:lnTo>
                    <a:pt x="4" y="32"/>
                  </a:lnTo>
                  <a:lnTo>
                    <a:pt x="0" y="26"/>
                  </a:lnTo>
                  <a:lnTo>
                    <a:pt x="0" y="19"/>
                  </a:lnTo>
                  <a:lnTo>
                    <a:pt x="0" y="11"/>
                  </a:lnTo>
                  <a:lnTo>
                    <a:pt x="4" y="5"/>
                  </a:lnTo>
                  <a:lnTo>
                    <a:pt x="10" y="1"/>
                  </a:lnTo>
                  <a:lnTo>
                    <a:pt x="18" y="0"/>
                  </a:lnTo>
                  <a:lnTo>
                    <a:pt x="25" y="1"/>
                  </a:lnTo>
                  <a:lnTo>
                    <a:pt x="31" y="5"/>
                  </a:lnTo>
                  <a:lnTo>
                    <a:pt x="35" y="11"/>
                  </a:lnTo>
                  <a:lnTo>
                    <a:pt x="35" y="19"/>
                  </a:lnTo>
                  <a:close/>
                </a:path>
              </a:pathLst>
            </a:custGeom>
            <a:solidFill>
              <a:srgbClr val="00CC99"/>
            </a:solidFill>
            <a:ln w="9525">
              <a:solidFill>
                <a:srgbClr val="CC0000"/>
              </a:solidFill>
              <a:round/>
              <a:headEnd/>
              <a:tailEnd/>
            </a:ln>
          </p:spPr>
          <p:txBody>
            <a:bodyPr/>
            <a:lstStyle/>
            <a:p>
              <a:endParaRPr lang="en-US"/>
            </a:p>
          </p:txBody>
        </p:sp>
        <p:sp>
          <p:nvSpPr>
            <p:cNvPr id="414842" name="Freeform 122"/>
            <p:cNvSpPr>
              <a:spLocks noEditPoints="1"/>
            </p:cNvSpPr>
            <p:nvPr/>
          </p:nvSpPr>
          <p:spPr bwMode="auto">
            <a:xfrm>
              <a:off x="2393" y="1321"/>
              <a:ext cx="42" cy="42"/>
            </a:xfrm>
            <a:custGeom>
              <a:avLst/>
              <a:gdLst>
                <a:gd name="T0" fmla="*/ 42 w 42"/>
                <a:gd name="T1" fmla="*/ 21 h 42"/>
                <a:gd name="T2" fmla="*/ 36 w 42"/>
                <a:gd name="T3" fmla="*/ 21 h 42"/>
                <a:gd name="T4" fmla="*/ 42 w 42"/>
                <a:gd name="T5" fmla="*/ 21 h 42"/>
                <a:gd name="T6" fmla="*/ 36 w 42"/>
                <a:gd name="T7" fmla="*/ 36 h 42"/>
                <a:gd name="T8" fmla="*/ 34 w 42"/>
                <a:gd name="T9" fmla="*/ 26 h 42"/>
                <a:gd name="T10" fmla="*/ 42 w 42"/>
                <a:gd name="T11" fmla="*/ 21 h 42"/>
                <a:gd name="T12" fmla="*/ 28 w 42"/>
                <a:gd name="T13" fmla="*/ 40 h 42"/>
                <a:gd name="T14" fmla="*/ 21 w 42"/>
                <a:gd name="T15" fmla="*/ 36 h 42"/>
                <a:gd name="T16" fmla="*/ 30 w 42"/>
                <a:gd name="T17" fmla="*/ 30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5 w 42"/>
                <a:gd name="T31" fmla="*/ 36 h 42"/>
                <a:gd name="T32" fmla="*/ 15 w 42"/>
                <a:gd name="T33" fmla="*/ 34 h 42"/>
                <a:gd name="T34" fmla="*/ 21 w 42"/>
                <a:gd name="T35" fmla="*/ 42 h 42"/>
                <a:gd name="T36" fmla="*/ 1 w 42"/>
                <a:gd name="T37" fmla="*/ 28 h 42"/>
                <a:gd name="T38" fmla="*/ 5 w 42"/>
                <a:gd name="T39" fmla="*/ 21 h 42"/>
                <a:gd name="T40" fmla="*/ 9 w 42"/>
                <a:gd name="T41" fmla="*/ 30 h 42"/>
                <a:gd name="T42" fmla="*/ 0 w 42"/>
                <a:gd name="T43" fmla="*/ 21 h 42"/>
                <a:gd name="T44" fmla="*/ 5 w 42"/>
                <a:gd name="T45" fmla="*/ 21 h 42"/>
                <a:gd name="T46" fmla="*/ 0 w 42"/>
                <a:gd name="T47" fmla="*/ 21 h 42"/>
                <a:gd name="T48" fmla="*/ 0 w 42"/>
                <a:gd name="T49" fmla="*/ 21 h 42"/>
                <a:gd name="T50" fmla="*/ 5 w 42"/>
                <a:gd name="T51" fmla="*/ 21 h 42"/>
                <a:gd name="T52" fmla="*/ 0 w 42"/>
                <a:gd name="T53" fmla="*/ 21 h 42"/>
                <a:gd name="T54" fmla="*/ 5 w 42"/>
                <a:gd name="T55" fmla="*/ 5 h 42"/>
                <a:gd name="T56" fmla="*/ 7 w 42"/>
                <a:gd name="T57" fmla="*/ 15 h 42"/>
                <a:gd name="T58" fmla="*/ 0 w 42"/>
                <a:gd name="T59" fmla="*/ 21 h 42"/>
                <a:gd name="T60" fmla="*/ 13 w 42"/>
                <a:gd name="T61" fmla="*/ 2 h 42"/>
                <a:gd name="T62" fmla="*/ 21 w 42"/>
                <a:gd name="T63" fmla="*/ 5 h 42"/>
                <a:gd name="T64" fmla="*/ 9 w 42"/>
                <a:gd name="T65" fmla="*/ 9 h 42"/>
                <a:gd name="T66" fmla="*/ 21 w 42"/>
                <a:gd name="T67" fmla="*/ 0 h 42"/>
                <a:gd name="T68" fmla="*/ 21 w 42"/>
                <a:gd name="T69" fmla="*/ 5 h 42"/>
                <a:gd name="T70" fmla="*/ 21 w 42"/>
                <a:gd name="T71" fmla="*/ 0 h 42"/>
                <a:gd name="T72" fmla="*/ 21 w 42"/>
                <a:gd name="T73" fmla="*/ 0 h 42"/>
                <a:gd name="T74" fmla="*/ 21 w 42"/>
                <a:gd name="T75" fmla="*/ 5 h 42"/>
                <a:gd name="T76" fmla="*/ 21 w 42"/>
                <a:gd name="T77" fmla="*/ 0 h 42"/>
                <a:gd name="T78" fmla="*/ 36 w 42"/>
                <a:gd name="T79" fmla="*/ 5 h 42"/>
                <a:gd name="T80" fmla="*/ 26 w 42"/>
                <a:gd name="T81" fmla="*/ 7 h 42"/>
                <a:gd name="T82" fmla="*/ 21 w 42"/>
                <a:gd name="T83" fmla="*/ 0 h 42"/>
                <a:gd name="T84" fmla="*/ 40 w 42"/>
                <a:gd name="T85" fmla="*/ 13 h 42"/>
                <a:gd name="T86" fmla="*/ 36 w 42"/>
                <a:gd name="T87" fmla="*/ 21 h 42"/>
                <a:gd name="T88" fmla="*/ 30 w 42"/>
                <a:gd name="T89" fmla="*/ 9 h 42"/>
                <a:gd name="T90" fmla="*/ 42 w 42"/>
                <a:gd name="T91" fmla="*/ 21 h 42"/>
                <a:gd name="T92" fmla="*/ 36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6" y="21"/>
                  </a:lnTo>
                  <a:lnTo>
                    <a:pt x="36" y="21"/>
                  </a:lnTo>
                  <a:lnTo>
                    <a:pt x="42" y="21"/>
                  </a:lnTo>
                  <a:close/>
                  <a:moveTo>
                    <a:pt x="42" y="21"/>
                  </a:moveTo>
                  <a:lnTo>
                    <a:pt x="40" y="28"/>
                  </a:lnTo>
                  <a:lnTo>
                    <a:pt x="36" y="36"/>
                  </a:lnTo>
                  <a:lnTo>
                    <a:pt x="30" y="30"/>
                  </a:lnTo>
                  <a:lnTo>
                    <a:pt x="34" y="26"/>
                  </a:lnTo>
                  <a:lnTo>
                    <a:pt x="36" y="21"/>
                  </a:lnTo>
                  <a:lnTo>
                    <a:pt x="42" y="21"/>
                  </a:lnTo>
                  <a:close/>
                  <a:moveTo>
                    <a:pt x="36" y="36"/>
                  </a:moveTo>
                  <a:lnTo>
                    <a:pt x="28" y="40"/>
                  </a:lnTo>
                  <a:lnTo>
                    <a:pt x="21" y="42"/>
                  </a:lnTo>
                  <a:lnTo>
                    <a:pt x="21" y="36"/>
                  </a:lnTo>
                  <a:lnTo>
                    <a:pt x="26" y="34"/>
                  </a:lnTo>
                  <a:lnTo>
                    <a:pt x="30" y="30"/>
                  </a:lnTo>
                  <a:lnTo>
                    <a:pt x="36" y="36"/>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3" y="40"/>
                  </a:lnTo>
                  <a:lnTo>
                    <a:pt x="5" y="36"/>
                  </a:lnTo>
                  <a:lnTo>
                    <a:pt x="9" y="30"/>
                  </a:lnTo>
                  <a:lnTo>
                    <a:pt x="15" y="34"/>
                  </a:lnTo>
                  <a:lnTo>
                    <a:pt x="21" y="36"/>
                  </a:lnTo>
                  <a:lnTo>
                    <a:pt x="21" y="42"/>
                  </a:lnTo>
                  <a:close/>
                  <a:moveTo>
                    <a:pt x="5" y="36"/>
                  </a:moveTo>
                  <a:lnTo>
                    <a:pt x="1" y="28"/>
                  </a:lnTo>
                  <a:lnTo>
                    <a:pt x="0" y="21"/>
                  </a:lnTo>
                  <a:lnTo>
                    <a:pt x="5" y="21"/>
                  </a:lnTo>
                  <a:lnTo>
                    <a:pt x="7" y="26"/>
                  </a:lnTo>
                  <a:lnTo>
                    <a:pt x="9" y="30"/>
                  </a:lnTo>
                  <a:lnTo>
                    <a:pt x="5" y="36"/>
                  </a:lnTo>
                  <a:close/>
                  <a:moveTo>
                    <a:pt x="0" y="21"/>
                  </a:moveTo>
                  <a:lnTo>
                    <a:pt x="0" y="21"/>
                  </a:lnTo>
                  <a:lnTo>
                    <a:pt x="5" y="21"/>
                  </a:lnTo>
                  <a:lnTo>
                    <a:pt x="5" y="21"/>
                  </a:lnTo>
                  <a:lnTo>
                    <a:pt x="0" y="21"/>
                  </a:lnTo>
                  <a:close/>
                  <a:moveTo>
                    <a:pt x="0" y="21"/>
                  </a:moveTo>
                  <a:lnTo>
                    <a:pt x="0" y="21"/>
                  </a:lnTo>
                  <a:lnTo>
                    <a:pt x="5" y="21"/>
                  </a:lnTo>
                  <a:lnTo>
                    <a:pt x="5" y="21"/>
                  </a:lnTo>
                  <a:lnTo>
                    <a:pt x="0" y="21"/>
                  </a:lnTo>
                  <a:close/>
                  <a:moveTo>
                    <a:pt x="0" y="21"/>
                  </a:moveTo>
                  <a:lnTo>
                    <a:pt x="1" y="13"/>
                  </a:lnTo>
                  <a:lnTo>
                    <a:pt x="5" y="5"/>
                  </a:lnTo>
                  <a:lnTo>
                    <a:pt x="9" y="9"/>
                  </a:lnTo>
                  <a:lnTo>
                    <a:pt x="7" y="15"/>
                  </a:lnTo>
                  <a:lnTo>
                    <a:pt x="5" y="21"/>
                  </a:lnTo>
                  <a:lnTo>
                    <a:pt x="0" y="21"/>
                  </a:lnTo>
                  <a:close/>
                  <a:moveTo>
                    <a:pt x="5" y="5"/>
                  </a:moveTo>
                  <a:lnTo>
                    <a:pt x="13" y="2"/>
                  </a:lnTo>
                  <a:lnTo>
                    <a:pt x="21" y="0"/>
                  </a:lnTo>
                  <a:lnTo>
                    <a:pt x="21" y="5"/>
                  </a:lnTo>
                  <a:lnTo>
                    <a:pt x="15" y="7"/>
                  </a:lnTo>
                  <a:lnTo>
                    <a:pt x="9" y="9"/>
                  </a:lnTo>
                  <a:lnTo>
                    <a:pt x="5" y="5"/>
                  </a:lnTo>
                  <a:close/>
                  <a:moveTo>
                    <a:pt x="21" y="0"/>
                  </a:moveTo>
                  <a:lnTo>
                    <a:pt x="21" y="0"/>
                  </a:lnTo>
                  <a:lnTo>
                    <a:pt x="21" y="5"/>
                  </a:lnTo>
                  <a:lnTo>
                    <a:pt x="21" y="5"/>
                  </a:lnTo>
                  <a:lnTo>
                    <a:pt x="21" y="0"/>
                  </a:lnTo>
                  <a:close/>
                  <a:moveTo>
                    <a:pt x="21" y="0"/>
                  </a:moveTo>
                  <a:lnTo>
                    <a:pt x="21" y="0"/>
                  </a:lnTo>
                  <a:lnTo>
                    <a:pt x="21" y="5"/>
                  </a:lnTo>
                  <a:lnTo>
                    <a:pt x="21" y="5"/>
                  </a:lnTo>
                  <a:lnTo>
                    <a:pt x="21" y="0"/>
                  </a:lnTo>
                  <a:close/>
                  <a:moveTo>
                    <a:pt x="21" y="0"/>
                  </a:moveTo>
                  <a:lnTo>
                    <a:pt x="28" y="2"/>
                  </a:lnTo>
                  <a:lnTo>
                    <a:pt x="36" y="5"/>
                  </a:lnTo>
                  <a:lnTo>
                    <a:pt x="30" y="9"/>
                  </a:lnTo>
                  <a:lnTo>
                    <a:pt x="26" y="7"/>
                  </a:lnTo>
                  <a:lnTo>
                    <a:pt x="21" y="5"/>
                  </a:lnTo>
                  <a:lnTo>
                    <a:pt x="21" y="0"/>
                  </a:lnTo>
                  <a:close/>
                  <a:moveTo>
                    <a:pt x="36" y="5"/>
                  </a:moveTo>
                  <a:lnTo>
                    <a:pt x="40" y="13"/>
                  </a:lnTo>
                  <a:lnTo>
                    <a:pt x="42" y="21"/>
                  </a:lnTo>
                  <a:lnTo>
                    <a:pt x="36" y="21"/>
                  </a:lnTo>
                  <a:lnTo>
                    <a:pt x="34" y="15"/>
                  </a:lnTo>
                  <a:lnTo>
                    <a:pt x="30" y="9"/>
                  </a:lnTo>
                  <a:lnTo>
                    <a:pt x="36" y="5"/>
                  </a:lnTo>
                  <a:close/>
                  <a:moveTo>
                    <a:pt x="42" y="21"/>
                  </a:moveTo>
                  <a:lnTo>
                    <a:pt x="42" y="21"/>
                  </a:lnTo>
                  <a:lnTo>
                    <a:pt x="36" y="21"/>
                  </a:lnTo>
                  <a:lnTo>
                    <a:pt x="36"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43" name="Freeform 123"/>
            <p:cNvSpPr>
              <a:spLocks/>
            </p:cNvSpPr>
            <p:nvPr/>
          </p:nvSpPr>
          <p:spPr bwMode="auto">
            <a:xfrm>
              <a:off x="2623" y="1179"/>
              <a:ext cx="36" cy="36"/>
            </a:xfrm>
            <a:custGeom>
              <a:avLst/>
              <a:gdLst>
                <a:gd name="T0" fmla="*/ 36 w 36"/>
                <a:gd name="T1" fmla="*/ 19 h 36"/>
                <a:gd name="T2" fmla="*/ 35 w 36"/>
                <a:gd name="T3" fmla="*/ 26 h 36"/>
                <a:gd name="T4" fmla="*/ 31 w 36"/>
                <a:gd name="T5" fmla="*/ 30 h 36"/>
                <a:gd name="T6" fmla="*/ 25 w 36"/>
                <a:gd name="T7" fmla="*/ 34 h 36"/>
                <a:gd name="T8" fmla="*/ 19 w 36"/>
                <a:gd name="T9" fmla="*/ 36 h 36"/>
                <a:gd name="T10" fmla="*/ 12 w 36"/>
                <a:gd name="T11" fmla="*/ 34 h 36"/>
                <a:gd name="T12" fmla="*/ 6 w 36"/>
                <a:gd name="T13" fmla="*/ 30 h 36"/>
                <a:gd name="T14" fmla="*/ 2 w 36"/>
                <a:gd name="T15" fmla="*/ 26 h 36"/>
                <a:gd name="T16" fmla="*/ 0 w 36"/>
                <a:gd name="T17" fmla="*/ 19 h 36"/>
                <a:gd name="T18" fmla="*/ 2 w 36"/>
                <a:gd name="T19" fmla="*/ 11 h 36"/>
                <a:gd name="T20" fmla="*/ 6 w 36"/>
                <a:gd name="T21" fmla="*/ 5 h 36"/>
                <a:gd name="T22" fmla="*/ 12 w 36"/>
                <a:gd name="T23" fmla="*/ 1 h 36"/>
                <a:gd name="T24" fmla="*/ 19 w 36"/>
                <a:gd name="T25" fmla="*/ 0 h 36"/>
                <a:gd name="T26" fmla="*/ 25 w 36"/>
                <a:gd name="T27" fmla="*/ 1 h 36"/>
                <a:gd name="T28" fmla="*/ 31 w 36"/>
                <a:gd name="T29" fmla="*/ 5 h 36"/>
                <a:gd name="T30" fmla="*/ 35 w 36"/>
                <a:gd name="T31" fmla="*/ 11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5" y="26"/>
                  </a:lnTo>
                  <a:lnTo>
                    <a:pt x="31" y="30"/>
                  </a:lnTo>
                  <a:lnTo>
                    <a:pt x="25" y="34"/>
                  </a:lnTo>
                  <a:lnTo>
                    <a:pt x="19" y="36"/>
                  </a:lnTo>
                  <a:lnTo>
                    <a:pt x="12" y="34"/>
                  </a:lnTo>
                  <a:lnTo>
                    <a:pt x="6" y="30"/>
                  </a:lnTo>
                  <a:lnTo>
                    <a:pt x="2" y="26"/>
                  </a:lnTo>
                  <a:lnTo>
                    <a:pt x="0" y="19"/>
                  </a:lnTo>
                  <a:lnTo>
                    <a:pt x="2" y="11"/>
                  </a:lnTo>
                  <a:lnTo>
                    <a:pt x="6" y="5"/>
                  </a:lnTo>
                  <a:lnTo>
                    <a:pt x="12" y="1"/>
                  </a:lnTo>
                  <a:lnTo>
                    <a:pt x="19" y="0"/>
                  </a:lnTo>
                  <a:lnTo>
                    <a:pt x="25" y="1"/>
                  </a:lnTo>
                  <a:lnTo>
                    <a:pt x="31" y="5"/>
                  </a:lnTo>
                  <a:lnTo>
                    <a:pt x="35" y="11"/>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44" name="Freeform 124"/>
            <p:cNvSpPr>
              <a:spLocks noEditPoints="1"/>
            </p:cNvSpPr>
            <p:nvPr/>
          </p:nvSpPr>
          <p:spPr bwMode="auto">
            <a:xfrm>
              <a:off x="2621" y="1177"/>
              <a:ext cx="42" cy="42"/>
            </a:xfrm>
            <a:custGeom>
              <a:avLst/>
              <a:gdLst>
                <a:gd name="T0" fmla="*/ 42 w 42"/>
                <a:gd name="T1" fmla="*/ 21 h 42"/>
                <a:gd name="T2" fmla="*/ 35 w 42"/>
                <a:gd name="T3" fmla="*/ 21 h 42"/>
                <a:gd name="T4" fmla="*/ 42 w 42"/>
                <a:gd name="T5" fmla="*/ 21 h 42"/>
                <a:gd name="T6" fmla="*/ 35 w 42"/>
                <a:gd name="T7" fmla="*/ 36 h 42"/>
                <a:gd name="T8" fmla="*/ 35 w 42"/>
                <a:gd name="T9" fmla="*/ 27 h 42"/>
                <a:gd name="T10" fmla="*/ 42 w 42"/>
                <a:gd name="T11" fmla="*/ 21 h 42"/>
                <a:gd name="T12" fmla="*/ 29 w 42"/>
                <a:gd name="T13" fmla="*/ 40 h 42"/>
                <a:gd name="T14" fmla="*/ 21 w 42"/>
                <a:gd name="T15" fmla="*/ 36 h 42"/>
                <a:gd name="T16" fmla="*/ 31 w 42"/>
                <a:gd name="T17" fmla="*/ 30 h 42"/>
                <a:gd name="T18" fmla="*/ 21 w 42"/>
                <a:gd name="T19" fmla="*/ 42 h 42"/>
                <a:gd name="T20" fmla="*/ 21 w 42"/>
                <a:gd name="T21" fmla="*/ 36 h 42"/>
                <a:gd name="T22" fmla="*/ 21 w 42"/>
                <a:gd name="T23" fmla="*/ 42 h 42"/>
                <a:gd name="T24" fmla="*/ 21 w 42"/>
                <a:gd name="T25" fmla="*/ 42 h 42"/>
                <a:gd name="T26" fmla="*/ 21 w 42"/>
                <a:gd name="T27" fmla="*/ 36 h 42"/>
                <a:gd name="T28" fmla="*/ 21 w 42"/>
                <a:gd name="T29" fmla="*/ 42 h 42"/>
                <a:gd name="T30" fmla="*/ 6 w 42"/>
                <a:gd name="T31" fmla="*/ 36 h 42"/>
                <a:gd name="T32" fmla="*/ 15 w 42"/>
                <a:gd name="T33" fmla="*/ 34 h 42"/>
                <a:gd name="T34" fmla="*/ 21 w 42"/>
                <a:gd name="T35" fmla="*/ 42 h 42"/>
                <a:gd name="T36" fmla="*/ 2 w 42"/>
                <a:gd name="T37" fmla="*/ 28 h 42"/>
                <a:gd name="T38" fmla="*/ 6 w 42"/>
                <a:gd name="T39" fmla="*/ 21 h 42"/>
                <a:gd name="T40" fmla="*/ 10 w 42"/>
                <a:gd name="T41" fmla="*/ 30 h 42"/>
                <a:gd name="T42" fmla="*/ 0 w 42"/>
                <a:gd name="T43" fmla="*/ 21 h 42"/>
                <a:gd name="T44" fmla="*/ 6 w 42"/>
                <a:gd name="T45" fmla="*/ 21 h 42"/>
                <a:gd name="T46" fmla="*/ 0 w 42"/>
                <a:gd name="T47" fmla="*/ 21 h 42"/>
                <a:gd name="T48" fmla="*/ 0 w 42"/>
                <a:gd name="T49" fmla="*/ 21 h 42"/>
                <a:gd name="T50" fmla="*/ 6 w 42"/>
                <a:gd name="T51" fmla="*/ 21 h 42"/>
                <a:gd name="T52" fmla="*/ 0 w 42"/>
                <a:gd name="T53" fmla="*/ 21 h 42"/>
                <a:gd name="T54" fmla="*/ 6 w 42"/>
                <a:gd name="T55" fmla="*/ 5 h 42"/>
                <a:gd name="T56" fmla="*/ 6 w 42"/>
                <a:gd name="T57" fmla="*/ 15 h 42"/>
                <a:gd name="T58" fmla="*/ 0 w 42"/>
                <a:gd name="T59" fmla="*/ 21 h 42"/>
                <a:gd name="T60" fmla="*/ 12 w 42"/>
                <a:gd name="T61" fmla="*/ 2 h 42"/>
                <a:gd name="T62" fmla="*/ 21 w 42"/>
                <a:gd name="T63" fmla="*/ 5 h 42"/>
                <a:gd name="T64" fmla="*/ 10 w 42"/>
                <a:gd name="T65" fmla="*/ 9 h 42"/>
                <a:gd name="T66" fmla="*/ 21 w 42"/>
                <a:gd name="T67" fmla="*/ 0 h 42"/>
                <a:gd name="T68" fmla="*/ 21 w 42"/>
                <a:gd name="T69" fmla="*/ 5 h 42"/>
                <a:gd name="T70" fmla="*/ 21 w 42"/>
                <a:gd name="T71" fmla="*/ 0 h 42"/>
                <a:gd name="T72" fmla="*/ 21 w 42"/>
                <a:gd name="T73" fmla="*/ 0 h 42"/>
                <a:gd name="T74" fmla="*/ 21 w 42"/>
                <a:gd name="T75" fmla="*/ 5 h 42"/>
                <a:gd name="T76" fmla="*/ 21 w 42"/>
                <a:gd name="T77" fmla="*/ 0 h 42"/>
                <a:gd name="T78" fmla="*/ 35 w 42"/>
                <a:gd name="T79" fmla="*/ 5 h 42"/>
                <a:gd name="T80" fmla="*/ 27 w 42"/>
                <a:gd name="T81" fmla="*/ 7 h 42"/>
                <a:gd name="T82" fmla="*/ 21 w 42"/>
                <a:gd name="T83" fmla="*/ 0 h 42"/>
                <a:gd name="T84" fmla="*/ 40 w 42"/>
                <a:gd name="T85" fmla="*/ 13 h 42"/>
                <a:gd name="T86" fmla="*/ 35 w 42"/>
                <a:gd name="T87" fmla="*/ 21 h 42"/>
                <a:gd name="T88" fmla="*/ 31 w 42"/>
                <a:gd name="T89" fmla="*/ 9 h 42"/>
                <a:gd name="T90" fmla="*/ 42 w 42"/>
                <a:gd name="T91" fmla="*/ 21 h 42"/>
                <a:gd name="T92" fmla="*/ 35 w 42"/>
                <a:gd name="T93" fmla="*/ 21 h 42"/>
                <a:gd name="T94" fmla="*/ 42 w 42"/>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2">
                  <a:moveTo>
                    <a:pt x="42" y="21"/>
                  </a:moveTo>
                  <a:lnTo>
                    <a:pt x="42" y="21"/>
                  </a:lnTo>
                  <a:lnTo>
                    <a:pt x="35" y="21"/>
                  </a:lnTo>
                  <a:lnTo>
                    <a:pt x="35" y="21"/>
                  </a:lnTo>
                  <a:lnTo>
                    <a:pt x="42" y="21"/>
                  </a:lnTo>
                  <a:close/>
                  <a:moveTo>
                    <a:pt x="42" y="21"/>
                  </a:moveTo>
                  <a:lnTo>
                    <a:pt x="40" y="28"/>
                  </a:lnTo>
                  <a:lnTo>
                    <a:pt x="35" y="36"/>
                  </a:lnTo>
                  <a:lnTo>
                    <a:pt x="31" y="30"/>
                  </a:lnTo>
                  <a:lnTo>
                    <a:pt x="35" y="27"/>
                  </a:lnTo>
                  <a:lnTo>
                    <a:pt x="35" y="21"/>
                  </a:lnTo>
                  <a:lnTo>
                    <a:pt x="42" y="21"/>
                  </a:lnTo>
                  <a:close/>
                  <a:moveTo>
                    <a:pt x="35" y="36"/>
                  </a:moveTo>
                  <a:lnTo>
                    <a:pt x="29" y="40"/>
                  </a:lnTo>
                  <a:lnTo>
                    <a:pt x="21" y="42"/>
                  </a:lnTo>
                  <a:lnTo>
                    <a:pt x="21" y="36"/>
                  </a:lnTo>
                  <a:lnTo>
                    <a:pt x="27" y="34"/>
                  </a:lnTo>
                  <a:lnTo>
                    <a:pt x="31" y="30"/>
                  </a:lnTo>
                  <a:lnTo>
                    <a:pt x="35" y="36"/>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2" y="40"/>
                  </a:lnTo>
                  <a:lnTo>
                    <a:pt x="6" y="36"/>
                  </a:lnTo>
                  <a:lnTo>
                    <a:pt x="10" y="30"/>
                  </a:lnTo>
                  <a:lnTo>
                    <a:pt x="15" y="34"/>
                  </a:lnTo>
                  <a:lnTo>
                    <a:pt x="21" y="36"/>
                  </a:lnTo>
                  <a:lnTo>
                    <a:pt x="21" y="42"/>
                  </a:lnTo>
                  <a:close/>
                  <a:moveTo>
                    <a:pt x="6" y="36"/>
                  </a:moveTo>
                  <a:lnTo>
                    <a:pt x="2" y="28"/>
                  </a:lnTo>
                  <a:lnTo>
                    <a:pt x="0" y="21"/>
                  </a:lnTo>
                  <a:lnTo>
                    <a:pt x="6" y="21"/>
                  </a:lnTo>
                  <a:lnTo>
                    <a:pt x="6" y="27"/>
                  </a:lnTo>
                  <a:lnTo>
                    <a:pt x="10" y="30"/>
                  </a:lnTo>
                  <a:lnTo>
                    <a:pt x="6" y="36"/>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3"/>
                  </a:lnTo>
                  <a:lnTo>
                    <a:pt x="6" y="5"/>
                  </a:lnTo>
                  <a:lnTo>
                    <a:pt x="10" y="9"/>
                  </a:lnTo>
                  <a:lnTo>
                    <a:pt x="6" y="15"/>
                  </a:lnTo>
                  <a:lnTo>
                    <a:pt x="6" y="21"/>
                  </a:lnTo>
                  <a:lnTo>
                    <a:pt x="0" y="21"/>
                  </a:lnTo>
                  <a:close/>
                  <a:moveTo>
                    <a:pt x="6" y="5"/>
                  </a:moveTo>
                  <a:lnTo>
                    <a:pt x="12" y="2"/>
                  </a:lnTo>
                  <a:lnTo>
                    <a:pt x="21" y="0"/>
                  </a:lnTo>
                  <a:lnTo>
                    <a:pt x="21" y="5"/>
                  </a:lnTo>
                  <a:lnTo>
                    <a:pt x="15" y="7"/>
                  </a:lnTo>
                  <a:lnTo>
                    <a:pt x="10" y="9"/>
                  </a:lnTo>
                  <a:lnTo>
                    <a:pt x="6" y="5"/>
                  </a:lnTo>
                  <a:close/>
                  <a:moveTo>
                    <a:pt x="21" y="0"/>
                  </a:moveTo>
                  <a:lnTo>
                    <a:pt x="21" y="0"/>
                  </a:lnTo>
                  <a:lnTo>
                    <a:pt x="21" y="5"/>
                  </a:lnTo>
                  <a:lnTo>
                    <a:pt x="21" y="5"/>
                  </a:lnTo>
                  <a:lnTo>
                    <a:pt x="21" y="0"/>
                  </a:lnTo>
                  <a:close/>
                  <a:moveTo>
                    <a:pt x="21" y="0"/>
                  </a:moveTo>
                  <a:lnTo>
                    <a:pt x="21" y="0"/>
                  </a:lnTo>
                  <a:lnTo>
                    <a:pt x="21" y="5"/>
                  </a:lnTo>
                  <a:lnTo>
                    <a:pt x="21" y="5"/>
                  </a:lnTo>
                  <a:lnTo>
                    <a:pt x="21" y="0"/>
                  </a:lnTo>
                  <a:close/>
                  <a:moveTo>
                    <a:pt x="21" y="0"/>
                  </a:moveTo>
                  <a:lnTo>
                    <a:pt x="29" y="2"/>
                  </a:lnTo>
                  <a:lnTo>
                    <a:pt x="35" y="5"/>
                  </a:lnTo>
                  <a:lnTo>
                    <a:pt x="31" y="9"/>
                  </a:lnTo>
                  <a:lnTo>
                    <a:pt x="27" y="7"/>
                  </a:lnTo>
                  <a:lnTo>
                    <a:pt x="21" y="5"/>
                  </a:lnTo>
                  <a:lnTo>
                    <a:pt x="21" y="0"/>
                  </a:lnTo>
                  <a:close/>
                  <a:moveTo>
                    <a:pt x="35" y="5"/>
                  </a:moveTo>
                  <a:lnTo>
                    <a:pt x="40" y="13"/>
                  </a:lnTo>
                  <a:lnTo>
                    <a:pt x="42" y="21"/>
                  </a:lnTo>
                  <a:lnTo>
                    <a:pt x="35" y="21"/>
                  </a:lnTo>
                  <a:lnTo>
                    <a:pt x="35" y="15"/>
                  </a:lnTo>
                  <a:lnTo>
                    <a:pt x="31" y="9"/>
                  </a:lnTo>
                  <a:lnTo>
                    <a:pt x="35" y="5"/>
                  </a:lnTo>
                  <a:close/>
                  <a:moveTo>
                    <a:pt x="42" y="21"/>
                  </a:moveTo>
                  <a:lnTo>
                    <a:pt x="42" y="21"/>
                  </a:lnTo>
                  <a:lnTo>
                    <a:pt x="35" y="21"/>
                  </a:lnTo>
                  <a:lnTo>
                    <a:pt x="35"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45" name="Freeform 125"/>
            <p:cNvSpPr>
              <a:spLocks/>
            </p:cNvSpPr>
            <p:nvPr/>
          </p:nvSpPr>
          <p:spPr bwMode="auto">
            <a:xfrm>
              <a:off x="2527" y="887"/>
              <a:ext cx="36" cy="36"/>
            </a:xfrm>
            <a:custGeom>
              <a:avLst/>
              <a:gdLst>
                <a:gd name="T0" fmla="*/ 36 w 36"/>
                <a:gd name="T1" fmla="*/ 19 h 36"/>
                <a:gd name="T2" fmla="*/ 35 w 36"/>
                <a:gd name="T3" fmla="*/ 25 h 36"/>
                <a:gd name="T4" fmla="*/ 31 w 36"/>
                <a:gd name="T5" fmla="*/ 31 h 36"/>
                <a:gd name="T6" fmla="*/ 25 w 36"/>
                <a:gd name="T7" fmla="*/ 34 h 36"/>
                <a:gd name="T8" fmla="*/ 19 w 36"/>
                <a:gd name="T9" fmla="*/ 36 h 36"/>
                <a:gd name="T10" fmla="*/ 11 w 36"/>
                <a:gd name="T11" fmla="*/ 34 h 36"/>
                <a:gd name="T12" fmla="*/ 6 w 36"/>
                <a:gd name="T13" fmla="*/ 31 h 36"/>
                <a:gd name="T14" fmla="*/ 2 w 36"/>
                <a:gd name="T15" fmla="*/ 25 h 36"/>
                <a:gd name="T16" fmla="*/ 0 w 36"/>
                <a:gd name="T17" fmla="*/ 19 h 36"/>
                <a:gd name="T18" fmla="*/ 2 w 36"/>
                <a:gd name="T19" fmla="*/ 11 h 36"/>
                <a:gd name="T20" fmla="*/ 6 w 36"/>
                <a:gd name="T21" fmla="*/ 6 h 36"/>
                <a:gd name="T22" fmla="*/ 11 w 36"/>
                <a:gd name="T23" fmla="*/ 2 h 36"/>
                <a:gd name="T24" fmla="*/ 19 w 36"/>
                <a:gd name="T25" fmla="*/ 0 h 36"/>
                <a:gd name="T26" fmla="*/ 25 w 36"/>
                <a:gd name="T27" fmla="*/ 2 h 36"/>
                <a:gd name="T28" fmla="*/ 31 w 36"/>
                <a:gd name="T29" fmla="*/ 6 h 36"/>
                <a:gd name="T30" fmla="*/ 35 w 36"/>
                <a:gd name="T31" fmla="*/ 11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5" y="25"/>
                  </a:lnTo>
                  <a:lnTo>
                    <a:pt x="31" y="31"/>
                  </a:lnTo>
                  <a:lnTo>
                    <a:pt x="25" y="34"/>
                  </a:lnTo>
                  <a:lnTo>
                    <a:pt x="19" y="36"/>
                  </a:lnTo>
                  <a:lnTo>
                    <a:pt x="11" y="34"/>
                  </a:lnTo>
                  <a:lnTo>
                    <a:pt x="6" y="31"/>
                  </a:lnTo>
                  <a:lnTo>
                    <a:pt x="2" y="25"/>
                  </a:lnTo>
                  <a:lnTo>
                    <a:pt x="0" y="19"/>
                  </a:lnTo>
                  <a:lnTo>
                    <a:pt x="2" y="11"/>
                  </a:lnTo>
                  <a:lnTo>
                    <a:pt x="6" y="6"/>
                  </a:lnTo>
                  <a:lnTo>
                    <a:pt x="11" y="2"/>
                  </a:lnTo>
                  <a:lnTo>
                    <a:pt x="19" y="0"/>
                  </a:lnTo>
                  <a:lnTo>
                    <a:pt x="25" y="2"/>
                  </a:lnTo>
                  <a:lnTo>
                    <a:pt x="31" y="6"/>
                  </a:lnTo>
                  <a:lnTo>
                    <a:pt x="35" y="11"/>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46" name="Freeform 126"/>
            <p:cNvSpPr>
              <a:spLocks/>
            </p:cNvSpPr>
            <p:nvPr/>
          </p:nvSpPr>
          <p:spPr bwMode="auto">
            <a:xfrm>
              <a:off x="2615" y="1023"/>
              <a:ext cx="37" cy="37"/>
            </a:xfrm>
            <a:custGeom>
              <a:avLst/>
              <a:gdLst>
                <a:gd name="T0" fmla="*/ 37 w 37"/>
                <a:gd name="T1" fmla="*/ 19 h 37"/>
                <a:gd name="T2" fmla="*/ 35 w 37"/>
                <a:gd name="T3" fmla="*/ 25 h 37"/>
                <a:gd name="T4" fmla="*/ 31 w 37"/>
                <a:gd name="T5" fmla="*/ 31 h 37"/>
                <a:gd name="T6" fmla="*/ 25 w 37"/>
                <a:gd name="T7" fmla="*/ 35 h 37"/>
                <a:gd name="T8" fmla="*/ 18 w 37"/>
                <a:gd name="T9" fmla="*/ 37 h 37"/>
                <a:gd name="T10" fmla="*/ 12 w 37"/>
                <a:gd name="T11" fmla="*/ 35 h 37"/>
                <a:gd name="T12" fmla="*/ 6 w 37"/>
                <a:gd name="T13" fmla="*/ 31 h 37"/>
                <a:gd name="T14" fmla="*/ 2 w 37"/>
                <a:gd name="T15" fmla="*/ 25 h 37"/>
                <a:gd name="T16" fmla="*/ 0 w 37"/>
                <a:gd name="T17" fmla="*/ 19 h 37"/>
                <a:gd name="T18" fmla="*/ 2 w 37"/>
                <a:gd name="T19" fmla="*/ 12 h 37"/>
                <a:gd name="T20" fmla="*/ 6 w 37"/>
                <a:gd name="T21" fmla="*/ 6 h 37"/>
                <a:gd name="T22" fmla="*/ 12 w 37"/>
                <a:gd name="T23" fmla="*/ 2 h 37"/>
                <a:gd name="T24" fmla="*/ 18 w 37"/>
                <a:gd name="T25" fmla="*/ 0 h 37"/>
                <a:gd name="T26" fmla="*/ 25 w 37"/>
                <a:gd name="T27" fmla="*/ 2 h 37"/>
                <a:gd name="T28" fmla="*/ 31 w 37"/>
                <a:gd name="T29" fmla="*/ 6 h 37"/>
                <a:gd name="T30" fmla="*/ 35 w 37"/>
                <a:gd name="T31" fmla="*/ 12 h 37"/>
                <a:gd name="T32" fmla="*/ 37 w 37"/>
                <a:gd name="T33" fmla="*/ 19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7">
                  <a:moveTo>
                    <a:pt x="37" y="19"/>
                  </a:moveTo>
                  <a:lnTo>
                    <a:pt x="35" y="25"/>
                  </a:lnTo>
                  <a:lnTo>
                    <a:pt x="31" y="31"/>
                  </a:lnTo>
                  <a:lnTo>
                    <a:pt x="25" y="35"/>
                  </a:lnTo>
                  <a:lnTo>
                    <a:pt x="18" y="37"/>
                  </a:lnTo>
                  <a:lnTo>
                    <a:pt x="12" y="35"/>
                  </a:lnTo>
                  <a:lnTo>
                    <a:pt x="6" y="31"/>
                  </a:lnTo>
                  <a:lnTo>
                    <a:pt x="2" y="25"/>
                  </a:lnTo>
                  <a:lnTo>
                    <a:pt x="0" y="19"/>
                  </a:lnTo>
                  <a:lnTo>
                    <a:pt x="2" y="12"/>
                  </a:lnTo>
                  <a:lnTo>
                    <a:pt x="6" y="6"/>
                  </a:lnTo>
                  <a:lnTo>
                    <a:pt x="12" y="2"/>
                  </a:lnTo>
                  <a:lnTo>
                    <a:pt x="18" y="0"/>
                  </a:lnTo>
                  <a:lnTo>
                    <a:pt x="25" y="2"/>
                  </a:lnTo>
                  <a:lnTo>
                    <a:pt x="31" y="6"/>
                  </a:lnTo>
                  <a:lnTo>
                    <a:pt x="35" y="12"/>
                  </a:lnTo>
                  <a:lnTo>
                    <a:pt x="37" y="19"/>
                  </a:lnTo>
                  <a:close/>
                </a:path>
              </a:pathLst>
            </a:custGeom>
            <a:solidFill>
              <a:srgbClr val="00CC99"/>
            </a:solidFill>
            <a:ln w="9525">
              <a:solidFill>
                <a:srgbClr val="CC0000"/>
              </a:solidFill>
              <a:round/>
              <a:headEnd/>
              <a:tailEnd/>
            </a:ln>
          </p:spPr>
          <p:txBody>
            <a:bodyPr/>
            <a:lstStyle/>
            <a:p>
              <a:endParaRPr lang="en-US"/>
            </a:p>
          </p:txBody>
        </p:sp>
        <p:sp>
          <p:nvSpPr>
            <p:cNvPr id="414847" name="Freeform 127"/>
            <p:cNvSpPr>
              <a:spLocks noEditPoints="1"/>
            </p:cNvSpPr>
            <p:nvPr/>
          </p:nvSpPr>
          <p:spPr bwMode="auto">
            <a:xfrm>
              <a:off x="2611" y="1021"/>
              <a:ext cx="43" cy="42"/>
            </a:xfrm>
            <a:custGeom>
              <a:avLst/>
              <a:gdLst>
                <a:gd name="T0" fmla="*/ 43 w 43"/>
                <a:gd name="T1" fmla="*/ 21 h 42"/>
                <a:gd name="T2" fmla="*/ 37 w 43"/>
                <a:gd name="T3" fmla="*/ 21 h 42"/>
                <a:gd name="T4" fmla="*/ 43 w 43"/>
                <a:gd name="T5" fmla="*/ 21 h 42"/>
                <a:gd name="T6" fmla="*/ 37 w 43"/>
                <a:gd name="T7" fmla="*/ 35 h 42"/>
                <a:gd name="T8" fmla="*/ 37 w 43"/>
                <a:gd name="T9" fmla="*/ 27 h 42"/>
                <a:gd name="T10" fmla="*/ 43 w 43"/>
                <a:gd name="T11" fmla="*/ 21 h 42"/>
                <a:gd name="T12" fmla="*/ 33 w 43"/>
                <a:gd name="T13" fmla="*/ 31 h 42"/>
                <a:gd name="T14" fmla="*/ 33 w 43"/>
                <a:gd name="T15" fmla="*/ 31 h 42"/>
                <a:gd name="T16" fmla="*/ 31 w 43"/>
                <a:gd name="T17" fmla="*/ 41 h 42"/>
                <a:gd name="T18" fmla="*/ 22 w 43"/>
                <a:gd name="T19" fmla="*/ 35 h 42"/>
                <a:gd name="T20" fmla="*/ 33 w 43"/>
                <a:gd name="T21" fmla="*/ 31 h 42"/>
                <a:gd name="T22" fmla="*/ 22 w 43"/>
                <a:gd name="T23" fmla="*/ 42 h 42"/>
                <a:gd name="T24" fmla="*/ 22 w 43"/>
                <a:gd name="T25" fmla="*/ 35 h 42"/>
                <a:gd name="T26" fmla="*/ 22 w 43"/>
                <a:gd name="T27" fmla="*/ 42 h 42"/>
                <a:gd name="T28" fmla="*/ 22 w 43"/>
                <a:gd name="T29" fmla="*/ 42 h 42"/>
                <a:gd name="T30" fmla="*/ 22 w 43"/>
                <a:gd name="T31" fmla="*/ 35 h 42"/>
                <a:gd name="T32" fmla="*/ 22 w 43"/>
                <a:gd name="T33" fmla="*/ 42 h 42"/>
                <a:gd name="T34" fmla="*/ 8 w 43"/>
                <a:gd name="T35" fmla="*/ 35 h 42"/>
                <a:gd name="T36" fmla="*/ 16 w 43"/>
                <a:gd name="T37" fmla="*/ 35 h 42"/>
                <a:gd name="T38" fmla="*/ 22 w 43"/>
                <a:gd name="T39" fmla="*/ 42 h 42"/>
                <a:gd name="T40" fmla="*/ 2 w 43"/>
                <a:gd name="T41" fmla="*/ 29 h 42"/>
                <a:gd name="T42" fmla="*/ 8 w 43"/>
                <a:gd name="T43" fmla="*/ 21 h 42"/>
                <a:gd name="T44" fmla="*/ 12 w 43"/>
                <a:gd name="T45" fmla="*/ 31 h 42"/>
                <a:gd name="T46" fmla="*/ 0 w 43"/>
                <a:gd name="T47" fmla="*/ 21 h 42"/>
                <a:gd name="T48" fmla="*/ 8 w 43"/>
                <a:gd name="T49" fmla="*/ 21 h 42"/>
                <a:gd name="T50" fmla="*/ 0 w 43"/>
                <a:gd name="T51" fmla="*/ 21 h 42"/>
                <a:gd name="T52" fmla="*/ 0 w 43"/>
                <a:gd name="T53" fmla="*/ 21 h 42"/>
                <a:gd name="T54" fmla="*/ 8 w 43"/>
                <a:gd name="T55" fmla="*/ 21 h 42"/>
                <a:gd name="T56" fmla="*/ 0 w 43"/>
                <a:gd name="T57" fmla="*/ 21 h 42"/>
                <a:gd name="T58" fmla="*/ 8 w 43"/>
                <a:gd name="T59" fmla="*/ 6 h 42"/>
                <a:gd name="T60" fmla="*/ 8 w 43"/>
                <a:gd name="T61" fmla="*/ 16 h 42"/>
                <a:gd name="T62" fmla="*/ 0 w 43"/>
                <a:gd name="T63" fmla="*/ 21 h 42"/>
                <a:gd name="T64" fmla="*/ 14 w 43"/>
                <a:gd name="T65" fmla="*/ 0 h 42"/>
                <a:gd name="T66" fmla="*/ 22 w 43"/>
                <a:gd name="T67" fmla="*/ 6 h 42"/>
                <a:gd name="T68" fmla="*/ 12 w 43"/>
                <a:gd name="T69" fmla="*/ 10 h 42"/>
                <a:gd name="T70" fmla="*/ 22 w 43"/>
                <a:gd name="T71" fmla="*/ 0 h 42"/>
                <a:gd name="T72" fmla="*/ 22 w 43"/>
                <a:gd name="T73" fmla="*/ 6 h 42"/>
                <a:gd name="T74" fmla="*/ 22 w 43"/>
                <a:gd name="T75" fmla="*/ 0 h 42"/>
                <a:gd name="T76" fmla="*/ 22 w 43"/>
                <a:gd name="T77" fmla="*/ 0 h 42"/>
                <a:gd name="T78" fmla="*/ 22 w 43"/>
                <a:gd name="T79" fmla="*/ 6 h 42"/>
                <a:gd name="T80" fmla="*/ 22 w 43"/>
                <a:gd name="T81" fmla="*/ 0 h 42"/>
                <a:gd name="T82" fmla="*/ 37 w 43"/>
                <a:gd name="T83" fmla="*/ 6 h 42"/>
                <a:gd name="T84" fmla="*/ 27 w 43"/>
                <a:gd name="T85" fmla="*/ 6 h 42"/>
                <a:gd name="T86" fmla="*/ 22 w 43"/>
                <a:gd name="T87" fmla="*/ 0 h 42"/>
                <a:gd name="T88" fmla="*/ 33 w 43"/>
                <a:gd name="T89" fmla="*/ 10 h 42"/>
                <a:gd name="T90" fmla="*/ 33 w 43"/>
                <a:gd name="T91" fmla="*/ 10 h 42"/>
                <a:gd name="T92" fmla="*/ 41 w 43"/>
                <a:gd name="T93" fmla="*/ 12 h 42"/>
                <a:gd name="T94" fmla="*/ 37 w 43"/>
                <a:gd name="T95" fmla="*/ 21 h 42"/>
                <a:gd name="T96" fmla="*/ 33 w 43"/>
                <a:gd name="T97" fmla="*/ 10 h 42"/>
                <a:gd name="T98" fmla="*/ 43 w 43"/>
                <a:gd name="T99" fmla="*/ 21 h 42"/>
                <a:gd name="T100" fmla="*/ 37 w 43"/>
                <a:gd name="T101" fmla="*/ 21 h 42"/>
                <a:gd name="T102" fmla="*/ 43 w 43"/>
                <a:gd name="T103"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3" h="42">
                  <a:moveTo>
                    <a:pt x="43" y="21"/>
                  </a:moveTo>
                  <a:lnTo>
                    <a:pt x="43" y="21"/>
                  </a:lnTo>
                  <a:lnTo>
                    <a:pt x="37" y="21"/>
                  </a:lnTo>
                  <a:lnTo>
                    <a:pt x="37" y="21"/>
                  </a:lnTo>
                  <a:lnTo>
                    <a:pt x="43" y="21"/>
                  </a:lnTo>
                  <a:close/>
                  <a:moveTo>
                    <a:pt x="43" y="21"/>
                  </a:moveTo>
                  <a:lnTo>
                    <a:pt x="41" y="29"/>
                  </a:lnTo>
                  <a:lnTo>
                    <a:pt x="37" y="35"/>
                  </a:lnTo>
                  <a:lnTo>
                    <a:pt x="33" y="31"/>
                  </a:lnTo>
                  <a:lnTo>
                    <a:pt x="37" y="27"/>
                  </a:lnTo>
                  <a:lnTo>
                    <a:pt x="37" y="21"/>
                  </a:lnTo>
                  <a:lnTo>
                    <a:pt x="43" y="21"/>
                  </a:lnTo>
                  <a:close/>
                  <a:moveTo>
                    <a:pt x="33" y="31"/>
                  </a:moveTo>
                  <a:lnTo>
                    <a:pt x="33" y="31"/>
                  </a:lnTo>
                  <a:lnTo>
                    <a:pt x="35" y="33"/>
                  </a:lnTo>
                  <a:lnTo>
                    <a:pt x="33" y="31"/>
                  </a:lnTo>
                  <a:close/>
                  <a:moveTo>
                    <a:pt x="37" y="35"/>
                  </a:moveTo>
                  <a:lnTo>
                    <a:pt x="31" y="41"/>
                  </a:lnTo>
                  <a:lnTo>
                    <a:pt x="22" y="42"/>
                  </a:lnTo>
                  <a:lnTo>
                    <a:pt x="22" y="35"/>
                  </a:lnTo>
                  <a:lnTo>
                    <a:pt x="27" y="35"/>
                  </a:lnTo>
                  <a:lnTo>
                    <a:pt x="33" y="31"/>
                  </a:lnTo>
                  <a:lnTo>
                    <a:pt x="37" y="35"/>
                  </a:lnTo>
                  <a:close/>
                  <a:moveTo>
                    <a:pt x="22" y="42"/>
                  </a:moveTo>
                  <a:lnTo>
                    <a:pt x="22" y="42"/>
                  </a:lnTo>
                  <a:lnTo>
                    <a:pt x="22" y="35"/>
                  </a:lnTo>
                  <a:lnTo>
                    <a:pt x="22" y="35"/>
                  </a:lnTo>
                  <a:lnTo>
                    <a:pt x="22" y="42"/>
                  </a:lnTo>
                  <a:close/>
                  <a:moveTo>
                    <a:pt x="22" y="42"/>
                  </a:moveTo>
                  <a:lnTo>
                    <a:pt x="22" y="42"/>
                  </a:lnTo>
                  <a:lnTo>
                    <a:pt x="22" y="35"/>
                  </a:lnTo>
                  <a:lnTo>
                    <a:pt x="22" y="35"/>
                  </a:lnTo>
                  <a:lnTo>
                    <a:pt x="22" y="42"/>
                  </a:lnTo>
                  <a:close/>
                  <a:moveTo>
                    <a:pt x="22" y="42"/>
                  </a:moveTo>
                  <a:lnTo>
                    <a:pt x="14" y="41"/>
                  </a:lnTo>
                  <a:lnTo>
                    <a:pt x="8" y="35"/>
                  </a:lnTo>
                  <a:lnTo>
                    <a:pt x="12" y="31"/>
                  </a:lnTo>
                  <a:lnTo>
                    <a:pt x="16" y="35"/>
                  </a:lnTo>
                  <a:lnTo>
                    <a:pt x="22" y="35"/>
                  </a:lnTo>
                  <a:lnTo>
                    <a:pt x="22" y="42"/>
                  </a:lnTo>
                  <a:close/>
                  <a:moveTo>
                    <a:pt x="8" y="35"/>
                  </a:moveTo>
                  <a:lnTo>
                    <a:pt x="2" y="29"/>
                  </a:lnTo>
                  <a:lnTo>
                    <a:pt x="0" y="21"/>
                  </a:lnTo>
                  <a:lnTo>
                    <a:pt x="8" y="21"/>
                  </a:lnTo>
                  <a:lnTo>
                    <a:pt x="8" y="27"/>
                  </a:lnTo>
                  <a:lnTo>
                    <a:pt x="12" y="31"/>
                  </a:lnTo>
                  <a:lnTo>
                    <a:pt x="8" y="35"/>
                  </a:lnTo>
                  <a:close/>
                  <a:moveTo>
                    <a:pt x="0" y="21"/>
                  </a:moveTo>
                  <a:lnTo>
                    <a:pt x="0" y="21"/>
                  </a:lnTo>
                  <a:lnTo>
                    <a:pt x="8" y="21"/>
                  </a:lnTo>
                  <a:lnTo>
                    <a:pt x="8" y="21"/>
                  </a:lnTo>
                  <a:lnTo>
                    <a:pt x="0" y="21"/>
                  </a:lnTo>
                  <a:close/>
                  <a:moveTo>
                    <a:pt x="0" y="21"/>
                  </a:moveTo>
                  <a:lnTo>
                    <a:pt x="0" y="21"/>
                  </a:lnTo>
                  <a:lnTo>
                    <a:pt x="8" y="21"/>
                  </a:lnTo>
                  <a:lnTo>
                    <a:pt x="8" y="21"/>
                  </a:lnTo>
                  <a:lnTo>
                    <a:pt x="0" y="21"/>
                  </a:lnTo>
                  <a:close/>
                  <a:moveTo>
                    <a:pt x="0" y="21"/>
                  </a:moveTo>
                  <a:lnTo>
                    <a:pt x="2" y="12"/>
                  </a:lnTo>
                  <a:lnTo>
                    <a:pt x="8" y="6"/>
                  </a:lnTo>
                  <a:lnTo>
                    <a:pt x="12" y="10"/>
                  </a:lnTo>
                  <a:lnTo>
                    <a:pt x="8" y="16"/>
                  </a:lnTo>
                  <a:lnTo>
                    <a:pt x="8" y="21"/>
                  </a:lnTo>
                  <a:lnTo>
                    <a:pt x="0" y="21"/>
                  </a:lnTo>
                  <a:close/>
                  <a:moveTo>
                    <a:pt x="8" y="6"/>
                  </a:moveTo>
                  <a:lnTo>
                    <a:pt x="14" y="0"/>
                  </a:lnTo>
                  <a:lnTo>
                    <a:pt x="22" y="0"/>
                  </a:lnTo>
                  <a:lnTo>
                    <a:pt x="22" y="6"/>
                  </a:lnTo>
                  <a:lnTo>
                    <a:pt x="16" y="6"/>
                  </a:lnTo>
                  <a:lnTo>
                    <a:pt x="12" y="10"/>
                  </a:lnTo>
                  <a:lnTo>
                    <a:pt x="8" y="6"/>
                  </a:lnTo>
                  <a:close/>
                  <a:moveTo>
                    <a:pt x="22" y="0"/>
                  </a:moveTo>
                  <a:lnTo>
                    <a:pt x="22" y="0"/>
                  </a:lnTo>
                  <a:lnTo>
                    <a:pt x="22" y="6"/>
                  </a:lnTo>
                  <a:lnTo>
                    <a:pt x="22" y="6"/>
                  </a:lnTo>
                  <a:lnTo>
                    <a:pt x="22" y="0"/>
                  </a:lnTo>
                  <a:close/>
                  <a:moveTo>
                    <a:pt x="22" y="0"/>
                  </a:moveTo>
                  <a:lnTo>
                    <a:pt x="22" y="0"/>
                  </a:lnTo>
                  <a:lnTo>
                    <a:pt x="22" y="6"/>
                  </a:lnTo>
                  <a:lnTo>
                    <a:pt x="22" y="6"/>
                  </a:lnTo>
                  <a:lnTo>
                    <a:pt x="22" y="0"/>
                  </a:lnTo>
                  <a:close/>
                  <a:moveTo>
                    <a:pt x="22" y="0"/>
                  </a:moveTo>
                  <a:lnTo>
                    <a:pt x="31" y="2"/>
                  </a:lnTo>
                  <a:lnTo>
                    <a:pt x="37" y="6"/>
                  </a:lnTo>
                  <a:lnTo>
                    <a:pt x="33" y="10"/>
                  </a:lnTo>
                  <a:lnTo>
                    <a:pt x="27" y="6"/>
                  </a:lnTo>
                  <a:lnTo>
                    <a:pt x="22" y="6"/>
                  </a:lnTo>
                  <a:lnTo>
                    <a:pt x="22" y="0"/>
                  </a:lnTo>
                  <a:close/>
                  <a:moveTo>
                    <a:pt x="33" y="10"/>
                  </a:moveTo>
                  <a:lnTo>
                    <a:pt x="33" y="10"/>
                  </a:lnTo>
                  <a:lnTo>
                    <a:pt x="35" y="8"/>
                  </a:lnTo>
                  <a:lnTo>
                    <a:pt x="33" y="10"/>
                  </a:lnTo>
                  <a:close/>
                  <a:moveTo>
                    <a:pt x="37" y="6"/>
                  </a:moveTo>
                  <a:lnTo>
                    <a:pt x="41" y="12"/>
                  </a:lnTo>
                  <a:lnTo>
                    <a:pt x="43" y="21"/>
                  </a:lnTo>
                  <a:lnTo>
                    <a:pt x="37" y="21"/>
                  </a:lnTo>
                  <a:lnTo>
                    <a:pt x="37" y="16"/>
                  </a:lnTo>
                  <a:lnTo>
                    <a:pt x="33" y="10"/>
                  </a:lnTo>
                  <a:lnTo>
                    <a:pt x="37" y="6"/>
                  </a:lnTo>
                  <a:close/>
                  <a:moveTo>
                    <a:pt x="43" y="21"/>
                  </a:moveTo>
                  <a:lnTo>
                    <a:pt x="43" y="21"/>
                  </a:lnTo>
                  <a:lnTo>
                    <a:pt x="37" y="21"/>
                  </a:lnTo>
                  <a:lnTo>
                    <a:pt x="37" y="21"/>
                  </a:lnTo>
                  <a:lnTo>
                    <a:pt x="43" y="21"/>
                  </a:lnTo>
                  <a:close/>
                </a:path>
              </a:pathLst>
            </a:custGeom>
            <a:solidFill>
              <a:srgbClr val="000000"/>
            </a:solidFill>
            <a:ln w="9525">
              <a:solidFill>
                <a:srgbClr val="CC0000"/>
              </a:solidFill>
              <a:round/>
              <a:headEnd/>
              <a:tailEnd/>
            </a:ln>
          </p:spPr>
          <p:txBody>
            <a:bodyPr/>
            <a:lstStyle/>
            <a:p>
              <a:endParaRPr lang="en-US"/>
            </a:p>
          </p:txBody>
        </p:sp>
        <p:sp>
          <p:nvSpPr>
            <p:cNvPr id="414848" name="Freeform 128"/>
            <p:cNvSpPr>
              <a:spLocks/>
            </p:cNvSpPr>
            <p:nvPr/>
          </p:nvSpPr>
          <p:spPr bwMode="auto">
            <a:xfrm>
              <a:off x="1884" y="1643"/>
              <a:ext cx="36" cy="36"/>
            </a:xfrm>
            <a:custGeom>
              <a:avLst/>
              <a:gdLst>
                <a:gd name="T0" fmla="*/ 36 w 36"/>
                <a:gd name="T1" fmla="*/ 19 h 36"/>
                <a:gd name="T2" fmla="*/ 34 w 36"/>
                <a:gd name="T3" fmla="*/ 25 h 36"/>
                <a:gd name="T4" fmla="*/ 30 w 36"/>
                <a:gd name="T5" fmla="*/ 31 h 36"/>
                <a:gd name="T6" fmla="*/ 24 w 36"/>
                <a:gd name="T7" fmla="*/ 35 h 36"/>
                <a:gd name="T8" fmla="*/ 17 w 36"/>
                <a:gd name="T9" fmla="*/ 36 h 36"/>
                <a:gd name="T10" fmla="*/ 11 w 36"/>
                <a:gd name="T11" fmla="*/ 35 h 36"/>
                <a:gd name="T12" fmla="*/ 5 w 36"/>
                <a:gd name="T13" fmla="*/ 31 h 36"/>
                <a:gd name="T14" fmla="*/ 1 w 36"/>
                <a:gd name="T15" fmla="*/ 25 h 36"/>
                <a:gd name="T16" fmla="*/ 0 w 36"/>
                <a:gd name="T17" fmla="*/ 19 h 36"/>
                <a:gd name="T18" fmla="*/ 1 w 36"/>
                <a:gd name="T19" fmla="*/ 12 h 36"/>
                <a:gd name="T20" fmla="*/ 5 w 36"/>
                <a:gd name="T21" fmla="*/ 6 h 36"/>
                <a:gd name="T22" fmla="*/ 11 w 36"/>
                <a:gd name="T23" fmla="*/ 2 h 36"/>
                <a:gd name="T24" fmla="*/ 17 w 36"/>
                <a:gd name="T25" fmla="*/ 0 h 36"/>
                <a:gd name="T26" fmla="*/ 24 w 36"/>
                <a:gd name="T27" fmla="*/ 2 h 36"/>
                <a:gd name="T28" fmla="*/ 30 w 36"/>
                <a:gd name="T29" fmla="*/ 6 h 36"/>
                <a:gd name="T30" fmla="*/ 34 w 36"/>
                <a:gd name="T31" fmla="*/ 12 h 36"/>
                <a:gd name="T32" fmla="*/ 36 w 36"/>
                <a:gd name="T33"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6" h="36">
                  <a:moveTo>
                    <a:pt x="36" y="19"/>
                  </a:moveTo>
                  <a:lnTo>
                    <a:pt x="34" y="25"/>
                  </a:lnTo>
                  <a:lnTo>
                    <a:pt x="30" y="31"/>
                  </a:lnTo>
                  <a:lnTo>
                    <a:pt x="24" y="35"/>
                  </a:lnTo>
                  <a:lnTo>
                    <a:pt x="17" y="36"/>
                  </a:lnTo>
                  <a:lnTo>
                    <a:pt x="11" y="35"/>
                  </a:lnTo>
                  <a:lnTo>
                    <a:pt x="5" y="31"/>
                  </a:lnTo>
                  <a:lnTo>
                    <a:pt x="1" y="25"/>
                  </a:lnTo>
                  <a:lnTo>
                    <a:pt x="0" y="19"/>
                  </a:lnTo>
                  <a:lnTo>
                    <a:pt x="1" y="12"/>
                  </a:lnTo>
                  <a:lnTo>
                    <a:pt x="5" y="6"/>
                  </a:lnTo>
                  <a:lnTo>
                    <a:pt x="11" y="2"/>
                  </a:lnTo>
                  <a:lnTo>
                    <a:pt x="17" y="0"/>
                  </a:lnTo>
                  <a:lnTo>
                    <a:pt x="24" y="2"/>
                  </a:lnTo>
                  <a:lnTo>
                    <a:pt x="30" y="6"/>
                  </a:lnTo>
                  <a:lnTo>
                    <a:pt x="34" y="12"/>
                  </a:lnTo>
                  <a:lnTo>
                    <a:pt x="36" y="19"/>
                  </a:lnTo>
                  <a:close/>
                </a:path>
              </a:pathLst>
            </a:custGeom>
            <a:solidFill>
              <a:srgbClr val="00CC99"/>
            </a:solidFill>
            <a:ln w="9525">
              <a:solidFill>
                <a:srgbClr val="CC0000"/>
              </a:solidFill>
              <a:round/>
              <a:headEnd/>
              <a:tailEnd/>
            </a:ln>
          </p:spPr>
          <p:txBody>
            <a:bodyPr/>
            <a:lstStyle/>
            <a:p>
              <a:endParaRPr lang="en-US"/>
            </a:p>
          </p:txBody>
        </p:sp>
        <p:sp>
          <p:nvSpPr>
            <p:cNvPr id="414849" name="Freeform 129"/>
            <p:cNvSpPr>
              <a:spLocks noEditPoints="1"/>
            </p:cNvSpPr>
            <p:nvPr/>
          </p:nvSpPr>
          <p:spPr bwMode="auto">
            <a:xfrm>
              <a:off x="1880" y="1641"/>
              <a:ext cx="42" cy="40"/>
            </a:xfrm>
            <a:custGeom>
              <a:avLst/>
              <a:gdLst>
                <a:gd name="T0" fmla="*/ 42 w 42"/>
                <a:gd name="T1" fmla="*/ 21 h 40"/>
                <a:gd name="T2" fmla="*/ 36 w 42"/>
                <a:gd name="T3" fmla="*/ 21 h 40"/>
                <a:gd name="T4" fmla="*/ 42 w 42"/>
                <a:gd name="T5" fmla="*/ 21 h 40"/>
                <a:gd name="T6" fmla="*/ 36 w 42"/>
                <a:gd name="T7" fmla="*/ 35 h 40"/>
                <a:gd name="T8" fmla="*/ 36 w 42"/>
                <a:gd name="T9" fmla="*/ 27 h 40"/>
                <a:gd name="T10" fmla="*/ 42 w 42"/>
                <a:gd name="T11" fmla="*/ 21 h 40"/>
                <a:gd name="T12" fmla="*/ 30 w 42"/>
                <a:gd name="T13" fmla="*/ 40 h 40"/>
                <a:gd name="T14" fmla="*/ 21 w 42"/>
                <a:gd name="T15" fmla="*/ 35 h 40"/>
                <a:gd name="T16" fmla="*/ 32 w 42"/>
                <a:gd name="T17" fmla="*/ 31 h 40"/>
                <a:gd name="T18" fmla="*/ 21 w 42"/>
                <a:gd name="T19" fmla="*/ 40 h 40"/>
                <a:gd name="T20" fmla="*/ 21 w 42"/>
                <a:gd name="T21" fmla="*/ 35 h 40"/>
                <a:gd name="T22" fmla="*/ 21 w 42"/>
                <a:gd name="T23" fmla="*/ 40 h 40"/>
                <a:gd name="T24" fmla="*/ 21 w 42"/>
                <a:gd name="T25" fmla="*/ 40 h 40"/>
                <a:gd name="T26" fmla="*/ 21 w 42"/>
                <a:gd name="T27" fmla="*/ 35 h 40"/>
                <a:gd name="T28" fmla="*/ 21 w 42"/>
                <a:gd name="T29" fmla="*/ 40 h 40"/>
                <a:gd name="T30" fmla="*/ 7 w 42"/>
                <a:gd name="T31" fmla="*/ 35 h 40"/>
                <a:gd name="T32" fmla="*/ 15 w 42"/>
                <a:gd name="T33" fmla="*/ 35 h 40"/>
                <a:gd name="T34" fmla="*/ 21 w 42"/>
                <a:gd name="T35" fmla="*/ 40 h 40"/>
                <a:gd name="T36" fmla="*/ 2 w 42"/>
                <a:gd name="T37" fmla="*/ 29 h 40"/>
                <a:gd name="T38" fmla="*/ 7 w 42"/>
                <a:gd name="T39" fmla="*/ 21 h 40"/>
                <a:gd name="T40" fmla="*/ 11 w 42"/>
                <a:gd name="T41" fmla="*/ 31 h 40"/>
                <a:gd name="T42" fmla="*/ 0 w 42"/>
                <a:gd name="T43" fmla="*/ 21 h 40"/>
                <a:gd name="T44" fmla="*/ 7 w 42"/>
                <a:gd name="T45" fmla="*/ 21 h 40"/>
                <a:gd name="T46" fmla="*/ 0 w 42"/>
                <a:gd name="T47" fmla="*/ 21 h 40"/>
                <a:gd name="T48" fmla="*/ 0 w 42"/>
                <a:gd name="T49" fmla="*/ 21 h 40"/>
                <a:gd name="T50" fmla="*/ 7 w 42"/>
                <a:gd name="T51" fmla="*/ 21 h 40"/>
                <a:gd name="T52" fmla="*/ 0 w 42"/>
                <a:gd name="T53" fmla="*/ 21 h 40"/>
                <a:gd name="T54" fmla="*/ 7 w 42"/>
                <a:gd name="T55" fmla="*/ 6 h 40"/>
                <a:gd name="T56" fmla="*/ 7 w 42"/>
                <a:gd name="T57" fmla="*/ 14 h 40"/>
                <a:gd name="T58" fmla="*/ 0 w 42"/>
                <a:gd name="T59" fmla="*/ 21 h 40"/>
                <a:gd name="T60" fmla="*/ 13 w 42"/>
                <a:gd name="T61" fmla="*/ 0 h 40"/>
                <a:gd name="T62" fmla="*/ 21 w 42"/>
                <a:gd name="T63" fmla="*/ 6 h 40"/>
                <a:gd name="T64" fmla="*/ 11 w 42"/>
                <a:gd name="T65" fmla="*/ 10 h 40"/>
                <a:gd name="T66" fmla="*/ 21 w 42"/>
                <a:gd name="T67" fmla="*/ 0 h 40"/>
                <a:gd name="T68" fmla="*/ 21 w 42"/>
                <a:gd name="T69" fmla="*/ 6 h 40"/>
                <a:gd name="T70" fmla="*/ 21 w 42"/>
                <a:gd name="T71" fmla="*/ 0 h 40"/>
                <a:gd name="T72" fmla="*/ 21 w 42"/>
                <a:gd name="T73" fmla="*/ 0 h 40"/>
                <a:gd name="T74" fmla="*/ 21 w 42"/>
                <a:gd name="T75" fmla="*/ 6 h 40"/>
                <a:gd name="T76" fmla="*/ 21 w 42"/>
                <a:gd name="T77" fmla="*/ 0 h 40"/>
                <a:gd name="T78" fmla="*/ 36 w 42"/>
                <a:gd name="T79" fmla="*/ 6 h 40"/>
                <a:gd name="T80" fmla="*/ 27 w 42"/>
                <a:gd name="T81" fmla="*/ 6 h 40"/>
                <a:gd name="T82" fmla="*/ 21 w 42"/>
                <a:gd name="T83" fmla="*/ 0 h 40"/>
                <a:gd name="T84" fmla="*/ 40 w 42"/>
                <a:gd name="T85" fmla="*/ 12 h 40"/>
                <a:gd name="T86" fmla="*/ 36 w 42"/>
                <a:gd name="T87" fmla="*/ 21 h 40"/>
                <a:gd name="T88" fmla="*/ 32 w 42"/>
                <a:gd name="T89" fmla="*/ 10 h 40"/>
                <a:gd name="T90" fmla="*/ 42 w 42"/>
                <a:gd name="T91" fmla="*/ 21 h 40"/>
                <a:gd name="T92" fmla="*/ 36 w 42"/>
                <a:gd name="T93" fmla="*/ 21 h 40"/>
                <a:gd name="T94" fmla="*/ 42 w 42"/>
                <a:gd name="T95" fmla="*/ 2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2" h="40">
                  <a:moveTo>
                    <a:pt x="42" y="21"/>
                  </a:moveTo>
                  <a:lnTo>
                    <a:pt x="42" y="21"/>
                  </a:lnTo>
                  <a:lnTo>
                    <a:pt x="36" y="21"/>
                  </a:lnTo>
                  <a:lnTo>
                    <a:pt x="36" y="21"/>
                  </a:lnTo>
                  <a:lnTo>
                    <a:pt x="42" y="21"/>
                  </a:lnTo>
                  <a:close/>
                  <a:moveTo>
                    <a:pt x="42" y="21"/>
                  </a:moveTo>
                  <a:lnTo>
                    <a:pt x="40" y="29"/>
                  </a:lnTo>
                  <a:lnTo>
                    <a:pt x="36" y="35"/>
                  </a:lnTo>
                  <a:lnTo>
                    <a:pt x="32" y="31"/>
                  </a:lnTo>
                  <a:lnTo>
                    <a:pt x="36" y="27"/>
                  </a:lnTo>
                  <a:lnTo>
                    <a:pt x="36" y="21"/>
                  </a:lnTo>
                  <a:lnTo>
                    <a:pt x="42" y="21"/>
                  </a:lnTo>
                  <a:close/>
                  <a:moveTo>
                    <a:pt x="36" y="35"/>
                  </a:moveTo>
                  <a:lnTo>
                    <a:pt x="30" y="40"/>
                  </a:lnTo>
                  <a:lnTo>
                    <a:pt x="21" y="40"/>
                  </a:lnTo>
                  <a:lnTo>
                    <a:pt x="21" y="35"/>
                  </a:lnTo>
                  <a:lnTo>
                    <a:pt x="27" y="35"/>
                  </a:lnTo>
                  <a:lnTo>
                    <a:pt x="32" y="31"/>
                  </a:lnTo>
                  <a:lnTo>
                    <a:pt x="36" y="35"/>
                  </a:lnTo>
                  <a:close/>
                  <a:moveTo>
                    <a:pt x="21" y="40"/>
                  </a:moveTo>
                  <a:lnTo>
                    <a:pt x="21" y="40"/>
                  </a:lnTo>
                  <a:lnTo>
                    <a:pt x="21" y="35"/>
                  </a:lnTo>
                  <a:lnTo>
                    <a:pt x="21" y="35"/>
                  </a:lnTo>
                  <a:lnTo>
                    <a:pt x="21" y="40"/>
                  </a:lnTo>
                  <a:close/>
                  <a:moveTo>
                    <a:pt x="21" y="40"/>
                  </a:moveTo>
                  <a:lnTo>
                    <a:pt x="21" y="40"/>
                  </a:lnTo>
                  <a:lnTo>
                    <a:pt x="21" y="35"/>
                  </a:lnTo>
                  <a:lnTo>
                    <a:pt x="21" y="35"/>
                  </a:lnTo>
                  <a:lnTo>
                    <a:pt x="21" y="40"/>
                  </a:lnTo>
                  <a:close/>
                  <a:moveTo>
                    <a:pt x="21" y="40"/>
                  </a:moveTo>
                  <a:lnTo>
                    <a:pt x="13" y="40"/>
                  </a:lnTo>
                  <a:lnTo>
                    <a:pt x="7" y="35"/>
                  </a:lnTo>
                  <a:lnTo>
                    <a:pt x="11" y="31"/>
                  </a:lnTo>
                  <a:lnTo>
                    <a:pt x="15" y="35"/>
                  </a:lnTo>
                  <a:lnTo>
                    <a:pt x="21" y="35"/>
                  </a:lnTo>
                  <a:lnTo>
                    <a:pt x="21" y="40"/>
                  </a:lnTo>
                  <a:close/>
                  <a:moveTo>
                    <a:pt x="7" y="35"/>
                  </a:moveTo>
                  <a:lnTo>
                    <a:pt x="2" y="29"/>
                  </a:lnTo>
                  <a:lnTo>
                    <a:pt x="0" y="21"/>
                  </a:lnTo>
                  <a:lnTo>
                    <a:pt x="7" y="21"/>
                  </a:lnTo>
                  <a:lnTo>
                    <a:pt x="7" y="27"/>
                  </a:lnTo>
                  <a:lnTo>
                    <a:pt x="11" y="31"/>
                  </a:lnTo>
                  <a:lnTo>
                    <a:pt x="7" y="35"/>
                  </a:lnTo>
                  <a:close/>
                  <a:moveTo>
                    <a:pt x="0" y="21"/>
                  </a:moveTo>
                  <a:lnTo>
                    <a:pt x="0" y="21"/>
                  </a:lnTo>
                  <a:lnTo>
                    <a:pt x="7" y="21"/>
                  </a:lnTo>
                  <a:lnTo>
                    <a:pt x="7" y="21"/>
                  </a:lnTo>
                  <a:lnTo>
                    <a:pt x="0" y="21"/>
                  </a:lnTo>
                  <a:close/>
                  <a:moveTo>
                    <a:pt x="0" y="21"/>
                  </a:moveTo>
                  <a:lnTo>
                    <a:pt x="0" y="21"/>
                  </a:lnTo>
                  <a:lnTo>
                    <a:pt x="7" y="21"/>
                  </a:lnTo>
                  <a:lnTo>
                    <a:pt x="7" y="21"/>
                  </a:lnTo>
                  <a:lnTo>
                    <a:pt x="0" y="21"/>
                  </a:lnTo>
                  <a:close/>
                  <a:moveTo>
                    <a:pt x="0" y="21"/>
                  </a:moveTo>
                  <a:lnTo>
                    <a:pt x="2" y="12"/>
                  </a:lnTo>
                  <a:lnTo>
                    <a:pt x="7" y="6"/>
                  </a:lnTo>
                  <a:lnTo>
                    <a:pt x="11" y="10"/>
                  </a:lnTo>
                  <a:lnTo>
                    <a:pt x="7" y="14"/>
                  </a:lnTo>
                  <a:lnTo>
                    <a:pt x="7" y="21"/>
                  </a:lnTo>
                  <a:lnTo>
                    <a:pt x="0" y="21"/>
                  </a:lnTo>
                  <a:close/>
                  <a:moveTo>
                    <a:pt x="7" y="6"/>
                  </a:moveTo>
                  <a:lnTo>
                    <a:pt x="13" y="0"/>
                  </a:lnTo>
                  <a:lnTo>
                    <a:pt x="21" y="0"/>
                  </a:lnTo>
                  <a:lnTo>
                    <a:pt x="21" y="6"/>
                  </a:lnTo>
                  <a:lnTo>
                    <a:pt x="15" y="6"/>
                  </a:lnTo>
                  <a:lnTo>
                    <a:pt x="11" y="10"/>
                  </a:lnTo>
                  <a:lnTo>
                    <a:pt x="7"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30" y="0"/>
                  </a:lnTo>
                  <a:lnTo>
                    <a:pt x="36" y="6"/>
                  </a:lnTo>
                  <a:lnTo>
                    <a:pt x="32" y="10"/>
                  </a:lnTo>
                  <a:lnTo>
                    <a:pt x="27" y="6"/>
                  </a:lnTo>
                  <a:lnTo>
                    <a:pt x="21" y="6"/>
                  </a:lnTo>
                  <a:lnTo>
                    <a:pt x="21" y="0"/>
                  </a:lnTo>
                  <a:close/>
                  <a:moveTo>
                    <a:pt x="36" y="6"/>
                  </a:moveTo>
                  <a:lnTo>
                    <a:pt x="40" y="12"/>
                  </a:lnTo>
                  <a:lnTo>
                    <a:pt x="42" y="21"/>
                  </a:lnTo>
                  <a:lnTo>
                    <a:pt x="36" y="21"/>
                  </a:lnTo>
                  <a:lnTo>
                    <a:pt x="36" y="14"/>
                  </a:lnTo>
                  <a:lnTo>
                    <a:pt x="32" y="10"/>
                  </a:lnTo>
                  <a:lnTo>
                    <a:pt x="36" y="6"/>
                  </a:lnTo>
                  <a:close/>
                  <a:moveTo>
                    <a:pt x="42" y="21"/>
                  </a:moveTo>
                  <a:lnTo>
                    <a:pt x="42" y="21"/>
                  </a:lnTo>
                  <a:lnTo>
                    <a:pt x="36" y="21"/>
                  </a:lnTo>
                  <a:lnTo>
                    <a:pt x="36" y="21"/>
                  </a:lnTo>
                  <a:lnTo>
                    <a:pt x="42" y="21"/>
                  </a:lnTo>
                  <a:close/>
                </a:path>
              </a:pathLst>
            </a:custGeom>
            <a:solidFill>
              <a:srgbClr val="000000"/>
            </a:solidFill>
            <a:ln w="9525">
              <a:solidFill>
                <a:srgbClr val="CC0000"/>
              </a:solidFill>
              <a:round/>
              <a:headEnd/>
              <a:tailEnd/>
            </a:ln>
          </p:spPr>
          <p:txBody>
            <a:bodyPr/>
            <a:lstStyle/>
            <a:p>
              <a:endParaRPr lang="en-US"/>
            </a:p>
          </p:txBody>
        </p:sp>
        <p:sp>
          <p:nvSpPr>
            <p:cNvPr id="414850" name="Freeform 130"/>
            <p:cNvSpPr>
              <a:spLocks noEditPoints="1"/>
            </p:cNvSpPr>
            <p:nvPr/>
          </p:nvSpPr>
          <p:spPr bwMode="auto">
            <a:xfrm>
              <a:off x="2348" y="622"/>
              <a:ext cx="43" cy="42"/>
            </a:xfrm>
            <a:custGeom>
              <a:avLst/>
              <a:gdLst>
                <a:gd name="T0" fmla="*/ 43 w 43"/>
                <a:gd name="T1" fmla="*/ 21 h 42"/>
                <a:gd name="T2" fmla="*/ 37 w 43"/>
                <a:gd name="T3" fmla="*/ 21 h 42"/>
                <a:gd name="T4" fmla="*/ 43 w 43"/>
                <a:gd name="T5" fmla="*/ 21 h 42"/>
                <a:gd name="T6" fmla="*/ 37 w 43"/>
                <a:gd name="T7" fmla="*/ 35 h 42"/>
                <a:gd name="T8" fmla="*/ 35 w 43"/>
                <a:gd name="T9" fmla="*/ 27 h 42"/>
                <a:gd name="T10" fmla="*/ 43 w 43"/>
                <a:gd name="T11" fmla="*/ 21 h 42"/>
                <a:gd name="T12" fmla="*/ 29 w 43"/>
                <a:gd name="T13" fmla="*/ 40 h 42"/>
                <a:gd name="T14" fmla="*/ 21 w 43"/>
                <a:gd name="T15" fmla="*/ 36 h 42"/>
                <a:gd name="T16" fmla="*/ 33 w 43"/>
                <a:gd name="T17" fmla="*/ 31 h 42"/>
                <a:gd name="T18" fmla="*/ 21 w 43"/>
                <a:gd name="T19" fmla="*/ 42 h 42"/>
                <a:gd name="T20" fmla="*/ 21 w 43"/>
                <a:gd name="T21" fmla="*/ 36 h 42"/>
                <a:gd name="T22" fmla="*/ 21 w 43"/>
                <a:gd name="T23" fmla="*/ 42 h 42"/>
                <a:gd name="T24" fmla="*/ 21 w 43"/>
                <a:gd name="T25" fmla="*/ 42 h 42"/>
                <a:gd name="T26" fmla="*/ 21 w 43"/>
                <a:gd name="T27" fmla="*/ 36 h 42"/>
                <a:gd name="T28" fmla="*/ 21 w 43"/>
                <a:gd name="T29" fmla="*/ 42 h 42"/>
                <a:gd name="T30" fmla="*/ 6 w 43"/>
                <a:gd name="T31" fmla="*/ 35 h 42"/>
                <a:gd name="T32" fmla="*/ 16 w 43"/>
                <a:gd name="T33" fmla="*/ 35 h 42"/>
                <a:gd name="T34" fmla="*/ 21 w 43"/>
                <a:gd name="T35" fmla="*/ 42 h 42"/>
                <a:gd name="T36" fmla="*/ 2 w 43"/>
                <a:gd name="T37" fmla="*/ 29 h 42"/>
                <a:gd name="T38" fmla="*/ 6 w 43"/>
                <a:gd name="T39" fmla="*/ 21 h 42"/>
                <a:gd name="T40" fmla="*/ 10 w 43"/>
                <a:gd name="T41" fmla="*/ 31 h 42"/>
                <a:gd name="T42" fmla="*/ 0 w 43"/>
                <a:gd name="T43" fmla="*/ 21 h 42"/>
                <a:gd name="T44" fmla="*/ 6 w 43"/>
                <a:gd name="T45" fmla="*/ 21 h 42"/>
                <a:gd name="T46" fmla="*/ 0 w 43"/>
                <a:gd name="T47" fmla="*/ 21 h 42"/>
                <a:gd name="T48" fmla="*/ 0 w 43"/>
                <a:gd name="T49" fmla="*/ 21 h 42"/>
                <a:gd name="T50" fmla="*/ 6 w 43"/>
                <a:gd name="T51" fmla="*/ 21 h 42"/>
                <a:gd name="T52" fmla="*/ 0 w 43"/>
                <a:gd name="T53" fmla="*/ 21 h 42"/>
                <a:gd name="T54" fmla="*/ 6 w 43"/>
                <a:gd name="T55" fmla="*/ 6 h 42"/>
                <a:gd name="T56" fmla="*/ 8 w 43"/>
                <a:gd name="T57" fmla="*/ 15 h 42"/>
                <a:gd name="T58" fmla="*/ 0 w 43"/>
                <a:gd name="T59" fmla="*/ 21 h 42"/>
                <a:gd name="T60" fmla="*/ 14 w 43"/>
                <a:gd name="T61" fmla="*/ 2 h 42"/>
                <a:gd name="T62" fmla="*/ 21 w 43"/>
                <a:gd name="T63" fmla="*/ 6 h 42"/>
                <a:gd name="T64" fmla="*/ 10 w 43"/>
                <a:gd name="T65" fmla="*/ 10 h 42"/>
                <a:gd name="T66" fmla="*/ 21 w 43"/>
                <a:gd name="T67" fmla="*/ 0 h 42"/>
                <a:gd name="T68" fmla="*/ 21 w 43"/>
                <a:gd name="T69" fmla="*/ 6 h 42"/>
                <a:gd name="T70" fmla="*/ 21 w 43"/>
                <a:gd name="T71" fmla="*/ 0 h 42"/>
                <a:gd name="T72" fmla="*/ 21 w 43"/>
                <a:gd name="T73" fmla="*/ 0 h 42"/>
                <a:gd name="T74" fmla="*/ 21 w 43"/>
                <a:gd name="T75" fmla="*/ 6 h 42"/>
                <a:gd name="T76" fmla="*/ 21 w 43"/>
                <a:gd name="T77" fmla="*/ 0 h 42"/>
                <a:gd name="T78" fmla="*/ 37 w 43"/>
                <a:gd name="T79" fmla="*/ 6 h 42"/>
                <a:gd name="T80" fmla="*/ 27 w 43"/>
                <a:gd name="T81" fmla="*/ 8 h 42"/>
                <a:gd name="T82" fmla="*/ 21 w 43"/>
                <a:gd name="T83" fmla="*/ 0 h 42"/>
                <a:gd name="T84" fmla="*/ 41 w 43"/>
                <a:gd name="T85" fmla="*/ 12 h 42"/>
                <a:gd name="T86" fmla="*/ 37 w 43"/>
                <a:gd name="T87" fmla="*/ 21 h 42"/>
                <a:gd name="T88" fmla="*/ 33 w 43"/>
                <a:gd name="T89" fmla="*/ 10 h 42"/>
                <a:gd name="T90" fmla="*/ 43 w 43"/>
                <a:gd name="T91" fmla="*/ 21 h 42"/>
                <a:gd name="T92" fmla="*/ 37 w 43"/>
                <a:gd name="T93" fmla="*/ 21 h 42"/>
                <a:gd name="T94" fmla="*/ 43 w 43"/>
                <a:gd name="T95" fmla="*/ 2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3" h="42">
                  <a:moveTo>
                    <a:pt x="43" y="21"/>
                  </a:moveTo>
                  <a:lnTo>
                    <a:pt x="43" y="21"/>
                  </a:lnTo>
                  <a:lnTo>
                    <a:pt x="37" y="21"/>
                  </a:lnTo>
                  <a:lnTo>
                    <a:pt x="37" y="21"/>
                  </a:lnTo>
                  <a:lnTo>
                    <a:pt x="43" y="21"/>
                  </a:lnTo>
                  <a:close/>
                  <a:moveTo>
                    <a:pt x="43" y="21"/>
                  </a:moveTo>
                  <a:lnTo>
                    <a:pt x="41" y="29"/>
                  </a:lnTo>
                  <a:lnTo>
                    <a:pt x="37" y="35"/>
                  </a:lnTo>
                  <a:lnTo>
                    <a:pt x="33" y="31"/>
                  </a:lnTo>
                  <a:lnTo>
                    <a:pt x="35" y="27"/>
                  </a:lnTo>
                  <a:lnTo>
                    <a:pt x="37" y="21"/>
                  </a:lnTo>
                  <a:lnTo>
                    <a:pt x="43" y="21"/>
                  </a:lnTo>
                  <a:close/>
                  <a:moveTo>
                    <a:pt x="37" y="35"/>
                  </a:moveTo>
                  <a:lnTo>
                    <a:pt x="29" y="40"/>
                  </a:lnTo>
                  <a:lnTo>
                    <a:pt x="21" y="42"/>
                  </a:lnTo>
                  <a:lnTo>
                    <a:pt x="21" y="36"/>
                  </a:lnTo>
                  <a:lnTo>
                    <a:pt x="27" y="35"/>
                  </a:lnTo>
                  <a:lnTo>
                    <a:pt x="33" y="31"/>
                  </a:lnTo>
                  <a:lnTo>
                    <a:pt x="37" y="35"/>
                  </a:lnTo>
                  <a:close/>
                  <a:moveTo>
                    <a:pt x="21" y="42"/>
                  </a:moveTo>
                  <a:lnTo>
                    <a:pt x="21" y="42"/>
                  </a:lnTo>
                  <a:lnTo>
                    <a:pt x="21" y="36"/>
                  </a:lnTo>
                  <a:lnTo>
                    <a:pt x="21" y="36"/>
                  </a:lnTo>
                  <a:lnTo>
                    <a:pt x="21" y="42"/>
                  </a:lnTo>
                  <a:close/>
                  <a:moveTo>
                    <a:pt x="21" y="42"/>
                  </a:moveTo>
                  <a:lnTo>
                    <a:pt x="21" y="42"/>
                  </a:lnTo>
                  <a:lnTo>
                    <a:pt x="21" y="36"/>
                  </a:lnTo>
                  <a:lnTo>
                    <a:pt x="21" y="36"/>
                  </a:lnTo>
                  <a:lnTo>
                    <a:pt x="21" y="42"/>
                  </a:lnTo>
                  <a:close/>
                  <a:moveTo>
                    <a:pt x="21" y="42"/>
                  </a:moveTo>
                  <a:lnTo>
                    <a:pt x="14" y="40"/>
                  </a:lnTo>
                  <a:lnTo>
                    <a:pt x="6" y="35"/>
                  </a:lnTo>
                  <a:lnTo>
                    <a:pt x="10" y="31"/>
                  </a:lnTo>
                  <a:lnTo>
                    <a:pt x="16" y="35"/>
                  </a:lnTo>
                  <a:lnTo>
                    <a:pt x="21" y="36"/>
                  </a:lnTo>
                  <a:lnTo>
                    <a:pt x="21" y="42"/>
                  </a:lnTo>
                  <a:close/>
                  <a:moveTo>
                    <a:pt x="6" y="35"/>
                  </a:moveTo>
                  <a:lnTo>
                    <a:pt x="2" y="29"/>
                  </a:lnTo>
                  <a:lnTo>
                    <a:pt x="0" y="21"/>
                  </a:lnTo>
                  <a:lnTo>
                    <a:pt x="6" y="21"/>
                  </a:lnTo>
                  <a:lnTo>
                    <a:pt x="8" y="27"/>
                  </a:lnTo>
                  <a:lnTo>
                    <a:pt x="10" y="31"/>
                  </a:lnTo>
                  <a:lnTo>
                    <a:pt x="6" y="35"/>
                  </a:lnTo>
                  <a:close/>
                  <a:moveTo>
                    <a:pt x="0" y="21"/>
                  </a:moveTo>
                  <a:lnTo>
                    <a:pt x="0" y="21"/>
                  </a:lnTo>
                  <a:lnTo>
                    <a:pt x="6" y="21"/>
                  </a:lnTo>
                  <a:lnTo>
                    <a:pt x="6" y="21"/>
                  </a:lnTo>
                  <a:lnTo>
                    <a:pt x="0" y="21"/>
                  </a:lnTo>
                  <a:close/>
                  <a:moveTo>
                    <a:pt x="0" y="21"/>
                  </a:moveTo>
                  <a:lnTo>
                    <a:pt x="0" y="21"/>
                  </a:lnTo>
                  <a:lnTo>
                    <a:pt x="6" y="21"/>
                  </a:lnTo>
                  <a:lnTo>
                    <a:pt x="6" y="21"/>
                  </a:lnTo>
                  <a:lnTo>
                    <a:pt x="0" y="21"/>
                  </a:lnTo>
                  <a:close/>
                  <a:moveTo>
                    <a:pt x="0" y="21"/>
                  </a:moveTo>
                  <a:lnTo>
                    <a:pt x="2" y="12"/>
                  </a:lnTo>
                  <a:lnTo>
                    <a:pt x="6" y="6"/>
                  </a:lnTo>
                  <a:lnTo>
                    <a:pt x="10" y="10"/>
                  </a:lnTo>
                  <a:lnTo>
                    <a:pt x="8" y="15"/>
                  </a:lnTo>
                  <a:lnTo>
                    <a:pt x="6" y="21"/>
                  </a:lnTo>
                  <a:lnTo>
                    <a:pt x="0" y="21"/>
                  </a:lnTo>
                  <a:close/>
                  <a:moveTo>
                    <a:pt x="6" y="6"/>
                  </a:moveTo>
                  <a:lnTo>
                    <a:pt x="14" y="2"/>
                  </a:lnTo>
                  <a:lnTo>
                    <a:pt x="21" y="0"/>
                  </a:lnTo>
                  <a:lnTo>
                    <a:pt x="21" y="6"/>
                  </a:lnTo>
                  <a:lnTo>
                    <a:pt x="16" y="8"/>
                  </a:lnTo>
                  <a:lnTo>
                    <a:pt x="10" y="10"/>
                  </a:lnTo>
                  <a:lnTo>
                    <a:pt x="6" y="6"/>
                  </a:lnTo>
                  <a:close/>
                  <a:moveTo>
                    <a:pt x="21" y="0"/>
                  </a:moveTo>
                  <a:lnTo>
                    <a:pt x="21" y="0"/>
                  </a:lnTo>
                  <a:lnTo>
                    <a:pt x="21" y="6"/>
                  </a:lnTo>
                  <a:lnTo>
                    <a:pt x="21" y="6"/>
                  </a:lnTo>
                  <a:lnTo>
                    <a:pt x="21" y="0"/>
                  </a:lnTo>
                  <a:close/>
                  <a:moveTo>
                    <a:pt x="21" y="0"/>
                  </a:moveTo>
                  <a:lnTo>
                    <a:pt x="21" y="0"/>
                  </a:lnTo>
                  <a:lnTo>
                    <a:pt x="21" y="6"/>
                  </a:lnTo>
                  <a:lnTo>
                    <a:pt x="21" y="6"/>
                  </a:lnTo>
                  <a:lnTo>
                    <a:pt x="21" y="0"/>
                  </a:lnTo>
                  <a:close/>
                  <a:moveTo>
                    <a:pt x="21" y="0"/>
                  </a:moveTo>
                  <a:lnTo>
                    <a:pt x="29" y="2"/>
                  </a:lnTo>
                  <a:lnTo>
                    <a:pt x="37" y="6"/>
                  </a:lnTo>
                  <a:lnTo>
                    <a:pt x="33" y="10"/>
                  </a:lnTo>
                  <a:lnTo>
                    <a:pt x="27" y="8"/>
                  </a:lnTo>
                  <a:lnTo>
                    <a:pt x="21" y="6"/>
                  </a:lnTo>
                  <a:lnTo>
                    <a:pt x="21" y="0"/>
                  </a:lnTo>
                  <a:close/>
                  <a:moveTo>
                    <a:pt x="37" y="6"/>
                  </a:moveTo>
                  <a:lnTo>
                    <a:pt x="41" y="12"/>
                  </a:lnTo>
                  <a:lnTo>
                    <a:pt x="43" y="21"/>
                  </a:lnTo>
                  <a:lnTo>
                    <a:pt x="37" y="21"/>
                  </a:lnTo>
                  <a:lnTo>
                    <a:pt x="35" y="15"/>
                  </a:lnTo>
                  <a:lnTo>
                    <a:pt x="33" y="10"/>
                  </a:lnTo>
                  <a:lnTo>
                    <a:pt x="37" y="6"/>
                  </a:lnTo>
                  <a:close/>
                  <a:moveTo>
                    <a:pt x="43" y="21"/>
                  </a:moveTo>
                  <a:lnTo>
                    <a:pt x="43" y="21"/>
                  </a:lnTo>
                  <a:lnTo>
                    <a:pt x="37" y="21"/>
                  </a:lnTo>
                  <a:lnTo>
                    <a:pt x="37" y="21"/>
                  </a:lnTo>
                  <a:lnTo>
                    <a:pt x="43" y="21"/>
                  </a:lnTo>
                  <a:close/>
                </a:path>
              </a:pathLst>
            </a:custGeom>
            <a:solidFill>
              <a:srgbClr val="000000"/>
            </a:solidFill>
            <a:ln w="9525">
              <a:solidFill>
                <a:srgbClr val="CC0000"/>
              </a:solidFill>
              <a:round/>
              <a:headEnd/>
              <a:tailEnd/>
            </a:ln>
          </p:spPr>
          <p:txBody>
            <a:bodyPr/>
            <a:lstStyle/>
            <a:p>
              <a:endParaRPr lang="en-US"/>
            </a:p>
          </p:txBody>
        </p:sp>
        <p:sp>
          <p:nvSpPr>
            <p:cNvPr id="414851" name="Freeform 131"/>
            <p:cNvSpPr>
              <a:spLocks noEditPoints="1"/>
            </p:cNvSpPr>
            <p:nvPr/>
          </p:nvSpPr>
          <p:spPr bwMode="auto">
            <a:xfrm>
              <a:off x="1893" y="1035"/>
              <a:ext cx="768" cy="635"/>
            </a:xfrm>
            <a:custGeom>
              <a:avLst/>
              <a:gdLst>
                <a:gd name="T0" fmla="*/ 2 w 768"/>
                <a:gd name="T1" fmla="*/ 625 h 635"/>
                <a:gd name="T2" fmla="*/ 14 w 768"/>
                <a:gd name="T3" fmla="*/ 635 h 635"/>
                <a:gd name="T4" fmla="*/ 2 w 768"/>
                <a:gd name="T5" fmla="*/ 625 h 635"/>
                <a:gd name="T6" fmla="*/ 8 w 768"/>
                <a:gd name="T7" fmla="*/ 631 h 635"/>
                <a:gd name="T8" fmla="*/ 2 w 768"/>
                <a:gd name="T9" fmla="*/ 625 h 635"/>
                <a:gd name="T10" fmla="*/ 25 w 768"/>
                <a:gd name="T11" fmla="*/ 597 h 635"/>
                <a:gd name="T12" fmla="*/ 52 w 768"/>
                <a:gd name="T13" fmla="*/ 568 h 635"/>
                <a:gd name="T14" fmla="*/ 37 w 768"/>
                <a:gd name="T15" fmla="*/ 606 h 635"/>
                <a:gd name="T16" fmla="*/ 2 w 768"/>
                <a:gd name="T17" fmla="*/ 625 h 635"/>
                <a:gd name="T18" fmla="*/ 67 w 768"/>
                <a:gd name="T19" fmla="*/ 552 h 635"/>
                <a:gd name="T20" fmla="*/ 100 w 768"/>
                <a:gd name="T21" fmla="*/ 524 h 635"/>
                <a:gd name="T22" fmla="*/ 129 w 768"/>
                <a:gd name="T23" fmla="*/ 522 h 635"/>
                <a:gd name="T24" fmla="*/ 94 w 768"/>
                <a:gd name="T25" fmla="*/ 549 h 635"/>
                <a:gd name="T26" fmla="*/ 64 w 768"/>
                <a:gd name="T27" fmla="*/ 577 h 635"/>
                <a:gd name="T28" fmla="*/ 117 w 768"/>
                <a:gd name="T29" fmla="*/ 508 h 635"/>
                <a:gd name="T30" fmla="*/ 217 w 768"/>
                <a:gd name="T31" fmla="*/ 437 h 635"/>
                <a:gd name="T32" fmla="*/ 323 w 768"/>
                <a:gd name="T33" fmla="*/ 378 h 635"/>
                <a:gd name="T34" fmla="*/ 428 w 768"/>
                <a:gd name="T35" fmla="*/ 332 h 635"/>
                <a:gd name="T36" fmla="*/ 478 w 768"/>
                <a:gd name="T37" fmla="*/ 316 h 635"/>
                <a:gd name="T38" fmla="*/ 524 w 768"/>
                <a:gd name="T39" fmla="*/ 309 h 635"/>
                <a:gd name="T40" fmla="*/ 505 w 768"/>
                <a:gd name="T41" fmla="*/ 328 h 635"/>
                <a:gd name="T42" fmla="*/ 457 w 768"/>
                <a:gd name="T43" fmla="*/ 339 h 635"/>
                <a:gd name="T44" fmla="*/ 382 w 768"/>
                <a:gd name="T45" fmla="*/ 368 h 635"/>
                <a:gd name="T46" fmla="*/ 277 w 768"/>
                <a:gd name="T47" fmla="*/ 420 h 635"/>
                <a:gd name="T48" fmla="*/ 175 w 768"/>
                <a:gd name="T49" fmla="*/ 485 h 635"/>
                <a:gd name="T50" fmla="*/ 117 w 768"/>
                <a:gd name="T51" fmla="*/ 508 h 635"/>
                <a:gd name="T52" fmla="*/ 526 w 768"/>
                <a:gd name="T53" fmla="*/ 324 h 635"/>
                <a:gd name="T54" fmla="*/ 526 w 768"/>
                <a:gd name="T55" fmla="*/ 324 h 635"/>
                <a:gd name="T56" fmla="*/ 549 w 768"/>
                <a:gd name="T57" fmla="*/ 303 h 635"/>
                <a:gd name="T58" fmla="*/ 596 w 768"/>
                <a:gd name="T59" fmla="*/ 288 h 635"/>
                <a:gd name="T60" fmla="*/ 624 w 768"/>
                <a:gd name="T61" fmla="*/ 291 h 635"/>
                <a:gd name="T62" fmla="*/ 578 w 768"/>
                <a:gd name="T63" fmla="*/ 311 h 635"/>
                <a:gd name="T64" fmla="*/ 526 w 768"/>
                <a:gd name="T65" fmla="*/ 324 h 635"/>
                <a:gd name="T66" fmla="*/ 619 w 768"/>
                <a:gd name="T67" fmla="*/ 278 h 635"/>
                <a:gd name="T68" fmla="*/ 651 w 768"/>
                <a:gd name="T69" fmla="*/ 259 h 635"/>
                <a:gd name="T70" fmla="*/ 678 w 768"/>
                <a:gd name="T71" fmla="*/ 236 h 635"/>
                <a:gd name="T72" fmla="*/ 703 w 768"/>
                <a:gd name="T73" fmla="*/ 209 h 635"/>
                <a:gd name="T74" fmla="*/ 724 w 768"/>
                <a:gd name="T75" fmla="*/ 182 h 635"/>
                <a:gd name="T76" fmla="*/ 728 w 768"/>
                <a:gd name="T77" fmla="*/ 205 h 635"/>
                <a:gd name="T78" fmla="*/ 703 w 768"/>
                <a:gd name="T79" fmla="*/ 234 h 635"/>
                <a:gd name="T80" fmla="*/ 676 w 768"/>
                <a:gd name="T81" fmla="*/ 259 h 635"/>
                <a:gd name="T82" fmla="*/ 644 w 768"/>
                <a:gd name="T83" fmla="*/ 282 h 635"/>
                <a:gd name="T84" fmla="*/ 619 w 768"/>
                <a:gd name="T85" fmla="*/ 278 h 635"/>
                <a:gd name="T86" fmla="*/ 732 w 768"/>
                <a:gd name="T87" fmla="*/ 167 h 635"/>
                <a:gd name="T88" fmla="*/ 743 w 768"/>
                <a:gd name="T89" fmla="*/ 136 h 635"/>
                <a:gd name="T90" fmla="*/ 751 w 768"/>
                <a:gd name="T91" fmla="*/ 105 h 635"/>
                <a:gd name="T92" fmla="*/ 753 w 768"/>
                <a:gd name="T93" fmla="*/ 73 h 635"/>
                <a:gd name="T94" fmla="*/ 766 w 768"/>
                <a:gd name="T95" fmla="*/ 55 h 635"/>
                <a:gd name="T96" fmla="*/ 768 w 768"/>
                <a:gd name="T97" fmla="*/ 90 h 635"/>
                <a:gd name="T98" fmla="*/ 765 w 768"/>
                <a:gd name="T99" fmla="*/ 124 h 635"/>
                <a:gd name="T100" fmla="*/ 753 w 768"/>
                <a:gd name="T101" fmla="*/ 157 h 635"/>
                <a:gd name="T102" fmla="*/ 738 w 768"/>
                <a:gd name="T103" fmla="*/ 190 h 635"/>
                <a:gd name="T104" fmla="*/ 751 w 768"/>
                <a:gd name="T105" fmla="*/ 57 h 635"/>
                <a:gd name="T106" fmla="*/ 745 w 768"/>
                <a:gd name="T107" fmla="*/ 32 h 635"/>
                <a:gd name="T108" fmla="*/ 734 w 768"/>
                <a:gd name="T109" fmla="*/ 7 h 635"/>
                <a:gd name="T110" fmla="*/ 755 w 768"/>
                <a:gd name="T111" fmla="*/ 13 h 635"/>
                <a:gd name="T112" fmla="*/ 765 w 768"/>
                <a:gd name="T113" fmla="*/ 42 h 635"/>
                <a:gd name="T114" fmla="*/ 751 w 768"/>
                <a:gd name="T115" fmla="*/ 57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68" h="635">
                  <a:moveTo>
                    <a:pt x="0" y="625"/>
                  </a:moveTo>
                  <a:lnTo>
                    <a:pt x="2" y="625"/>
                  </a:lnTo>
                  <a:lnTo>
                    <a:pt x="14" y="635"/>
                  </a:lnTo>
                  <a:lnTo>
                    <a:pt x="14" y="635"/>
                  </a:lnTo>
                  <a:lnTo>
                    <a:pt x="0" y="625"/>
                  </a:lnTo>
                  <a:close/>
                  <a:moveTo>
                    <a:pt x="2" y="625"/>
                  </a:moveTo>
                  <a:lnTo>
                    <a:pt x="2" y="625"/>
                  </a:lnTo>
                  <a:lnTo>
                    <a:pt x="8" y="631"/>
                  </a:lnTo>
                  <a:lnTo>
                    <a:pt x="2" y="625"/>
                  </a:lnTo>
                  <a:close/>
                  <a:moveTo>
                    <a:pt x="2" y="625"/>
                  </a:moveTo>
                  <a:lnTo>
                    <a:pt x="12" y="610"/>
                  </a:lnTo>
                  <a:lnTo>
                    <a:pt x="25" y="597"/>
                  </a:lnTo>
                  <a:lnTo>
                    <a:pt x="39" y="581"/>
                  </a:lnTo>
                  <a:lnTo>
                    <a:pt x="52" y="568"/>
                  </a:lnTo>
                  <a:lnTo>
                    <a:pt x="64" y="577"/>
                  </a:lnTo>
                  <a:lnTo>
                    <a:pt x="37" y="606"/>
                  </a:lnTo>
                  <a:lnTo>
                    <a:pt x="14" y="635"/>
                  </a:lnTo>
                  <a:lnTo>
                    <a:pt x="2" y="625"/>
                  </a:lnTo>
                  <a:close/>
                  <a:moveTo>
                    <a:pt x="52" y="568"/>
                  </a:moveTo>
                  <a:lnTo>
                    <a:pt x="67" y="552"/>
                  </a:lnTo>
                  <a:lnTo>
                    <a:pt x="85" y="537"/>
                  </a:lnTo>
                  <a:lnTo>
                    <a:pt x="100" y="524"/>
                  </a:lnTo>
                  <a:lnTo>
                    <a:pt x="117" y="508"/>
                  </a:lnTo>
                  <a:lnTo>
                    <a:pt x="129" y="522"/>
                  </a:lnTo>
                  <a:lnTo>
                    <a:pt x="112" y="535"/>
                  </a:lnTo>
                  <a:lnTo>
                    <a:pt x="94" y="549"/>
                  </a:lnTo>
                  <a:lnTo>
                    <a:pt x="79" y="564"/>
                  </a:lnTo>
                  <a:lnTo>
                    <a:pt x="64" y="577"/>
                  </a:lnTo>
                  <a:lnTo>
                    <a:pt x="52" y="568"/>
                  </a:lnTo>
                  <a:close/>
                  <a:moveTo>
                    <a:pt x="117" y="508"/>
                  </a:moveTo>
                  <a:lnTo>
                    <a:pt x="165" y="472"/>
                  </a:lnTo>
                  <a:lnTo>
                    <a:pt x="217" y="437"/>
                  </a:lnTo>
                  <a:lnTo>
                    <a:pt x="269" y="407"/>
                  </a:lnTo>
                  <a:lnTo>
                    <a:pt x="323" y="378"/>
                  </a:lnTo>
                  <a:lnTo>
                    <a:pt x="377" y="353"/>
                  </a:lnTo>
                  <a:lnTo>
                    <a:pt x="428" y="332"/>
                  </a:lnTo>
                  <a:lnTo>
                    <a:pt x="453" y="324"/>
                  </a:lnTo>
                  <a:lnTo>
                    <a:pt x="478" y="316"/>
                  </a:lnTo>
                  <a:lnTo>
                    <a:pt x="501" y="312"/>
                  </a:lnTo>
                  <a:lnTo>
                    <a:pt x="524" y="309"/>
                  </a:lnTo>
                  <a:lnTo>
                    <a:pt x="526" y="324"/>
                  </a:lnTo>
                  <a:lnTo>
                    <a:pt x="505" y="328"/>
                  </a:lnTo>
                  <a:lnTo>
                    <a:pt x="482" y="334"/>
                  </a:lnTo>
                  <a:lnTo>
                    <a:pt x="457" y="339"/>
                  </a:lnTo>
                  <a:lnTo>
                    <a:pt x="434" y="347"/>
                  </a:lnTo>
                  <a:lnTo>
                    <a:pt x="382" y="368"/>
                  </a:lnTo>
                  <a:lnTo>
                    <a:pt x="330" y="391"/>
                  </a:lnTo>
                  <a:lnTo>
                    <a:pt x="277" y="420"/>
                  </a:lnTo>
                  <a:lnTo>
                    <a:pt x="225" y="453"/>
                  </a:lnTo>
                  <a:lnTo>
                    <a:pt x="175" y="485"/>
                  </a:lnTo>
                  <a:lnTo>
                    <a:pt x="129" y="522"/>
                  </a:lnTo>
                  <a:lnTo>
                    <a:pt x="117" y="508"/>
                  </a:lnTo>
                  <a:close/>
                  <a:moveTo>
                    <a:pt x="526" y="324"/>
                  </a:moveTo>
                  <a:lnTo>
                    <a:pt x="526" y="324"/>
                  </a:lnTo>
                  <a:lnTo>
                    <a:pt x="524" y="316"/>
                  </a:lnTo>
                  <a:lnTo>
                    <a:pt x="526" y="324"/>
                  </a:lnTo>
                  <a:close/>
                  <a:moveTo>
                    <a:pt x="524" y="309"/>
                  </a:moveTo>
                  <a:lnTo>
                    <a:pt x="549" y="303"/>
                  </a:lnTo>
                  <a:lnTo>
                    <a:pt x="572" y="297"/>
                  </a:lnTo>
                  <a:lnTo>
                    <a:pt x="596" y="288"/>
                  </a:lnTo>
                  <a:lnTo>
                    <a:pt x="619" y="278"/>
                  </a:lnTo>
                  <a:lnTo>
                    <a:pt x="624" y="291"/>
                  </a:lnTo>
                  <a:lnTo>
                    <a:pt x="603" y="303"/>
                  </a:lnTo>
                  <a:lnTo>
                    <a:pt x="578" y="311"/>
                  </a:lnTo>
                  <a:lnTo>
                    <a:pt x="553" y="318"/>
                  </a:lnTo>
                  <a:lnTo>
                    <a:pt x="526" y="324"/>
                  </a:lnTo>
                  <a:lnTo>
                    <a:pt x="524" y="309"/>
                  </a:lnTo>
                  <a:close/>
                  <a:moveTo>
                    <a:pt x="619" y="278"/>
                  </a:moveTo>
                  <a:lnTo>
                    <a:pt x="634" y="268"/>
                  </a:lnTo>
                  <a:lnTo>
                    <a:pt x="651" y="259"/>
                  </a:lnTo>
                  <a:lnTo>
                    <a:pt x="665" y="247"/>
                  </a:lnTo>
                  <a:lnTo>
                    <a:pt x="678" y="236"/>
                  </a:lnTo>
                  <a:lnTo>
                    <a:pt x="692" y="222"/>
                  </a:lnTo>
                  <a:lnTo>
                    <a:pt x="703" y="209"/>
                  </a:lnTo>
                  <a:lnTo>
                    <a:pt x="715" y="195"/>
                  </a:lnTo>
                  <a:lnTo>
                    <a:pt x="724" y="182"/>
                  </a:lnTo>
                  <a:lnTo>
                    <a:pt x="738" y="190"/>
                  </a:lnTo>
                  <a:lnTo>
                    <a:pt x="728" y="205"/>
                  </a:lnTo>
                  <a:lnTo>
                    <a:pt x="717" y="218"/>
                  </a:lnTo>
                  <a:lnTo>
                    <a:pt x="703" y="234"/>
                  </a:lnTo>
                  <a:lnTo>
                    <a:pt x="690" y="247"/>
                  </a:lnTo>
                  <a:lnTo>
                    <a:pt x="676" y="259"/>
                  </a:lnTo>
                  <a:lnTo>
                    <a:pt x="659" y="270"/>
                  </a:lnTo>
                  <a:lnTo>
                    <a:pt x="644" y="282"/>
                  </a:lnTo>
                  <a:lnTo>
                    <a:pt x="624" y="291"/>
                  </a:lnTo>
                  <a:lnTo>
                    <a:pt x="619" y="278"/>
                  </a:lnTo>
                  <a:close/>
                  <a:moveTo>
                    <a:pt x="724" y="182"/>
                  </a:moveTo>
                  <a:lnTo>
                    <a:pt x="732" y="167"/>
                  </a:lnTo>
                  <a:lnTo>
                    <a:pt x="740" y="151"/>
                  </a:lnTo>
                  <a:lnTo>
                    <a:pt x="743" y="136"/>
                  </a:lnTo>
                  <a:lnTo>
                    <a:pt x="749" y="121"/>
                  </a:lnTo>
                  <a:lnTo>
                    <a:pt x="751" y="105"/>
                  </a:lnTo>
                  <a:lnTo>
                    <a:pt x="753" y="90"/>
                  </a:lnTo>
                  <a:lnTo>
                    <a:pt x="753" y="73"/>
                  </a:lnTo>
                  <a:lnTo>
                    <a:pt x="751" y="57"/>
                  </a:lnTo>
                  <a:lnTo>
                    <a:pt x="766" y="55"/>
                  </a:lnTo>
                  <a:lnTo>
                    <a:pt x="768" y="73"/>
                  </a:lnTo>
                  <a:lnTo>
                    <a:pt x="768" y="90"/>
                  </a:lnTo>
                  <a:lnTo>
                    <a:pt x="766" y="107"/>
                  </a:lnTo>
                  <a:lnTo>
                    <a:pt x="765" y="124"/>
                  </a:lnTo>
                  <a:lnTo>
                    <a:pt x="759" y="142"/>
                  </a:lnTo>
                  <a:lnTo>
                    <a:pt x="753" y="157"/>
                  </a:lnTo>
                  <a:lnTo>
                    <a:pt x="745" y="174"/>
                  </a:lnTo>
                  <a:lnTo>
                    <a:pt x="738" y="190"/>
                  </a:lnTo>
                  <a:lnTo>
                    <a:pt x="724" y="182"/>
                  </a:lnTo>
                  <a:close/>
                  <a:moveTo>
                    <a:pt x="751" y="57"/>
                  </a:moveTo>
                  <a:lnTo>
                    <a:pt x="749" y="46"/>
                  </a:lnTo>
                  <a:lnTo>
                    <a:pt x="745" y="32"/>
                  </a:lnTo>
                  <a:lnTo>
                    <a:pt x="740" y="21"/>
                  </a:lnTo>
                  <a:lnTo>
                    <a:pt x="734" y="7"/>
                  </a:lnTo>
                  <a:lnTo>
                    <a:pt x="749" y="0"/>
                  </a:lnTo>
                  <a:lnTo>
                    <a:pt x="755" y="13"/>
                  </a:lnTo>
                  <a:lnTo>
                    <a:pt x="761" y="28"/>
                  </a:lnTo>
                  <a:lnTo>
                    <a:pt x="765" y="42"/>
                  </a:lnTo>
                  <a:lnTo>
                    <a:pt x="766" y="55"/>
                  </a:lnTo>
                  <a:lnTo>
                    <a:pt x="751" y="57"/>
                  </a:lnTo>
                  <a:close/>
                </a:path>
              </a:pathLst>
            </a:custGeom>
            <a:solidFill>
              <a:srgbClr val="1F1A17"/>
            </a:solidFill>
            <a:ln w="9525">
              <a:solidFill>
                <a:srgbClr val="CC0000"/>
              </a:solidFill>
              <a:round/>
              <a:headEnd/>
              <a:tailEnd/>
            </a:ln>
          </p:spPr>
          <p:txBody>
            <a:bodyPr/>
            <a:lstStyle/>
            <a:p>
              <a:endParaRPr lang="en-US"/>
            </a:p>
          </p:txBody>
        </p:sp>
        <p:sp>
          <p:nvSpPr>
            <p:cNvPr id="414852" name="Freeform 132"/>
            <p:cNvSpPr>
              <a:spLocks/>
            </p:cNvSpPr>
            <p:nvPr/>
          </p:nvSpPr>
          <p:spPr bwMode="auto">
            <a:xfrm>
              <a:off x="2366" y="499"/>
              <a:ext cx="48" cy="79"/>
            </a:xfrm>
            <a:custGeom>
              <a:avLst/>
              <a:gdLst>
                <a:gd name="T0" fmla="*/ 13 w 48"/>
                <a:gd name="T1" fmla="*/ 79 h 79"/>
                <a:gd name="T2" fmla="*/ 21 w 48"/>
                <a:gd name="T3" fmla="*/ 60 h 79"/>
                <a:gd name="T4" fmla="*/ 27 w 48"/>
                <a:gd name="T5" fmla="*/ 46 h 79"/>
                <a:gd name="T6" fmla="*/ 32 w 48"/>
                <a:gd name="T7" fmla="*/ 33 h 79"/>
                <a:gd name="T8" fmla="*/ 40 w 48"/>
                <a:gd name="T9" fmla="*/ 21 h 79"/>
                <a:gd name="T10" fmla="*/ 48 w 48"/>
                <a:gd name="T11" fmla="*/ 10 h 79"/>
                <a:gd name="T12" fmla="*/ 36 w 48"/>
                <a:gd name="T13" fmla="*/ 0 h 79"/>
                <a:gd name="T14" fmla="*/ 27 w 48"/>
                <a:gd name="T15" fmla="*/ 12 h 79"/>
                <a:gd name="T16" fmla="*/ 19 w 48"/>
                <a:gd name="T17" fmla="*/ 25 h 79"/>
                <a:gd name="T18" fmla="*/ 11 w 48"/>
                <a:gd name="T19" fmla="*/ 39 h 79"/>
                <a:gd name="T20" fmla="*/ 5 w 48"/>
                <a:gd name="T21" fmla="*/ 54 h 79"/>
                <a:gd name="T22" fmla="*/ 0 w 48"/>
                <a:gd name="T23" fmla="*/ 73 h 79"/>
                <a:gd name="T24" fmla="*/ 13 w 48"/>
                <a:gd name="T25"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79">
                  <a:moveTo>
                    <a:pt x="13" y="79"/>
                  </a:moveTo>
                  <a:lnTo>
                    <a:pt x="21" y="60"/>
                  </a:lnTo>
                  <a:lnTo>
                    <a:pt x="27" y="46"/>
                  </a:lnTo>
                  <a:lnTo>
                    <a:pt x="32" y="33"/>
                  </a:lnTo>
                  <a:lnTo>
                    <a:pt x="40" y="21"/>
                  </a:lnTo>
                  <a:lnTo>
                    <a:pt x="48" y="10"/>
                  </a:lnTo>
                  <a:lnTo>
                    <a:pt x="36" y="0"/>
                  </a:lnTo>
                  <a:lnTo>
                    <a:pt x="27" y="12"/>
                  </a:lnTo>
                  <a:lnTo>
                    <a:pt x="19" y="25"/>
                  </a:lnTo>
                  <a:lnTo>
                    <a:pt x="11" y="39"/>
                  </a:lnTo>
                  <a:lnTo>
                    <a:pt x="5" y="54"/>
                  </a:lnTo>
                  <a:lnTo>
                    <a:pt x="0" y="73"/>
                  </a:lnTo>
                  <a:lnTo>
                    <a:pt x="13" y="79"/>
                  </a:lnTo>
                  <a:close/>
                </a:path>
              </a:pathLst>
            </a:custGeom>
            <a:solidFill>
              <a:srgbClr val="1F1A17"/>
            </a:solidFill>
            <a:ln w="9525">
              <a:solidFill>
                <a:srgbClr val="CC0000"/>
              </a:solidFill>
              <a:round/>
              <a:headEnd/>
              <a:tailEnd/>
            </a:ln>
          </p:spPr>
          <p:txBody>
            <a:bodyPr/>
            <a:lstStyle/>
            <a:p>
              <a:endParaRPr lang="en-US"/>
            </a:p>
          </p:txBody>
        </p:sp>
        <p:sp>
          <p:nvSpPr>
            <p:cNvPr id="414853" name="Freeform 133"/>
            <p:cNvSpPr>
              <a:spLocks/>
            </p:cNvSpPr>
            <p:nvPr/>
          </p:nvSpPr>
          <p:spPr bwMode="auto">
            <a:xfrm>
              <a:off x="2354" y="620"/>
              <a:ext cx="23" cy="83"/>
            </a:xfrm>
            <a:custGeom>
              <a:avLst/>
              <a:gdLst>
                <a:gd name="T0" fmla="*/ 23 w 23"/>
                <a:gd name="T1" fmla="*/ 79 h 83"/>
                <a:gd name="T2" fmla="*/ 23 w 23"/>
                <a:gd name="T3" fmla="*/ 77 h 83"/>
                <a:gd name="T4" fmla="*/ 17 w 23"/>
                <a:gd name="T5" fmla="*/ 48 h 83"/>
                <a:gd name="T6" fmla="*/ 15 w 23"/>
                <a:gd name="T7" fmla="*/ 21 h 83"/>
                <a:gd name="T8" fmla="*/ 17 w 23"/>
                <a:gd name="T9" fmla="*/ 2 h 83"/>
                <a:gd name="T10" fmla="*/ 2 w 23"/>
                <a:gd name="T11" fmla="*/ 0 h 83"/>
                <a:gd name="T12" fmla="*/ 0 w 23"/>
                <a:gd name="T13" fmla="*/ 21 h 83"/>
                <a:gd name="T14" fmla="*/ 2 w 23"/>
                <a:gd name="T15" fmla="*/ 50 h 83"/>
                <a:gd name="T16" fmla="*/ 8 w 23"/>
                <a:gd name="T17" fmla="*/ 81 h 83"/>
                <a:gd name="T18" fmla="*/ 8 w 23"/>
                <a:gd name="T19" fmla="*/ 83 h 83"/>
                <a:gd name="T20" fmla="*/ 23 w 23"/>
                <a:gd name="T21" fmla="*/ 7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 h="83">
                  <a:moveTo>
                    <a:pt x="23" y="79"/>
                  </a:moveTo>
                  <a:lnTo>
                    <a:pt x="23" y="77"/>
                  </a:lnTo>
                  <a:lnTo>
                    <a:pt x="17" y="48"/>
                  </a:lnTo>
                  <a:lnTo>
                    <a:pt x="15" y="21"/>
                  </a:lnTo>
                  <a:lnTo>
                    <a:pt x="17" y="2"/>
                  </a:lnTo>
                  <a:lnTo>
                    <a:pt x="2" y="0"/>
                  </a:lnTo>
                  <a:lnTo>
                    <a:pt x="0" y="21"/>
                  </a:lnTo>
                  <a:lnTo>
                    <a:pt x="2" y="50"/>
                  </a:lnTo>
                  <a:lnTo>
                    <a:pt x="8" y="81"/>
                  </a:lnTo>
                  <a:lnTo>
                    <a:pt x="8" y="83"/>
                  </a:lnTo>
                  <a:lnTo>
                    <a:pt x="23" y="79"/>
                  </a:lnTo>
                  <a:close/>
                </a:path>
              </a:pathLst>
            </a:custGeom>
            <a:solidFill>
              <a:srgbClr val="1F1A17"/>
            </a:solidFill>
            <a:ln w="9525">
              <a:solidFill>
                <a:srgbClr val="CC0000"/>
              </a:solidFill>
              <a:round/>
              <a:headEnd/>
              <a:tailEnd/>
            </a:ln>
          </p:spPr>
          <p:txBody>
            <a:bodyPr/>
            <a:lstStyle/>
            <a:p>
              <a:endParaRPr lang="en-US"/>
            </a:p>
          </p:txBody>
        </p:sp>
        <p:sp>
          <p:nvSpPr>
            <p:cNvPr id="414854" name="Freeform 134"/>
            <p:cNvSpPr>
              <a:spLocks/>
            </p:cNvSpPr>
            <p:nvPr/>
          </p:nvSpPr>
          <p:spPr bwMode="auto">
            <a:xfrm>
              <a:off x="2377" y="743"/>
              <a:ext cx="54" cy="77"/>
            </a:xfrm>
            <a:custGeom>
              <a:avLst/>
              <a:gdLst>
                <a:gd name="T0" fmla="*/ 54 w 54"/>
                <a:gd name="T1" fmla="*/ 67 h 77"/>
                <a:gd name="T2" fmla="*/ 50 w 54"/>
                <a:gd name="T3" fmla="*/ 61 h 77"/>
                <a:gd name="T4" fmla="*/ 33 w 54"/>
                <a:gd name="T5" fmla="*/ 36 h 77"/>
                <a:gd name="T6" fmla="*/ 19 w 54"/>
                <a:gd name="T7" fmla="*/ 10 h 77"/>
                <a:gd name="T8" fmla="*/ 16 w 54"/>
                <a:gd name="T9" fmla="*/ 0 h 77"/>
                <a:gd name="T10" fmla="*/ 0 w 54"/>
                <a:gd name="T11" fmla="*/ 6 h 77"/>
                <a:gd name="T12" fmla="*/ 4 w 54"/>
                <a:gd name="T13" fmla="*/ 17 h 77"/>
                <a:gd name="T14" fmla="*/ 19 w 54"/>
                <a:gd name="T15" fmla="*/ 44 h 77"/>
                <a:gd name="T16" fmla="*/ 39 w 54"/>
                <a:gd name="T17" fmla="*/ 71 h 77"/>
                <a:gd name="T18" fmla="*/ 42 w 54"/>
                <a:gd name="T19" fmla="*/ 77 h 77"/>
                <a:gd name="T20" fmla="*/ 54 w 54"/>
                <a:gd name="T21" fmla="*/ 6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 h="77">
                  <a:moveTo>
                    <a:pt x="54" y="67"/>
                  </a:moveTo>
                  <a:lnTo>
                    <a:pt x="50" y="61"/>
                  </a:lnTo>
                  <a:lnTo>
                    <a:pt x="33" y="36"/>
                  </a:lnTo>
                  <a:lnTo>
                    <a:pt x="19" y="10"/>
                  </a:lnTo>
                  <a:lnTo>
                    <a:pt x="16" y="0"/>
                  </a:lnTo>
                  <a:lnTo>
                    <a:pt x="0" y="6"/>
                  </a:lnTo>
                  <a:lnTo>
                    <a:pt x="4" y="17"/>
                  </a:lnTo>
                  <a:lnTo>
                    <a:pt x="19" y="44"/>
                  </a:lnTo>
                  <a:lnTo>
                    <a:pt x="39" y="71"/>
                  </a:lnTo>
                  <a:lnTo>
                    <a:pt x="42" y="77"/>
                  </a:lnTo>
                  <a:lnTo>
                    <a:pt x="54" y="67"/>
                  </a:lnTo>
                  <a:close/>
                </a:path>
              </a:pathLst>
            </a:custGeom>
            <a:solidFill>
              <a:srgbClr val="1F1A17"/>
            </a:solidFill>
            <a:ln w="9525">
              <a:solidFill>
                <a:srgbClr val="CC0000"/>
              </a:solidFill>
              <a:round/>
              <a:headEnd/>
              <a:tailEnd/>
            </a:ln>
          </p:spPr>
          <p:txBody>
            <a:bodyPr/>
            <a:lstStyle/>
            <a:p>
              <a:endParaRPr lang="en-US"/>
            </a:p>
          </p:txBody>
        </p:sp>
        <p:sp>
          <p:nvSpPr>
            <p:cNvPr id="414855" name="Freeform 135"/>
            <p:cNvSpPr>
              <a:spLocks/>
            </p:cNvSpPr>
            <p:nvPr/>
          </p:nvSpPr>
          <p:spPr bwMode="auto">
            <a:xfrm>
              <a:off x="2452" y="845"/>
              <a:ext cx="75" cy="59"/>
            </a:xfrm>
            <a:custGeom>
              <a:avLst/>
              <a:gdLst>
                <a:gd name="T0" fmla="*/ 75 w 75"/>
                <a:gd name="T1" fmla="*/ 46 h 59"/>
                <a:gd name="T2" fmla="*/ 71 w 75"/>
                <a:gd name="T3" fmla="*/ 44 h 59"/>
                <a:gd name="T4" fmla="*/ 42 w 75"/>
                <a:gd name="T5" fmla="*/ 27 h 59"/>
                <a:gd name="T6" fmla="*/ 17 w 75"/>
                <a:gd name="T7" fmla="*/ 5 h 59"/>
                <a:gd name="T8" fmla="*/ 12 w 75"/>
                <a:gd name="T9" fmla="*/ 0 h 59"/>
                <a:gd name="T10" fmla="*/ 0 w 75"/>
                <a:gd name="T11" fmla="*/ 11 h 59"/>
                <a:gd name="T12" fmla="*/ 8 w 75"/>
                <a:gd name="T13" fmla="*/ 17 h 59"/>
                <a:gd name="T14" fmla="*/ 35 w 75"/>
                <a:gd name="T15" fmla="*/ 38 h 59"/>
                <a:gd name="T16" fmla="*/ 63 w 75"/>
                <a:gd name="T17" fmla="*/ 57 h 59"/>
                <a:gd name="T18" fmla="*/ 67 w 75"/>
                <a:gd name="T19" fmla="*/ 59 h 59"/>
                <a:gd name="T20" fmla="*/ 75 w 75"/>
                <a:gd name="T21" fmla="*/ 46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5" h="59">
                  <a:moveTo>
                    <a:pt x="75" y="46"/>
                  </a:moveTo>
                  <a:lnTo>
                    <a:pt x="71" y="44"/>
                  </a:lnTo>
                  <a:lnTo>
                    <a:pt x="42" y="27"/>
                  </a:lnTo>
                  <a:lnTo>
                    <a:pt x="17" y="5"/>
                  </a:lnTo>
                  <a:lnTo>
                    <a:pt x="12" y="0"/>
                  </a:lnTo>
                  <a:lnTo>
                    <a:pt x="0" y="11"/>
                  </a:lnTo>
                  <a:lnTo>
                    <a:pt x="8" y="17"/>
                  </a:lnTo>
                  <a:lnTo>
                    <a:pt x="35" y="38"/>
                  </a:lnTo>
                  <a:lnTo>
                    <a:pt x="63" y="57"/>
                  </a:lnTo>
                  <a:lnTo>
                    <a:pt x="67" y="59"/>
                  </a:lnTo>
                  <a:lnTo>
                    <a:pt x="75" y="46"/>
                  </a:lnTo>
                  <a:close/>
                </a:path>
              </a:pathLst>
            </a:custGeom>
            <a:solidFill>
              <a:srgbClr val="1F1A17"/>
            </a:solidFill>
            <a:ln w="9525">
              <a:solidFill>
                <a:srgbClr val="CC0000"/>
              </a:solidFill>
              <a:round/>
              <a:headEnd/>
              <a:tailEnd/>
            </a:ln>
          </p:spPr>
          <p:txBody>
            <a:bodyPr/>
            <a:lstStyle/>
            <a:p>
              <a:endParaRPr lang="en-US"/>
            </a:p>
          </p:txBody>
        </p:sp>
        <p:sp>
          <p:nvSpPr>
            <p:cNvPr id="414856" name="Freeform 136"/>
            <p:cNvSpPr>
              <a:spLocks noEditPoints="1"/>
            </p:cNvSpPr>
            <p:nvPr/>
          </p:nvSpPr>
          <p:spPr bwMode="auto">
            <a:xfrm>
              <a:off x="2537" y="893"/>
              <a:ext cx="105" cy="147"/>
            </a:xfrm>
            <a:custGeom>
              <a:avLst/>
              <a:gdLst>
                <a:gd name="T0" fmla="*/ 9 w 105"/>
                <a:gd name="T1" fmla="*/ 2 h 147"/>
                <a:gd name="T2" fmla="*/ 9 w 105"/>
                <a:gd name="T3" fmla="*/ 0 h 147"/>
                <a:gd name="T4" fmla="*/ 9 w 105"/>
                <a:gd name="T5" fmla="*/ 0 h 147"/>
                <a:gd name="T6" fmla="*/ 1 w 105"/>
                <a:gd name="T7" fmla="*/ 13 h 147"/>
                <a:gd name="T8" fmla="*/ 1 w 105"/>
                <a:gd name="T9" fmla="*/ 13 h 147"/>
                <a:gd name="T10" fmla="*/ 0 w 105"/>
                <a:gd name="T11" fmla="*/ 13 h 147"/>
                <a:gd name="T12" fmla="*/ 9 w 105"/>
                <a:gd name="T13" fmla="*/ 2 h 147"/>
                <a:gd name="T14" fmla="*/ 9 w 105"/>
                <a:gd name="T15" fmla="*/ 0 h 147"/>
                <a:gd name="T16" fmla="*/ 9 w 105"/>
                <a:gd name="T17" fmla="*/ 0 h 147"/>
                <a:gd name="T18" fmla="*/ 5 w 105"/>
                <a:gd name="T19" fmla="*/ 7 h 147"/>
                <a:gd name="T20" fmla="*/ 9 w 105"/>
                <a:gd name="T21" fmla="*/ 0 h 147"/>
                <a:gd name="T22" fmla="*/ 9 w 105"/>
                <a:gd name="T23" fmla="*/ 0 h 147"/>
                <a:gd name="T24" fmla="*/ 23 w 105"/>
                <a:gd name="T25" fmla="*/ 11 h 147"/>
                <a:gd name="T26" fmla="*/ 34 w 105"/>
                <a:gd name="T27" fmla="*/ 21 h 147"/>
                <a:gd name="T28" fmla="*/ 25 w 105"/>
                <a:gd name="T29" fmla="*/ 32 h 147"/>
                <a:gd name="T30" fmla="*/ 13 w 105"/>
                <a:gd name="T31" fmla="*/ 23 h 147"/>
                <a:gd name="T32" fmla="*/ 0 w 105"/>
                <a:gd name="T33" fmla="*/ 13 h 147"/>
                <a:gd name="T34" fmla="*/ 9 w 105"/>
                <a:gd name="T35" fmla="*/ 0 h 147"/>
                <a:gd name="T36" fmla="*/ 34 w 105"/>
                <a:gd name="T37" fmla="*/ 21 h 147"/>
                <a:gd name="T38" fmla="*/ 46 w 105"/>
                <a:gd name="T39" fmla="*/ 30 h 147"/>
                <a:gd name="T40" fmla="*/ 57 w 105"/>
                <a:gd name="T41" fmla="*/ 42 h 147"/>
                <a:gd name="T42" fmla="*/ 46 w 105"/>
                <a:gd name="T43" fmla="*/ 53 h 147"/>
                <a:gd name="T44" fmla="*/ 34 w 105"/>
                <a:gd name="T45" fmla="*/ 42 h 147"/>
                <a:gd name="T46" fmla="*/ 25 w 105"/>
                <a:gd name="T47" fmla="*/ 32 h 147"/>
                <a:gd name="T48" fmla="*/ 34 w 105"/>
                <a:gd name="T49" fmla="*/ 21 h 147"/>
                <a:gd name="T50" fmla="*/ 57 w 105"/>
                <a:gd name="T51" fmla="*/ 42 h 147"/>
                <a:gd name="T52" fmla="*/ 71 w 105"/>
                <a:gd name="T53" fmla="*/ 57 h 147"/>
                <a:gd name="T54" fmla="*/ 80 w 105"/>
                <a:gd name="T55" fmla="*/ 73 h 147"/>
                <a:gd name="T56" fmla="*/ 90 w 105"/>
                <a:gd name="T57" fmla="*/ 88 h 147"/>
                <a:gd name="T58" fmla="*/ 98 w 105"/>
                <a:gd name="T59" fmla="*/ 101 h 147"/>
                <a:gd name="T60" fmla="*/ 103 w 105"/>
                <a:gd name="T61" fmla="*/ 115 h 147"/>
                <a:gd name="T62" fmla="*/ 105 w 105"/>
                <a:gd name="T63" fmla="*/ 128 h 147"/>
                <a:gd name="T64" fmla="*/ 105 w 105"/>
                <a:gd name="T65" fmla="*/ 138 h 147"/>
                <a:gd name="T66" fmla="*/ 101 w 105"/>
                <a:gd name="T67" fmla="*/ 147 h 147"/>
                <a:gd name="T68" fmla="*/ 88 w 105"/>
                <a:gd name="T69" fmla="*/ 140 h 147"/>
                <a:gd name="T70" fmla="*/ 90 w 105"/>
                <a:gd name="T71" fmla="*/ 132 h 147"/>
                <a:gd name="T72" fmla="*/ 90 w 105"/>
                <a:gd name="T73" fmla="*/ 124 h 147"/>
                <a:gd name="T74" fmla="*/ 88 w 105"/>
                <a:gd name="T75" fmla="*/ 115 h 147"/>
                <a:gd name="T76" fmla="*/ 82 w 105"/>
                <a:gd name="T77" fmla="*/ 103 h 147"/>
                <a:gd name="T78" fmla="*/ 74 w 105"/>
                <a:gd name="T79" fmla="*/ 92 h 147"/>
                <a:gd name="T80" fmla="*/ 67 w 105"/>
                <a:gd name="T81" fmla="*/ 78 h 147"/>
                <a:gd name="T82" fmla="*/ 57 w 105"/>
                <a:gd name="T83" fmla="*/ 67 h 147"/>
                <a:gd name="T84" fmla="*/ 46 w 105"/>
                <a:gd name="T85" fmla="*/ 53 h 147"/>
                <a:gd name="T86" fmla="*/ 57 w 105"/>
                <a:gd name="T87" fmla="*/ 42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05" h="147">
                  <a:moveTo>
                    <a:pt x="9" y="2"/>
                  </a:moveTo>
                  <a:lnTo>
                    <a:pt x="9" y="0"/>
                  </a:lnTo>
                  <a:lnTo>
                    <a:pt x="9" y="0"/>
                  </a:lnTo>
                  <a:lnTo>
                    <a:pt x="1" y="13"/>
                  </a:lnTo>
                  <a:lnTo>
                    <a:pt x="1" y="13"/>
                  </a:lnTo>
                  <a:lnTo>
                    <a:pt x="0" y="13"/>
                  </a:lnTo>
                  <a:lnTo>
                    <a:pt x="9" y="2"/>
                  </a:lnTo>
                  <a:close/>
                  <a:moveTo>
                    <a:pt x="9" y="0"/>
                  </a:moveTo>
                  <a:lnTo>
                    <a:pt x="9" y="0"/>
                  </a:lnTo>
                  <a:lnTo>
                    <a:pt x="5" y="7"/>
                  </a:lnTo>
                  <a:lnTo>
                    <a:pt x="9" y="0"/>
                  </a:lnTo>
                  <a:close/>
                  <a:moveTo>
                    <a:pt x="9" y="0"/>
                  </a:moveTo>
                  <a:lnTo>
                    <a:pt x="23" y="11"/>
                  </a:lnTo>
                  <a:lnTo>
                    <a:pt x="34" y="21"/>
                  </a:lnTo>
                  <a:lnTo>
                    <a:pt x="25" y="32"/>
                  </a:lnTo>
                  <a:lnTo>
                    <a:pt x="13" y="23"/>
                  </a:lnTo>
                  <a:lnTo>
                    <a:pt x="0" y="13"/>
                  </a:lnTo>
                  <a:lnTo>
                    <a:pt x="9" y="0"/>
                  </a:lnTo>
                  <a:close/>
                  <a:moveTo>
                    <a:pt x="34" y="21"/>
                  </a:moveTo>
                  <a:lnTo>
                    <a:pt x="46" y="30"/>
                  </a:lnTo>
                  <a:lnTo>
                    <a:pt x="57" y="42"/>
                  </a:lnTo>
                  <a:lnTo>
                    <a:pt x="46" y="53"/>
                  </a:lnTo>
                  <a:lnTo>
                    <a:pt x="34" y="42"/>
                  </a:lnTo>
                  <a:lnTo>
                    <a:pt x="25" y="32"/>
                  </a:lnTo>
                  <a:lnTo>
                    <a:pt x="34" y="21"/>
                  </a:lnTo>
                  <a:close/>
                  <a:moveTo>
                    <a:pt x="57" y="42"/>
                  </a:moveTo>
                  <a:lnTo>
                    <a:pt x="71" y="57"/>
                  </a:lnTo>
                  <a:lnTo>
                    <a:pt x="80" y="73"/>
                  </a:lnTo>
                  <a:lnTo>
                    <a:pt x="90" y="88"/>
                  </a:lnTo>
                  <a:lnTo>
                    <a:pt x="98" y="101"/>
                  </a:lnTo>
                  <a:lnTo>
                    <a:pt x="103" y="115"/>
                  </a:lnTo>
                  <a:lnTo>
                    <a:pt x="105" y="128"/>
                  </a:lnTo>
                  <a:lnTo>
                    <a:pt x="105" y="138"/>
                  </a:lnTo>
                  <a:lnTo>
                    <a:pt x="101" y="147"/>
                  </a:lnTo>
                  <a:lnTo>
                    <a:pt x="88" y="140"/>
                  </a:lnTo>
                  <a:lnTo>
                    <a:pt x="90" y="132"/>
                  </a:lnTo>
                  <a:lnTo>
                    <a:pt x="90" y="124"/>
                  </a:lnTo>
                  <a:lnTo>
                    <a:pt x="88" y="115"/>
                  </a:lnTo>
                  <a:lnTo>
                    <a:pt x="82" y="103"/>
                  </a:lnTo>
                  <a:lnTo>
                    <a:pt x="74" y="92"/>
                  </a:lnTo>
                  <a:lnTo>
                    <a:pt x="67" y="78"/>
                  </a:lnTo>
                  <a:lnTo>
                    <a:pt x="57" y="67"/>
                  </a:lnTo>
                  <a:lnTo>
                    <a:pt x="46" y="53"/>
                  </a:lnTo>
                  <a:lnTo>
                    <a:pt x="57" y="42"/>
                  </a:lnTo>
                  <a:close/>
                </a:path>
              </a:pathLst>
            </a:custGeom>
            <a:solidFill>
              <a:srgbClr val="1F1A17"/>
            </a:solidFill>
            <a:ln w="9525">
              <a:solidFill>
                <a:srgbClr val="CC0000"/>
              </a:solidFill>
              <a:round/>
              <a:headEnd/>
              <a:tailEnd/>
            </a:ln>
          </p:spPr>
          <p:txBody>
            <a:bodyPr/>
            <a:lstStyle/>
            <a:p>
              <a:endParaRPr lang="en-US"/>
            </a:p>
          </p:txBody>
        </p:sp>
      </p:grpSp>
      <p:sp>
        <p:nvSpPr>
          <p:cNvPr id="414857" name="Oval 137"/>
          <p:cNvSpPr>
            <a:spLocks noChangeArrowheads="1"/>
          </p:cNvSpPr>
          <p:nvPr/>
        </p:nvSpPr>
        <p:spPr bwMode="auto">
          <a:xfrm>
            <a:off x="5057775" y="2819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58" name="Oval 138"/>
          <p:cNvSpPr>
            <a:spLocks noChangeArrowheads="1"/>
          </p:cNvSpPr>
          <p:nvPr/>
        </p:nvSpPr>
        <p:spPr bwMode="auto">
          <a:xfrm>
            <a:off x="5181600" y="3276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59" name="Oval 139"/>
          <p:cNvSpPr>
            <a:spLocks noChangeArrowheads="1"/>
          </p:cNvSpPr>
          <p:nvPr/>
        </p:nvSpPr>
        <p:spPr bwMode="auto">
          <a:xfrm>
            <a:off x="5191125" y="36576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0" name="Oval 140"/>
          <p:cNvSpPr>
            <a:spLocks noChangeArrowheads="1"/>
          </p:cNvSpPr>
          <p:nvPr/>
        </p:nvSpPr>
        <p:spPr bwMode="auto">
          <a:xfrm>
            <a:off x="5095875" y="39909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1" name="Oval 141"/>
          <p:cNvSpPr>
            <a:spLocks noChangeArrowheads="1"/>
          </p:cNvSpPr>
          <p:nvPr/>
        </p:nvSpPr>
        <p:spPr bwMode="auto">
          <a:xfrm>
            <a:off x="4867275" y="42672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2" name="Oval 142"/>
          <p:cNvSpPr>
            <a:spLocks noChangeArrowheads="1"/>
          </p:cNvSpPr>
          <p:nvPr/>
        </p:nvSpPr>
        <p:spPr bwMode="auto">
          <a:xfrm>
            <a:off x="4433888" y="4295775"/>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3" name="Oval 143"/>
          <p:cNvSpPr>
            <a:spLocks noChangeArrowheads="1"/>
          </p:cNvSpPr>
          <p:nvPr/>
        </p:nvSpPr>
        <p:spPr bwMode="auto">
          <a:xfrm>
            <a:off x="4114800" y="4148138"/>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4" name="Oval 144"/>
          <p:cNvSpPr>
            <a:spLocks noChangeArrowheads="1"/>
          </p:cNvSpPr>
          <p:nvPr/>
        </p:nvSpPr>
        <p:spPr bwMode="auto">
          <a:xfrm>
            <a:off x="3962400" y="3962400"/>
            <a:ext cx="76200" cy="762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865" name="Arc 145"/>
          <p:cNvSpPr>
            <a:spLocks/>
          </p:cNvSpPr>
          <p:nvPr/>
        </p:nvSpPr>
        <p:spPr bwMode="auto">
          <a:xfrm rot="3787319">
            <a:off x="3666331" y="2672557"/>
            <a:ext cx="1787525" cy="1579562"/>
          </a:xfrm>
          <a:custGeom>
            <a:avLst/>
            <a:gdLst>
              <a:gd name="G0" fmla="+- 2540 0 0"/>
              <a:gd name="G1" fmla="+- 21600 0 0"/>
              <a:gd name="G2" fmla="+- 21600 0 0"/>
              <a:gd name="T0" fmla="*/ 0 w 24140"/>
              <a:gd name="T1" fmla="*/ 150 h 39168"/>
              <a:gd name="T2" fmla="*/ 15107 w 24140"/>
              <a:gd name="T3" fmla="*/ 39168 h 39168"/>
              <a:gd name="T4" fmla="*/ 2540 w 24140"/>
              <a:gd name="T5" fmla="*/ 21600 h 39168"/>
            </a:gdLst>
            <a:ahLst/>
            <a:cxnLst>
              <a:cxn ang="0">
                <a:pos x="T0" y="T1"/>
              </a:cxn>
              <a:cxn ang="0">
                <a:pos x="T2" y="T3"/>
              </a:cxn>
              <a:cxn ang="0">
                <a:pos x="T4" y="T5"/>
              </a:cxn>
            </a:cxnLst>
            <a:rect l="0" t="0" r="r" b="b"/>
            <a:pathLst>
              <a:path w="24140" h="39168" fill="none" extrusionOk="0">
                <a:moveTo>
                  <a:pt x="-1" y="149"/>
                </a:moveTo>
                <a:cubicBezTo>
                  <a:pt x="842" y="50"/>
                  <a:pt x="1691" y="-1"/>
                  <a:pt x="2540" y="-1"/>
                </a:cubicBezTo>
                <a:cubicBezTo>
                  <a:pt x="14469" y="0"/>
                  <a:pt x="24140" y="9670"/>
                  <a:pt x="24140" y="21600"/>
                </a:cubicBezTo>
                <a:cubicBezTo>
                  <a:pt x="24140" y="28570"/>
                  <a:pt x="20776" y="35112"/>
                  <a:pt x="15106" y="39167"/>
                </a:cubicBezTo>
              </a:path>
              <a:path w="24140" h="39168" stroke="0" extrusionOk="0">
                <a:moveTo>
                  <a:pt x="-1" y="149"/>
                </a:moveTo>
                <a:cubicBezTo>
                  <a:pt x="842" y="50"/>
                  <a:pt x="1691" y="-1"/>
                  <a:pt x="2540" y="-1"/>
                </a:cubicBezTo>
                <a:cubicBezTo>
                  <a:pt x="14469" y="0"/>
                  <a:pt x="24140" y="9670"/>
                  <a:pt x="24140" y="21600"/>
                </a:cubicBezTo>
                <a:cubicBezTo>
                  <a:pt x="24140" y="28570"/>
                  <a:pt x="20776" y="35112"/>
                  <a:pt x="15106" y="39167"/>
                </a:cubicBezTo>
                <a:lnTo>
                  <a:pt x="2540" y="21600"/>
                </a:lnTo>
                <a:close/>
              </a:path>
            </a:pathLst>
          </a:custGeom>
          <a:noFill/>
          <a:ln w="1905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grpSp>
        <p:nvGrpSpPr>
          <p:cNvPr id="414866" name="Group 146"/>
          <p:cNvGrpSpPr>
            <a:grpSpLocks/>
          </p:cNvGrpSpPr>
          <p:nvPr/>
        </p:nvGrpSpPr>
        <p:grpSpPr bwMode="auto">
          <a:xfrm>
            <a:off x="3657600" y="2057400"/>
            <a:ext cx="2425700" cy="3886200"/>
            <a:chOff x="2976" y="1299"/>
            <a:chExt cx="1528" cy="2448"/>
          </a:xfrm>
        </p:grpSpPr>
        <p:sp>
          <p:nvSpPr>
            <p:cNvPr id="414867" name="Text Box 147"/>
            <p:cNvSpPr txBox="1">
              <a:spLocks noChangeArrowheads="1"/>
            </p:cNvSpPr>
            <p:nvPr/>
          </p:nvSpPr>
          <p:spPr bwMode="auto">
            <a:xfrm>
              <a:off x="3648" y="1299"/>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14868" name="Text Box 148"/>
            <p:cNvSpPr txBox="1">
              <a:spLocks noChangeArrowheads="1"/>
            </p:cNvSpPr>
            <p:nvPr/>
          </p:nvSpPr>
          <p:spPr bwMode="auto">
            <a:xfrm>
              <a:off x="3936" y="1523"/>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B</a:t>
              </a:r>
            </a:p>
          </p:txBody>
        </p:sp>
        <p:sp>
          <p:nvSpPr>
            <p:cNvPr id="414869" name="Text Box 149"/>
            <p:cNvSpPr txBox="1">
              <a:spLocks noChangeArrowheads="1"/>
            </p:cNvSpPr>
            <p:nvPr/>
          </p:nvSpPr>
          <p:spPr bwMode="auto">
            <a:xfrm>
              <a:off x="4176" y="1827"/>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C</a:t>
              </a:r>
            </a:p>
          </p:txBody>
        </p:sp>
        <p:sp>
          <p:nvSpPr>
            <p:cNvPr id="414870" name="Text Box 150"/>
            <p:cNvSpPr txBox="1">
              <a:spLocks noChangeArrowheads="1"/>
            </p:cNvSpPr>
            <p:nvPr/>
          </p:nvSpPr>
          <p:spPr bwMode="auto">
            <a:xfrm>
              <a:off x="4272" y="2115"/>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D</a:t>
              </a:r>
            </a:p>
          </p:txBody>
        </p:sp>
        <p:sp>
          <p:nvSpPr>
            <p:cNvPr id="414871" name="Text Box 151"/>
            <p:cNvSpPr txBox="1">
              <a:spLocks noChangeArrowheads="1"/>
            </p:cNvSpPr>
            <p:nvPr/>
          </p:nvSpPr>
          <p:spPr bwMode="auto">
            <a:xfrm>
              <a:off x="4320" y="2451"/>
              <a:ext cx="18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E</a:t>
              </a:r>
            </a:p>
          </p:txBody>
        </p:sp>
        <p:sp>
          <p:nvSpPr>
            <p:cNvPr id="414872" name="Text Box 152"/>
            <p:cNvSpPr txBox="1">
              <a:spLocks noChangeArrowheads="1"/>
            </p:cNvSpPr>
            <p:nvPr/>
          </p:nvSpPr>
          <p:spPr bwMode="auto">
            <a:xfrm>
              <a:off x="4272" y="2739"/>
              <a:ext cx="17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F</a:t>
              </a:r>
            </a:p>
          </p:txBody>
        </p:sp>
        <p:sp>
          <p:nvSpPr>
            <p:cNvPr id="414873" name="Text Box 153"/>
            <p:cNvSpPr txBox="1">
              <a:spLocks noChangeArrowheads="1"/>
            </p:cNvSpPr>
            <p:nvPr/>
          </p:nvSpPr>
          <p:spPr bwMode="auto">
            <a:xfrm>
              <a:off x="3648" y="3555"/>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A</a:t>
              </a:r>
            </a:p>
          </p:txBody>
        </p:sp>
        <p:sp>
          <p:nvSpPr>
            <p:cNvPr id="414874" name="Text Box 154"/>
            <p:cNvSpPr txBox="1">
              <a:spLocks noChangeArrowheads="1"/>
            </p:cNvSpPr>
            <p:nvPr/>
          </p:nvSpPr>
          <p:spPr bwMode="auto">
            <a:xfrm>
              <a:off x="4152" y="3035"/>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G</a:t>
              </a:r>
            </a:p>
          </p:txBody>
        </p:sp>
        <p:sp>
          <p:nvSpPr>
            <p:cNvPr id="414875" name="Text Box 155"/>
            <p:cNvSpPr txBox="1">
              <a:spLocks noChangeArrowheads="1"/>
            </p:cNvSpPr>
            <p:nvPr/>
          </p:nvSpPr>
          <p:spPr bwMode="auto">
            <a:xfrm>
              <a:off x="3968" y="3315"/>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b="0">
                  <a:latin typeface="Times New Roman" charset="0"/>
                </a:rPr>
                <a:t>H</a:t>
              </a:r>
            </a:p>
          </p:txBody>
        </p:sp>
        <p:sp>
          <p:nvSpPr>
            <p:cNvPr id="414876" name="Text Box 156"/>
            <p:cNvSpPr txBox="1">
              <a:spLocks noChangeArrowheads="1"/>
            </p:cNvSpPr>
            <p:nvPr/>
          </p:nvSpPr>
          <p:spPr bwMode="auto">
            <a:xfrm>
              <a:off x="2976" y="2400"/>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eaLnBrk="1" hangingPunct="1"/>
              <a:r>
                <a:rPr lang="en-US" altLang="en-US" sz="1400" b="0">
                  <a:effectLst>
                    <a:outerShdw blurRad="38100" dist="38100" dir="2700000" algn="tl">
                      <a:srgbClr val="C0C0C0"/>
                    </a:outerShdw>
                  </a:effectLst>
                  <a:latin typeface="Times New Roman" charset="0"/>
                </a:rPr>
                <a:t>O</a:t>
              </a:r>
            </a:p>
          </p:txBody>
        </p:sp>
      </p:grpSp>
      <p:grpSp>
        <p:nvGrpSpPr>
          <p:cNvPr id="414877" name="Group 157"/>
          <p:cNvGrpSpPr>
            <a:grpSpLocks/>
          </p:cNvGrpSpPr>
          <p:nvPr/>
        </p:nvGrpSpPr>
        <p:grpSpPr bwMode="auto">
          <a:xfrm>
            <a:off x="1244600" y="4164013"/>
            <a:ext cx="1200150" cy="1209675"/>
            <a:chOff x="784" y="2623"/>
            <a:chExt cx="756" cy="762"/>
          </a:xfrm>
        </p:grpSpPr>
        <p:sp>
          <p:nvSpPr>
            <p:cNvPr id="414878" name="Text Box 158"/>
            <p:cNvSpPr txBox="1">
              <a:spLocks noChangeArrowheads="1"/>
            </p:cNvSpPr>
            <p:nvPr/>
          </p:nvSpPr>
          <p:spPr bwMode="auto">
            <a:xfrm>
              <a:off x="784" y="3160"/>
              <a:ext cx="15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900" b="0">
                  <a:effectLst>
                    <a:outerShdw blurRad="38100" dist="38100" dir="2700000" algn="tl">
                      <a:srgbClr val="C0C0C0"/>
                    </a:outerShdw>
                  </a:effectLst>
                  <a:latin typeface="Times New Roman" charset="0"/>
                </a:rPr>
                <a:t>1</a:t>
              </a:r>
            </a:p>
          </p:txBody>
        </p:sp>
        <p:sp>
          <p:nvSpPr>
            <p:cNvPr id="414879" name="Text Box 159"/>
            <p:cNvSpPr txBox="1">
              <a:spLocks noChangeArrowheads="1"/>
            </p:cNvSpPr>
            <p:nvPr/>
          </p:nvSpPr>
          <p:spPr bwMode="auto">
            <a:xfrm>
              <a:off x="1136" y="3231"/>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2</a:t>
              </a:r>
            </a:p>
          </p:txBody>
        </p:sp>
        <p:sp>
          <p:nvSpPr>
            <p:cNvPr id="414880" name="Text Box 160"/>
            <p:cNvSpPr txBox="1">
              <a:spLocks noChangeArrowheads="1"/>
            </p:cNvSpPr>
            <p:nvPr/>
          </p:nvSpPr>
          <p:spPr bwMode="auto">
            <a:xfrm>
              <a:off x="1368" y="3055"/>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3</a:t>
              </a:r>
            </a:p>
          </p:txBody>
        </p:sp>
        <p:sp>
          <p:nvSpPr>
            <p:cNvPr id="414881" name="Text Box 161"/>
            <p:cNvSpPr txBox="1">
              <a:spLocks noChangeArrowheads="1"/>
            </p:cNvSpPr>
            <p:nvPr/>
          </p:nvSpPr>
          <p:spPr bwMode="auto">
            <a:xfrm>
              <a:off x="1384" y="2855"/>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4</a:t>
              </a:r>
            </a:p>
          </p:txBody>
        </p:sp>
        <p:sp>
          <p:nvSpPr>
            <p:cNvPr id="414882" name="Text Box 162"/>
            <p:cNvSpPr txBox="1">
              <a:spLocks noChangeArrowheads="1"/>
            </p:cNvSpPr>
            <p:nvPr/>
          </p:nvSpPr>
          <p:spPr bwMode="auto">
            <a:xfrm>
              <a:off x="1104" y="2623"/>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6</a:t>
              </a:r>
            </a:p>
          </p:txBody>
        </p:sp>
        <p:sp>
          <p:nvSpPr>
            <p:cNvPr id="414883" name="Text Box 163"/>
            <p:cNvSpPr txBox="1">
              <a:spLocks noChangeArrowheads="1"/>
            </p:cNvSpPr>
            <p:nvPr/>
          </p:nvSpPr>
          <p:spPr bwMode="auto">
            <a:xfrm>
              <a:off x="1248" y="2647"/>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5</a:t>
              </a:r>
            </a:p>
          </p:txBody>
        </p:sp>
        <p:sp>
          <p:nvSpPr>
            <p:cNvPr id="414884" name="Text Box 164"/>
            <p:cNvSpPr txBox="1">
              <a:spLocks noChangeArrowheads="1"/>
            </p:cNvSpPr>
            <p:nvPr/>
          </p:nvSpPr>
          <p:spPr bwMode="auto">
            <a:xfrm>
              <a:off x="960" y="2719"/>
              <a:ext cx="15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7</a:t>
              </a:r>
            </a:p>
          </p:txBody>
        </p:sp>
      </p:grpSp>
      <p:grpSp>
        <p:nvGrpSpPr>
          <p:cNvPr id="414885" name="Group 165"/>
          <p:cNvGrpSpPr>
            <a:grpSpLocks/>
          </p:cNvGrpSpPr>
          <p:nvPr/>
        </p:nvGrpSpPr>
        <p:grpSpPr bwMode="auto">
          <a:xfrm>
            <a:off x="1143000" y="1706563"/>
            <a:ext cx="1128713" cy="1501775"/>
            <a:chOff x="720" y="1075"/>
            <a:chExt cx="711" cy="946"/>
          </a:xfrm>
        </p:grpSpPr>
        <p:sp>
          <p:nvSpPr>
            <p:cNvPr id="414886" name="Text Box 166"/>
            <p:cNvSpPr txBox="1">
              <a:spLocks noChangeArrowheads="1"/>
            </p:cNvSpPr>
            <p:nvPr/>
          </p:nvSpPr>
          <p:spPr bwMode="auto">
            <a:xfrm>
              <a:off x="720" y="1867"/>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1’</a:t>
              </a:r>
            </a:p>
          </p:txBody>
        </p:sp>
        <p:sp>
          <p:nvSpPr>
            <p:cNvPr id="414887" name="Text Box 167"/>
            <p:cNvSpPr txBox="1">
              <a:spLocks noChangeArrowheads="1"/>
            </p:cNvSpPr>
            <p:nvPr/>
          </p:nvSpPr>
          <p:spPr bwMode="auto">
            <a:xfrm>
              <a:off x="1016" y="1735"/>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2’</a:t>
              </a:r>
            </a:p>
          </p:txBody>
        </p:sp>
        <p:sp>
          <p:nvSpPr>
            <p:cNvPr id="414888" name="Text Box 168"/>
            <p:cNvSpPr txBox="1">
              <a:spLocks noChangeArrowheads="1"/>
            </p:cNvSpPr>
            <p:nvPr/>
          </p:nvSpPr>
          <p:spPr bwMode="auto">
            <a:xfrm>
              <a:off x="1248" y="1615"/>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3’</a:t>
              </a:r>
            </a:p>
          </p:txBody>
        </p:sp>
        <p:sp>
          <p:nvSpPr>
            <p:cNvPr id="414889" name="Text Box 169"/>
            <p:cNvSpPr txBox="1">
              <a:spLocks noChangeArrowheads="1"/>
            </p:cNvSpPr>
            <p:nvPr/>
          </p:nvSpPr>
          <p:spPr bwMode="auto">
            <a:xfrm>
              <a:off x="1220" y="151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4’</a:t>
              </a:r>
            </a:p>
          </p:txBody>
        </p:sp>
        <p:sp>
          <p:nvSpPr>
            <p:cNvPr id="414890" name="Text Box 170"/>
            <p:cNvSpPr txBox="1">
              <a:spLocks noChangeArrowheads="1"/>
            </p:cNvSpPr>
            <p:nvPr/>
          </p:nvSpPr>
          <p:spPr bwMode="auto">
            <a:xfrm>
              <a:off x="1168" y="1403"/>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5’</a:t>
              </a:r>
            </a:p>
          </p:txBody>
        </p:sp>
        <p:sp>
          <p:nvSpPr>
            <p:cNvPr id="414891" name="Text Box 171"/>
            <p:cNvSpPr txBox="1">
              <a:spLocks noChangeArrowheads="1"/>
            </p:cNvSpPr>
            <p:nvPr/>
          </p:nvSpPr>
          <p:spPr bwMode="auto">
            <a:xfrm>
              <a:off x="1008" y="1251"/>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6’</a:t>
              </a:r>
            </a:p>
          </p:txBody>
        </p:sp>
        <p:sp>
          <p:nvSpPr>
            <p:cNvPr id="414892" name="Text Box 172"/>
            <p:cNvSpPr txBox="1">
              <a:spLocks noChangeArrowheads="1"/>
            </p:cNvSpPr>
            <p:nvPr/>
          </p:nvSpPr>
          <p:spPr bwMode="auto">
            <a:xfrm>
              <a:off x="960" y="1075"/>
              <a:ext cx="183"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000" b="0">
                  <a:effectLst>
                    <a:outerShdw blurRad="38100" dist="38100" dir="2700000" algn="tl">
                      <a:srgbClr val="C0C0C0"/>
                    </a:outerShdw>
                  </a:effectLst>
                  <a:latin typeface="Times New Roman" charset="0"/>
                </a:rPr>
                <a:t>7’</a:t>
              </a:r>
            </a:p>
          </p:txBody>
        </p:sp>
      </p:grpSp>
      <p:grpSp>
        <p:nvGrpSpPr>
          <p:cNvPr id="414893" name="Group 173"/>
          <p:cNvGrpSpPr>
            <a:grpSpLocks/>
          </p:cNvGrpSpPr>
          <p:nvPr/>
        </p:nvGrpSpPr>
        <p:grpSpPr bwMode="auto">
          <a:xfrm>
            <a:off x="4098925" y="2714625"/>
            <a:ext cx="1155700" cy="1657350"/>
            <a:chOff x="3254" y="1710"/>
            <a:chExt cx="728" cy="1044"/>
          </a:xfrm>
        </p:grpSpPr>
        <p:sp>
          <p:nvSpPr>
            <p:cNvPr id="414894" name="Text Box 174"/>
            <p:cNvSpPr txBox="1">
              <a:spLocks noChangeArrowheads="1"/>
            </p:cNvSpPr>
            <p:nvPr/>
          </p:nvSpPr>
          <p:spPr bwMode="auto">
            <a:xfrm>
              <a:off x="3734" y="1710"/>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1</a:t>
              </a:r>
            </a:p>
          </p:txBody>
        </p:sp>
        <p:sp>
          <p:nvSpPr>
            <p:cNvPr id="414895" name="Text Box 175"/>
            <p:cNvSpPr txBox="1">
              <a:spLocks noChangeArrowheads="1"/>
            </p:cNvSpPr>
            <p:nvPr/>
          </p:nvSpPr>
          <p:spPr bwMode="auto">
            <a:xfrm>
              <a:off x="3814" y="1998"/>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2</a:t>
              </a:r>
            </a:p>
          </p:txBody>
        </p:sp>
        <p:sp>
          <p:nvSpPr>
            <p:cNvPr id="414896" name="Text Box 176"/>
            <p:cNvSpPr txBox="1">
              <a:spLocks noChangeArrowheads="1"/>
            </p:cNvSpPr>
            <p:nvPr/>
          </p:nvSpPr>
          <p:spPr bwMode="auto">
            <a:xfrm>
              <a:off x="3822" y="2238"/>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3</a:t>
              </a:r>
            </a:p>
          </p:txBody>
        </p:sp>
        <p:sp>
          <p:nvSpPr>
            <p:cNvPr id="414897" name="Text Box 177"/>
            <p:cNvSpPr txBox="1">
              <a:spLocks noChangeArrowheads="1"/>
            </p:cNvSpPr>
            <p:nvPr/>
          </p:nvSpPr>
          <p:spPr bwMode="auto">
            <a:xfrm>
              <a:off x="3766" y="2430"/>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4</a:t>
              </a:r>
            </a:p>
          </p:txBody>
        </p:sp>
        <p:sp>
          <p:nvSpPr>
            <p:cNvPr id="414898" name="Text Box 178"/>
            <p:cNvSpPr txBox="1">
              <a:spLocks noChangeArrowheads="1"/>
            </p:cNvSpPr>
            <p:nvPr/>
          </p:nvSpPr>
          <p:spPr bwMode="auto">
            <a:xfrm>
              <a:off x="3638" y="2574"/>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5</a:t>
              </a:r>
            </a:p>
          </p:txBody>
        </p:sp>
        <p:sp>
          <p:nvSpPr>
            <p:cNvPr id="414899" name="Text Box 179"/>
            <p:cNvSpPr txBox="1">
              <a:spLocks noChangeArrowheads="1"/>
            </p:cNvSpPr>
            <p:nvPr/>
          </p:nvSpPr>
          <p:spPr bwMode="auto">
            <a:xfrm>
              <a:off x="3446" y="2590"/>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6</a:t>
              </a:r>
            </a:p>
          </p:txBody>
        </p:sp>
        <p:sp>
          <p:nvSpPr>
            <p:cNvPr id="414900" name="Text Box 180"/>
            <p:cNvSpPr txBox="1">
              <a:spLocks noChangeArrowheads="1"/>
            </p:cNvSpPr>
            <p:nvPr/>
          </p:nvSpPr>
          <p:spPr bwMode="auto">
            <a:xfrm>
              <a:off x="3254" y="2519"/>
              <a:ext cx="160" cy="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100" b="0">
                  <a:effectLst>
                    <a:outerShdw blurRad="38100" dist="38100" dir="2700000" algn="tl">
                      <a:srgbClr val="C0C0C0"/>
                    </a:outerShdw>
                  </a:effectLst>
                  <a:latin typeface="Times New Roman" charset="0"/>
                </a:rPr>
                <a:t>7</a:t>
              </a:r>
            </a:p>
          </p:txBody>
        </p:sp>
      </p:grpSp>
      <p:grpSp>
        <p:nvGrpSpPr>
          <p:cNvPr id="414901" name="Group 181"/>
          <p:cNvGrpSpPr>
            <a:grpSpLocks/>
          </p:cNvGrpSpPr>
          <p:nvPr/>
        </p:nvGrpSpPr>
        <p:grpSpPr bwMode="auto">
          <a:xfrm>
            <a:off x="2209800" y="1831975"/>
            <a:ext cx="1524000" cy="530225"/>
            <a:chOff x="1392" y="1154"/>
            <a:chExt cx="960" cy="334"/>
          </a:xfrm>
        </p:grpSpPr>
        <p:sp>
          <p:nvSpPr>
            <p:cNvPr id="414902" name="Line 182"/>
            <p:cNvSpPr>
              <a:spLocks noChangeShapeType="1"/>
            </p:cNvSpPr>
            <p:nvPr/>
          </p:nvSpPr>
          <p:spPr bwMode="auto">
            <a:xfrm flipH="1">
              <a:off x="1392" y="1296"/>
              <a:ext cx="24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903" name="Line 183"/>
            <p:cNvSpPr>
              <a:spLocks noChangeShapeType="1"/>
            </p:cNvSpPr>
            <p:nvPr/>
          </p:nvSpPr>
          <p:spPr bwMode="auto">
            <a:xfrm>
              <a:off x="1632" y="1296"/>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904" name="Text Box 184"/>
            <p:cNvSpPr txBox="1">
              <a:spLocks noChangeArrowheads="1"/>
            </p:cNvSpPr>
            <p:nvPr/>
          </p:nvSpPr>
          <p:spPr bwMode="auto">
            <a:xfrm>
              <a:off x="1574" y="1154"/>
              <a:ext cx="777"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200" b="0">
                  <a:effectLst>
                    <a:outerShdw blurRad="38100" dist="38100" dir="2700000" algn="tl">
                      <a:srgbClr val="C0C0C0"/>
                    </a:outerShdw>
                  </a:effectLst>
                  <a:latin typeface="Times New Roman" charset="0"/>
                </a:rPr>
                <a:t>HELIX  CURVE</a:t>
              </a:r>
            </a:p>
          </p:txBody>
        </p:sp>
      </p:grpSp>
      <p:grpSp>
        <p:nvGrpSpPr>
          <p:cNvPr id="414905" name="Group 185"/>
          <p:cNvGrpSpPr>
            <a:grpSpLocks/>
          </p:cNvGrpSpPr>
          <p:nvPr/>
        </p:nvGrpSpPr>
        <p:grpSpPr bwMode="auto">
          <a:xfrm>
            <a:off x="173182" y="152400"/>
            <a:ext cx="5924551" cy="1066800"/>
            <a:chOff x="488" y="117"/>
            <a:chExt cx="3732" cy="672"/>
          </a:xfrm>
        </p:grpSpPr>
        <p:sp>
          <p:nvSpPr>
            <p:cNvPr id="414906" name="AutoShape 186"/>
            <p:cNvSpPr>
              <a:spLocks noChangeArrowheads="1"/>
            </p:cNvSpPr>
            <p:nvPr/>
          </p:nvSpPr>
          <p:spPr bwMode="auto">
            <a:xfrm>
              <a:off x="498" y="117"/>
              <a:ext cx="3630" cy="672"/>
            </a:xfrm>
            <a:prstGeom prst="wedgeRectCallout">
              <a:avLst>
                <a:gd name="adj1" fmla="val -2699"/>
                <a:gd name="adj2" fmla="val 79463"/>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eaLnBrk="1" hangingPunct="1"/>
              <a:endParaRPr lang="en-US" altLang="en-US" sz="1400" b="0">
                <a:effectLst>
                  <a:outerShdw blurRad="38100" dist="38100" dir="2700000" algn="tl">
                    <a:srgbClr val="FFFFFF"/>
                  </a:outerShdw>
                </a:effectLst>
                <a:latin typeface="Times New Roman" charset="0"/>
              </a:endParaRPr>
            </a:p>
          </p:txBody>
        </p:sp>
        <p:sp>
          <p:nvSpPr>
            <p:cNvPr id="414907" name="Text Box 187"/>
            <p:cNvSpPr txBox="1">
              <a:spLocks noChangeArrowheads="1"/>
            </p:cNvSpPr>
            <p:nvPr/>
          </p:nvSpPr>
          <p:spPr bwMode="auto">
            <a:xfrm>
              <a:off x="488" y="144"/>
              <a:ext cx="3732" cy="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altLang="en-US" sz="1400" dirty="0">
                  <a:solidFill>
                    <a:srgbClr val="FF0066"/>
                  </a:solidFill>
                  <a:latin typeface="Times New Roman" charset="0"/>
                </a:rPr>
                <a:t>Problem 9</a:t>
              </a:r>
              <a:r>
                <a:rPr lang="en-US" altLang="en-US" sz="1400" dirty="0" smtClean="0">
                  <a:solidFill>
                    <a:srgbClr val="FF0066"/>
                  </a:solidFill>
                  <a:latin typeface="Times New Roman" charset="0"/>
                </a:rPr>
                <a:t>: </a:t>
              </a:r>
              <a:r>
                <a:rPr lang="en-US" altLang="en-US" sz="1400" b="0" dirty="0">
                  <a:latin typeface="Times New Roman" charset="0"/>
                </a:rPr>
                <a:t>A particle which is initially on base circle of a cone, standing </a:t>
              </a:r>
            </a:p>
            <a:p>
              <a:pPr eaLnBrk="1" hangingPunct="1"/>
              <a:r>
                <a:rPr lang="en-US" altLang="en-US" sz="1400" b="0" dirty="0">
                  <a:latin typeface="Times New Roman" charset="0"/>
                </a:rPr>
                <a:t>on </a:t>
              </a:r>
              <a:r>
                <a:rPr lang="en-US" altLang="en-US" sz="1400" b="0" dirty="0" smtClean="0">
                  <a:latin typeface="Times New Roman" charset="0"/>
                </a:rPr>
                <a:t>HP, </a:t>
              </a:r>
              <a:r>
                <a:rPr lang="en-US" altLang="en-US" sz="1400" b="0" dirty="0">
                  <a:latin typeface="Times New Roman" charset="0"/>
                </a:rPr>
                <a:t>moves upwards and reaches apex in one complete turn around the cone. </a:t>
              </a:r>
            </a:p>
            <a:p>
              <a:pPr eaLnBrk="1" hangingPunct="1"/>
              <a:r>
                <a:rPr lang="en-US" altLang="en-US" sz="1400" b="0" dirty="0">
                  <a:latin typeface="Times New Roman" charset="0"/>
                </a:rPr>
                <a:t>Draw it’s path on projections of cone as well as on it’s development.</a:t>
              </a:r>
            </a:p>
            <a:p>
              <a:pPr eaLnBrk="1" hangingPunct="1"/>
              <a:r>
                <a:rPr lang="en-US" altLang="en-US" sz="1400" b="0" dirty="0">
                  <a:latin typeface="Times New Roman" charset="0"/>
                </a:rPr>
                <a:t>Take base circle diameter 50 mm and axis 70 mm long.</a:t>
              </a:r>
            </a:p>
          </p:txBody>
        </p:sp>
      </p:grpSp>
      <p:grpSp>
        <p:nvGrpSpPr>
          <p:cNvPr id="414908" name="Group 188"/>
          <p:cNvGrpSpPr>
            <a:grpSpLocks/>
          </p:cNvGrpSpPr>
          <p:nvPr/>
        </p:nvGrpSpPr>
        <p:grpSpPr bwMode="auto">
          <a:xfrm>
            <a:off x="6042171" y="803563"/>
            <a:ext cx="3168482" cy="5606238"/>
            <a:chOff x="3984" y="644"/>
            <a:chExt cx="1817" cy="2860"/>
          </a:xfrm>
        </p:grpSpPr>
        <p:sp>
          <p:nvSpPr>
            <p:cNvPr id="414909" name="Rectangle 189"/>
            <p:cNvSpPr>
              <a:spLocks noChangeArrowheads="1"/>
            </p:cNvSpPr>
            <p:nvPr/>
          </p:nvSpPr>
          <p:spPr bwMode="auto">
            <a:xfrm>
              <a:off x="3984" y="1056"/>
              <a:ext cx="1776" cy="2448"/>
            </a:xfrm>
            <a:prstGeom prst="rect">
              <a:avLst/>
            </a:prstGeom>
            <a:solidFill>
              <a:schemeClr val="accent5">
                <a:lumMod val="20000"/>
                <a:lumOff val="80000"/>
              </a:scheme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910" name="Rectangle 190"/>
            <p:cNvSpPr>
              <a:spLocks noChangeArrowheads="1"/>
            </p:cNvSpPr>
            <p:nvPr/>
          </p:nvSpPr>
          <p:spPr bwMode="auto">
            <a:xfrm>
              <a:off x="3984" y="644"/>
              <a:ext cx="1776" cy="452"/>
            </a:xfrm>
            <a:prstGeom prst="rect">
              <a:avLst/>
            </a:prstGeom>
            <a:solidFill>
              <a:schemeClr val="accent6">
                <a:lumMod val="40000"/>
                <a:lumOff val="60000"/>
              </a:schemeClr>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414911" name="Text Box 191"/>
            <p:cNvSpPr txBox="1">
              <a:spLocks noChangeArrowheads="1"/>
            </p:cNvSpPr>
            <p:nvPr/>
          </p:nvSpPr>
          <p:spPr bwMode="auto">
            <a:xfrm>
              <a:off x="3993" y="708"/>
              <a:ext cx="1808" cy="2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eaLnBrk="1" hangingPunct="1"/>
              <a:r>
                <a:rPr lang="en-US" altLang="en-US" dirty="0">
                  <a:effectLst>
                    <a:outerShdw blurRad="38100" dist="38100" dir="2700000" algn="tl">
                      <a:srgbClr val="C0C0C0"/>
                    </a:outerShdw>
                  </a:effectLst>
                  <a:latin typeface="Arial" charset="0"/>
                </a:rPr>
                <a:t>It’s a construction of curve </a:t>
              </a:r>
            </a:p>
            <a:p>
              <a:pPr eaLnBrk="1" hangingPunct="1"/>
              <a:r>
                <a:rPr lang="en-US" altLang="en-US" dirty="0">
                  <a:effectLst>
                    <a:outerShdw blurRad="38100" dist="38100" dir="2700000" algn="tl">
                      <a:srgbClr val="C0C0C0"/>
                    </a:outerShdw>
                  </a:effectLst>
                  <a:latin typeface="Arial" charset="0"/>
                </a:rPr>
                <a:t>Helix of one turn on cone</a:t>
              </a:r>
              <a:r>
                <a:rPr lang="en-US" altLang="en-US" i="1" dirty="0" smtClean="0">
                  <a:effectLst>
                    <a:outerShdw blurRad="38100" dist="38100" dir="2700000" algn="tl">
                      <a:srgbClr val="C0C0C0"/>
                    </a:outerShdw>
                  </a:effectLst>
                  <a:latin typeface="Arial" charset="0"/>
                </a:rPr>
                <a:t>:</a:t>
              </a:r>
            </a:p>
            <a:p>
              <a:pPr eaLnBrk="1" hangingPunct="1"/>
              <a:endParaRPr lang="en-US" altLang="en-US" i="1" dirty="0">
                <a:effectLst>
                  <a:outerShdw blurRad="38100" dist="38100" dir="2700000" algn="tl">
                    <a:srgbClr val="C0C0C0"/>
                  </a:outerShdw>
                </a:effectLst>
                <a:latin typeface="Arial" charset="0"/>
              </a:endParaRPr>
            </a:p>
            <a:p>
              <a:pPr marL="285750" indent="-285750" eaLnBrk="1" hangingPunct="1">
                <a:buFont typeface="Arial" panose="020B0604020202020204" pitchFamily="34" charset="0"/>
                <a:buChar char="•"/>
              </a:pPr>
              <a:r>
                <a:rPr lang="en-US" altLang="en-US" sz="1400" b="0" dirty="0">
                  <a:effectLst>
                    <a:outerShdw blurRad="38100" dist="38100" dir="2700000" algn="tl">
                      <a:srgbClr val="C0C0C0"/>
                    </a:outerShdw>
                  </a:effectLst>
                  <a:latin typeface="Arial" charset="0"/>
                </a:rPr>
                <a:t>Draw </a:t>
              </a:r>
              <a:r>
                <a:rPr lang="en-US" altLang="en-US" sz="1400" b="0" dirty="0" smtClean="0">
                  <a:effectLst>
                    <a:outerShdw blurRad="38100" dist="38100" dir="2700000" algn="tl">
                      <a:srgbClr val="C0C0C0"/>
                    </a:outerShdw>
                  </a:effectLst>
                  <a:latin typeface="Arial" charset="0"/>
                </a:rPr>
                <a:t>FV </a:t>
              </a:r>
              <a:r>
                <a:rPr lang="en-US" altLang="en-US" sz="1400" b="0" dirty="0">
                  <a:effectLst>
                    <a:outerShdw blurRad="38100" dist="38100" dir="2700000" algn="tl">
                      <a:srgbClr val="C0C0C0"/>
                    </a:outerShdw>
                  </a:effectLst>
                  <a:latin typeface="Arial" charset="0"/>
                </a:rPr>
                <a:t>&amp; </a:t>
              </a:r>
              <a:r>
                <a:rPr lang="en-US" altLang="en-US" sz="1400" b="0" dirty="0" smtClean="0">
                  <a:effectLst>
                    <a:outerShdw blurRad="38100" dist="38100" dir="2700000" algn="tl">
                      <a:srgbClr val="C0C0C0"/>
                    </a:outerShdw>
                  </a:effectLst>
                  <a:latin typeface="Arial" charset="0"/>
                </a:rPr>
                <a:t>TV  </a:t>
              </a:r>
              <a:r>
                <a:rPr lang="en-US" altLang="en-US" sz="1400" b="0" dirty="0">
                  <a:effectLst>
                    <a:outerShdw blurRad="38100" dist="38100" dir="2700000" algn="tl">
                      <a:srgbClr val="C0C0C0"/>
                    </a:outerShdw>
                  </a:effectLst>
                  <a:latin typeface="Arial" charset="0"/>
                </a:rPr>
                <a:t>&amp; dev.as </a:t>
              </a:r>
              <a:r>
                <a:rPr lang="en-US" altLang="en-US" sz="1400" b="0" dirty="0" smtClean="0">
                  <a:effectLst>
                    <a:outerShdw blurRad="38100" dist="38100" dir="2700000" algn="tl">
                      <a:srgbClr val="C0C0C0"/>
                    </a:outerShdw>
                  </a:effectLst>
                  <a:latin typeface="Arial" charset="0"/>
                </a:rPr>
                <a:t>usual on </a:t>
              </a:r>
              <a:r>
                <a:rPr lang="en-US" altLang="en-US" sz="1400" b="0" dirty="0">
                  <a:effectLst>
                    <a:outerShdw blurRad="38100" dist="38100" dir="2700000" algn="tl">
                      <a:srgbClr val="C0C0C0"/>
                    </a:outerShdw>
                  </a:effectLst>
                  <a:latin typeface="Arial" charset="0"/>
                </a:rPr>
                <a:t>all form generators &amp; name.</a:t>
              </a:r>
            </a:p>
            <a:p>
              <a:pPr eaLnBrk="1" hangingPunct="1"/>
              <a:endParaRPr lang="en-US" altLang="en-US" sz="1400" i="1" dirty="0" smtClean="0">
                <a:solidFill>
                  <a:schemeClr val="accent2"/>
                </a:solidFill>
                <a:effectLst>
                  <a:outerShdw blurRad="38100" dist="38100" dir="2700000" algn="tl">
                    <a:srgbClr val="C0C0C0"/>
                  </a:outerShdw>
                </a:effectLst>
                <a:latin typeface="Arial" charset="0"/>
              </a:endParaRPr>
            </a:p>
            <a:p>
              <a:pPr eaLnBrk="1" hangingPunct="1"/>
              <a:r>
                <a:rPr lang="en-US" altLang="en-US" sz="1400" i="1" dirty="0" smtClean="0">
                  <a:solidFill>
                    <a:schemeClr val="accent2"/>
                  </a:solidFill>
                  <a:effectLst>
                    <a:outerShdw blurRad="38100" dist="38100" dir="2700000" algn="tl">
                      <a:srgbClr val="C0C0C0"/>
                    </a:outerShdw>
                  </a:effectLst>
                  <a:latin typeface="Arial" charset="0"/>
                </a:rPr>
                <a:t>Construction </a:t>
              </a:r>
              <a:r>
                <a:rPr lang="en-US" altLang="en-US" sz="1400" i="1" dirty="0">
                  <a:solidFill>
                    <a:schemeClr val="accent2"/>
                  </a:solidFill>
                  <a:effectLst>
                    <a:outerShdw blurRad="38100" dist="38100" dir="2700000" algn="tl">
                      <a:srgbClr val="C0C0C0"/>
                    </a:outerShdw>
                  </a:effectLst>
                  <a:latin typeface="Arial" charset="0"/>
                </a:rPr>
                <a:t>of curve Helix::</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Show 8 generators on both views</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Divide axis also in same parts.</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Draw horizontal lines from </a:t>
              </a:r>
              <a:r>
                <a:rPr lang="en-US" altLang="en-US" sz="1400" b="0" dirty="0" smtClean="0">
                  <a:solidFill>
                    <a:srgbClr val="CC0000"/>
                  </a:solidFill>
                  <a:effectLst>
                    <a:outerShdw blurRad="38100" dist="38100" dir="2700000" algn="tl">
                      <a:srgbClr val="C0C0C0"/>
                    </a:outerShdw>
                  </a:effectLst>
                  <a:latin typeface="Arial" charset="0"/>
                </a:rPr>
                <a:t>those points </a:t>
              </a:r>
              <a:r>
                <a:rPr lang="en-US" altLang="en-US" sz="1400" b="0" dirty="0">
                  <a:solidFill>
                    <a:srgbClr val="CC0000"/>
                  </a:solidFill>
                  <a:effectLst>
                    <a:outerShdw blurRad="38100" dist="38100" dir="2700000" algn="tl">
                      <a:srgbClr val="C0C0C0"/>
                    </a:outerShdw>
                  </a:effectLst>
                  <a:latin typeface="Arial" charset="0"/>
                </a:rPr>
                <a:t>on both end generators.</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1’ is a point where first </a:t>
              </a:r>
              <a:r>
                <a:rPr lang="en-US" altLang="en-US" sz="1400" b="0" dirty="0" smtClean="0">
                  <a:solidFill>
                    <a:srgbClr val="CC0000"/>
                  </a:solidFill>
                  <a:effectLst>
                    <a:outerShdw blurRad="38100" dist="38100" dir="2700000" algn="tl">
                      <a:srgbClr val="C0C0C0"/>
                    </a:outerShdw>
                  </a:effectLst>
                  <a:latin typeface="Arial" charset="0"/>
                </a:rPr>
                <a:t>horizontal line </a:t>
              </a:r>
              <a:r>
                <a:rPr lang="en-US" altLang="en-US" sz="1400" b="0" dirty="0">
                  <a:solidFill>
                    <a:srgbClr val="CC0000"/>
                  </a:solidFill>
                  <a:effectLst>
                    <a:outerShdw blurRad="38100" dist="38100" dir="2700000" algn="tl">
                      <a:srgbClr val="C0C0C0"/>
                    </a:outerShdw>
                  </a:effectLst>
                  <a:latin typeface="Arial" charset="0"/>
                </a:rPr>
                <a:t>&amp; gen. </a:t>
              </a:r>
              <a:r>
                <a:rPr lang="en-US" altLang="en-US" sz="1400" b="0" dirty="0" err="1">
                  <a:solidFill>
                    <a:srgbClr val="CC0000"/>
                  </a:solidFill>
                  <a:effectLst>
                    <a:outerShdw blurRad="38100" dist="38100" dir="2700000" algn="tl">
                      <a:srgbClr val="C0C0C0"/>
                    </a:outerShdw>
                  </a:effectLst>
                  <a:latin typeface="Arial" charset="0"/>
                </a:rPr>
                <a:t>b’o</a:t>
              </a:r>
              <a:r>
                <a:rPr lang="en-US" altLang="en-US" sz="1400" b="0" dirty="0">
                  <a:solidFill>
                    <a:srgbClr val="CC0000"/>
                  </a:solidFill>
                  <a:effectLst>
                    <a:outerShdw blurRad="38100" dist="38100" dir="2700000" algn="tl">
                      <a:srgbClr val="C0C0C0"/>
                    </a:outerShdw>
                  </a:effectLst>
                  <a:latin typeface="Arial" charset="0"/>
                </a:rPr>
                <a:t>’ intersect.</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2’ is a point where second </a:t>
              </a:r>
              <a:r>
                <a:rPr lang="en-US" altLang="en-US" sz="1400" b="0" dirty="0" err="1" smtClean="0">
                  <a:solidFill>
                    <a:srgbClr val="CC0000"/>
                  </a:solidFill>
                  <a:effectLst>
                    <a:outerShdw blurRad="38100" dist="38100" dir="2700000" algn="tl">
                      <a:srgbClr val="C0C0C0"/>
                    </a:outerShdw>
                  </a:effectLst>
                  <a:latin typeface="Arial" charset="0"/>
                </a:rPr>
                <a:t>horiz</a:t>
              </a:r>
              <a:r>
                <a:rPr lang="en-US" altLang="en-US" sz="1400" b="0" dirty="0" smtClean="0">
                  <a:solidFill>
                    <a:srgbClr val="CC0000"/>
                  </a:solidFill>
                  <a:effectLst>
                    <a:outerShdw blurRad="38100" dist="38100" dir="2700000" algn="tl">
                      <a:srgbClr val="C0C0C0"/>
                    </a:outerShdw>
                  </a:effectLst>
                  <a:latin typeface="Arial" charset="0"/>
                </a:rPr>
                <a:t>. line </a:t>
              </a:r>
              <a:r>
                <a:rPr lang="en-US" altLang="en-US" sz="1400" b="0" dirty="0">
                  <a:solidFill>
                    <a:srgbClr val="CC0000"/>
                  </a:solidFill>
                  <a:effectLst>
                    <a:outerShdw blurRad="38100" dist="38100" dir="2700000" algn="tl">
                      <a:srgbClr val="C0C0C0"/>
                    </a:outerShdw>
                  </a:effectLst>
                  <a:latin typeface="Arial" charset="0"/>
                </a:rPr>
                <a:t>&amp; gen. </a:t>
              </a:r>
              <a:r>
                <a:rPr lang="en-US" altLang="en-US" sz="1400" b="0" dirty="0" err="1">
                  <a:solidFill>
                    <a:srgbClr val="CC0000"/>
                  </a:solidFill>
                  <a:effectLst>
                    <a:outerShdw blurRad="38100" dist="38100" dir="2700000" algn="tl">
                      <a:srgbClr val="C0C0C0"/>
                    </a:outerShdw>
                  </a:effectLst>
                  <a:latin typeface="Arial" charset="0"/>
                </a:rPr>
                <a:t>c’o</a:t>
              </a:r>
              <a:r>
                <a:rPr lang="en-US" altLang="en-US" sz="1400" b="0" dirty="0">
                  <a:solidFill>
                    <a:srgbClr val="CC0000"/>
                  </a:solidFill>
                  <a:effectLst>
                    <a:outerShdw blurRad="38100" dist="38100" dir="2700000" algn="tl">
                      <a:srgbClr val="C0C0C0"/>
                    </a:outerShdw>
                  </a:effectLst>
                  <a:latin typeface="Arial" charset="0"/>
                </a:rPr>
                <a:t>’ intersect.</a:t>
              </a: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In this way locate all points on </a:t>
              </a:r>
              <a:r>
                <a:rPr lang="en-US" altLang="en-US" sz="1400" b="0" dirty="0" smtClean="0">
                  <a:solidFill>
                    <a:srgbClr val="CC0000"/>
                  </a:solidFill>
                  <a:effectLst>
                    <a:outerShdw blurRad="38100" dist="38100" dir="2700000" algn="tl">
                      <a:srgbClr val="C0C0C0"/>
                    </a:outerShdw>
                  </a:effectLst>
                  <a:latin typeface="Arial" charset="0"/>
                </a:rPr>
                <a:t>FV.</a:t>
              </a:r>
              <a:endParaRPr lang="en-US" altLang="en-US" sz="1400" b="0" dirty="0">
                <a:solidFill>
                  <a:srgbClr val="CC0000"/>
                </a:solidFill>
                <a:effectLst>
                  <a:outerShdw blurRad="38100" dist="38100" dir="2700000" algn="tl">
                    <a:srgbClr val="C0C0C0"/>
                  </a:outerShdw>
                </a:effectLst>
                <a:latin typeface="Arial" charset="0"/>
              </a:endParaRPr>
            </a:p>
            <a:p>
              <a:pPr marL="285750" indent="-285750" eaLnBrk="1" hangingPunct="1">
                <a:buFont typeface="Arial" panose="020B0604020202020204" pitchFamily="34" charset="0"/>
                <a:buChar char="•"/>
              </a:pPr>
              <a:r>
                <a:rPr lang="en-US" altLang="en-US" sz="1400" b="0" dirty="0">
                  <a:solidFill>
                    <a:srgbClr val="CC0000"/>
                  </a:solidFill>
                  <a:effectLst>
                    <a:outerShdw blurRad="38100" dist="38100" dir="2700000" algn="tl">
                      <a:srgbClr val="C0C0C0"/>
                    </a:outerShdw>
                  </a:effectLst>
                  <a:latin typeface="Arial" charset="0"/>
                </a:rPr>
                <a:t>Project all on </a:t>
              </a:r>
              <a:r>
                <a:rPr lang="en-US" altLang="en-US" sz="1400" b="0" dirty="0" smtClean="0">
                  <a:solidFill>
                    <a:srgbClr val="CC0000"/>
                  </a:solidFill>
                  <a:effectLst>
                    <a:outerShdw blurRad="38100" dist="38100" dir="2700000" algn="tl">
                      <a:srgbClr val="C0C0C0"/>
                    </a:outerShdw>
                  </a:effectLst>
                  <a:latin typeface="Arial" charset="0"/>
                </a:rPr>
                <a:t>TV.</a:t>
              </a:r>
            </a:p>
            <a:p>
              <a:pPr marL="285750" indent="-285750" eaLnBrk="1" hangingPunct="1">
                <a:buFont typeface="Arial" panose="020B0604020202020204" pitchFamily="34" charset="0"/>
                <a:buChar char="•"/>
              </a:pPr>
              <a:r>
                <a:rPr lang="en-US" altLang="en-US" sz="1400" b="0" dirty="0" smtClean="0">
                  <a:solidFill>
                    <a:srgbClr val="CC0000"/>
                  </a:solidFill>
                  <a:effectLst>
                    <a:outerShdw blurRad="38100" dist="38100" dir="2700000" algn="tl">
                      <a:srgbClr val="C0C0C0"/>
                    </a:outerShdw>
                  </a:effectLst>
                  <a:latin typeface="Arial" charset="0"/>
                </a:rPr>
                <a:t>Join </a:t>
              </a:r>
              <a:r>
                <a:rPr lang="en-US" altLang="en-US" sz="1400" b="0" dirty="0">
                  <a:solidFill>
                    <a:srgbClr val="CC0000"/>
                  </a:solidFill>
                  <a:effectLst>
                    <a:outerShdw blurRad="38100" dist="38100" dir="2700000" algn="tl">
                      <a:srgbClr val="C0C0C0"/>
                    </a:outerShdw>
                  </a:effectLst>
                  <a:latin typeface="Arial" charset="0"/>
                </a:rPr>
                <a:t>in curvature.</a:t>
              </a:r>
            </a:p>
            <a:p>
              <a:pPr eaLnBrk="1" hangingPunct="1"/>
              <a:endParaRPr lang="en-US" altLang="en-US" sz="1400" dirty="0" smtClean="0">
                <a:solidFill>
                  <a:schemeClr val="accent2"/>
                </a:solidFill>
                <a:effectLst>
                  <a:outerShdw blurRad="38100" dist="38100" dir="2700000" algn="tl">
                    <a:srgbClr val="C0C0C0"/>
                  </a:outerShdw>
                </a:effectLst>
                <a:latin typeface="Arial" charset="0"/>
              </a:endParaRPr>
            </a:p>
            <a:p>
              <a:pPr eaLnBrk="1" hangingPunct="1"/>
              <a:r>
                <a:rPr lang="en-US" altLang="en-US" sz="1400" dirty="0" smtClean="0">
                  <a:solidFill>
                    <a:schemeClr val="accent2"/>
                  </a:solidFill>
                  <a:effectLst>
                    <a:outerShdw blurRad="38100" dist="38100" dir="2700000" algn="tl">
                      <a:srgbClr val="C0C0C0"/>
                    </a:outerShdw>
                  </a:effectLst>
                  <a:latin typeface="Arial" charset="0"/>
                </a:rPr>
                <a:t>For </a:t>
              </a:r>
              <a:r>
                <a:rPr lang="en-US" altLang="en-US" sz="1400" dirty="0">
                  <a:solidFill>
                    <a:schemeClr val="accent2"/>
                  </a:solidFill>
                  <a:effectLst>
                    <a:outerShdw blurRad="38100" dist="38100" dir="2700000" algn="tl">
                      <a:srgbClr val="C0C0C0"/>
                    </a:outerShdw>
                  </a:effectLst>
                  <a:latin typeface="Arial" charset="0"/>
                </a:rPr>
                <a:t>Development:</a:t>
              </a:r>
            </a:p>
            <a:p>
              <a:pPr marL="285750" indent="-285750" eaLnBrk="1" hangingPunct="1">
                <a:buFont typeface="Arial" panose="020B0604020202020204" pitchFamily="34" charset="0"/>
                <a:buChar char="•"/>
              </a:pPr>
              <a:r>
                <a:rPr lang="en-US" altLang="en-US" sz="1400" b="0" dirty="0">
                  <a:solidFill>
                    <a:srgbClr val="FF0066"/>
                  </a:solidFill>
                  <a:effectLst>
                    <a:outerShdw blurRad="38100" dist="38100" dir="2700000" algn="tl">
                      <a:srgbClr val="C0C0C0"/>
                    </a:outerShdw>
                  </a:effectLst>
                  <a:latin typeface="Arial" charset="0"/>
                </a:rPr>
                <a:t>Then taking each points true </a:t>
              </a:r>
              <a:r>
                <a:rPr lang="en-US" altLang="en-US" sz="1400" b="0" dirty="0" smtClean="0">
                  <a:solidFill>
                    <a:srgbClr val="FF0066"/>
                  </a:solidFill>
                  <a:effectLst>
                    <a:outerShdw blurRad="38100" dist="38100" dir="2700000" algn="tl">
                      <a:srgbClr val="C0C0C0"/>
                    </a:outerShdw>
                  </a:effectLst>
                  <a:latin typeface="Arial" charset="0"/>
                </a:rPr>
                <a:t>distance </a:t>
              </a:r>
              <a:r>
                <a:rPr lang="en-US" altLang="en-US" sz="1400" dirty="0">
                  <a:solidFill>
                    <a:srgbClr val="FF0066"/>
                  </a:solidFill>
                  <a:effectLst>
                    <a:outerShdw blurRad="38100" dist="38100" dir="2700000" algn="tl">
                      <a:srgbClr val="C0C0C0"/>
                    </a:outerShdw>
                  </a:effectLst>
                  <a:latin typeface="Arial" charset="0"/>
                </a:rPr>
                <a:t>f</a:t>
              </a:r>
              <a:r>
                <a:rPr lang="en-US" altLang="en-US" sz="1400" b="0" dirty="0" smtClean="0">
                  <a:solidFill>
                    <a:srgbClr val="FF0066"/>
                  </a:solidFill>
                  <a:effectLst>
                    <a:outerShdw blurRad="38100" dist="38100" dir="2700000" algn="tl">
                      <a:srgbClr val="C0C0C0"/>
                    </a:outerShdw>
                  </a:effectLst>
                  <a:latin typeface="Arial" charset="0"/>
                </a:rPr>
                <a:t>rom resp. generator</a:t>
              </a:r>
              <a:r>
                <a:rPr lang="en-US" altLang="en-US" sz="1400" dirty="0" smtClean="0">
                  <a:solidFill>
                    <a:srgbClr val="FF0066"/>
                  </a:solidFill>
                  <a:effectLst>
                    <a:outerShdw blurRad="38100" dist="38100" dir="2700000" algn="tl">
                      <a:srgbClr val="C0C0C0"/>
                    </a:outerShdw>
                  </a:effectLst>
                  <a:latin typeface="Arial" charset="0"/>
                </a:rPr>
                <a:t> </a:t>
              </a:r>
              <a:r>
                <a:rPr lang="en-US" altLang="en-US" sz="1400" b="0" dirty="0" smtClean="0">
                  <a:solidFill>
                    <a:srgbClr val="FF0066"/>
                  </a:solidFill>
                  <a:effectLst>
                    <a:outerShdw blurRad="38100" dist="38100" dir="2700000" algn="tl">
                      <a:srgbClr val="C0C0C0"/>
                    </a:outerShdw>
                  </a:effectLst>
                  <a:latin typeface="Arial" charset="0"/>
                </a:rPr>
                <a:t>from </a:t>
              </a:r>
              <a:r>
                <a:rPr lang="en-US" altLang="en-US" sz="1400" b="0" dirty="0">
                  <a:solidFill>
                    <a:srgbClr val="FF0066"/>
                  </a:solidFill>
                  <a:effectLst>
                    <a:outerShdw blurRad="38100" dist="38100" dir="2700000" algn="tl">
                      <a:srgbClr val="C0C0C0"/>
                    </a:outerShdw>
                  </a:effectLst>
                  <a:latin typeface="Arial" charset="0"/>
                </a:rPr>
                <a:t>apex, </a:t>
              </a:r>
              <a:r>
                <a:rPr lang="en-US" altLang="en-US" sz="1400" b="0" dirty="0" smtClean="0">
                  <a:solidFill>
                    <a:srgbClr val="FF0066"/>
                  </a:solidFill>
                  <a:effectLst>
                    <a:outerShdw blurRad="38100" dist="38100" dir="2700000" algn="tl">
                      <a:srgbClr val="C0C0C0"/>
                    </a:outerShdw>
                  </a:effectLst>
                  <a:latin typeface="Arial" charset="0"/>
                </a:rPr>
                <a:t>mark </a:t>
              </a:r>
              <a:r>
                <a:rPr lang="en-US" altLang="en-US" sz="1400" b="0" dirty="0">
                  <a:solidFill>
                    <a:srgbClr val="FF0066"/>
                  </a:solidFill>
                  <a:effectLst>
                    <a:outerShdw blurRad="38100" dist="38100" dir="2700000" algn="tl">
                      <a:srgbClr val="C0C0C0"/>
                    </a:outerShdw>
                  </a:effectLst>
                  <a:latin typeface="Arial" charset="0"/>
                </a:rPr>
                <a:t>on </a:t>
              </a:r>
              <a:r>
                <a:rPr lang="en-US" altLang="en-US" sz="1400" b="0" dirty="0" smtClean="0">
                  <a:solidFill>
                    <a:srgbClr val="FF0066"/>
                  </a:solidFill>
                  <a:effectLst>
                    <a:outerShdw blurRad="38100" dist="38100" dir="2700000" algn="tl">
                      <a:srgbClr val="C0C0C0"/>
                    </a:outerShdw>
                  </a:effectLst>
                  <a:latin typeface="Arial" charset="0"/>
                </a:rPr>
                <a:t>development &amp; </a:t>
              </a:r>
              <a:r>
                <a:rPr lang="en-US" altLang="en-US" sz="1400" b="0" dirty="0">
                  <a:solidFill>
                    <a:srgbClr val="FF0066"/>
                  </a:solidFill>
                  <a:effectLst>
                    <a:outerShdw blurRad="38100" dist="38100" dir="2700000" algn="tl">
                      <a:srgbClr val="C0C0C0"/>
                    </a:outerShdw>
                  </a:effectLst>
                  <a:latin typeface="Arial" charset="0"/>
                </a:rPr>
                <a:t>join</a:t>
              </a:r>
              <a:r>
                <a:rPr lang="en-US" altLang="en-US" sz="1400" b="0" dirty="0" smtClean="0">
                  <a:solidFill>
                    <a:srgbClr val="FF0066"/>
                  </a:solidFill>
                  <a:effectLst>
                    <a:outerShdw blurRad="38100" dist="38100" dir="2700000" algn="tl">
                      <a:srgbClr val="C0C0C0"/>
                    </a:outerShdw>
                  </a:effectLst>
                  <a:latin typeface="Arial" charset="0"/>
                </a:rPr>
                <a:t>.</a:t>
              </a:r>
              <a:endParaRPr lang="en-US" altLang="en-US" sz="1400" b="0" dirty="0">
                <a:solidFill>
                  <a:srgbClr val="FF0066"/>
                </a:solidFill>
                <a:effectLst>
                  <a:outerShdw blurRad="38100" dist="38100" dir="2700000" algn="tl">
                    <a:srgbClr val="C0C0C0"/>
                  </a:outerShdw>
                </a:effectLst>
                <a:latin typeface="Arial" charset="0"/>
              </a:endParaRPr>
            </a:p>
          </p:txBody>
        </p:sp>
      </p:grpSp>
      <p:sp>
        <p:nvSpPr>
          <p:cNvPr id="414912" name="Line 192"/>
          <p:cNvSpPr>
            <a:spLocks noChangeShapeType="1"/>
          </p:cNvSpPr>
          <p:nvPr/>
        </p:nvSpPr>
        <p:spPr bwMode="auto">
          <a:xfrm>
            <a:off x="847725" y="31623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A4DAFD0D-EC40-684A-A258-7D8197923431}" type="datetime1">
              <a:rPr lang="en-IN" smtClean="0">
                <a:solidFill>
                  <a:prstClr val="black">
                    <a:tint val="75000"/>
                  </a:prstClr>
                </a:solidFill>
              </a:rPr>
              <a:t>06-10-2023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a:solidFill>
                  <a:prstClr val="black">
                    <a:tint val="75000"/>
                  </a:prstClr>
                </a:solidFill>
              </a:rPr>
              <a:t>Development of Surfaces</a:t>
            </a:r>
          </a:p>
        </p:txBody>
      </p:sp>
      <p:sp>
        <p:nvSpPr>
          <p:cNvPr id="4" name="Slide Number Placeholder 3"/>
          <p:cNvSpPr>
            <a:spLocks noGrp="1"/>
          </p:cNvSpPr>
          <p:nvPr>
            <p:ph type="sldNum" sz="quarter" idx="12"/>
          </p:nvPr>
        </p:nvSpPr>
        <p:spPr/>
        <p:txBody>
          <a:bodyPr/>
          <a:lstStyle/>
          <a:p>
            <a:fld id="{F7FF31BA-82E2-4C85-86C6-F5926E4FA1B8}" type="slidenum">
              <a:rPr lang="en-IN" smtClean="0">
                <a:solidFill>
                  <a:prstClr val="black">
                    <a:tint val="75000"/>
                  </a:prstClr>
                </a:solidFill>
              </a:rPr>
              <a:pPr/>
              <a:t>27</a:t>
            </a:fld>
            <a:endParaRPr lang="en-IN">
              <a:solidFill>
                <a:prstClr val="black">
                  <a:tint val="75000"/>
                </a:prstClr>
              </a:solidFill>
            </a:endParaRPr>
          </a:p>
        </p:txBody>
      </p:sp>
    </p:spTree>
    <p:extLst>
      <p:ext uri="{BB962C8B-B14F-4D97-AF65-F5344CB8AC3E}">
        <p14:creationId xmlns:p14="http://schemas.microsoft.com/office/powerpoint/2010/main" val="6133381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414908"/>
                                        </p:tgtEl>
                                        <p:attrNameLst>
                                          <p:attrName>style.visibility</p:attrName>
                                        </p:attrNameLst>
                                      </p:cBhvr>
                                      <p:to>
                                        <p:strVal val="visible"/>
                                      </p:to>
                                    </p:set>
                                    <p:anim calcmode="lin" valueType="num">
                                      <p:cBhvr>
                                        <p:cTn id="7" dur="500" fill="hold"/>
                                        <p:tgtEl>
                                          <p:spTgt spid="414908"/>
                                        </p:tgtEl>
                                        <p:attrNameLst>
                                          <p:attrName>ppt_w</p:attrName>
                                        </p:attrNameLst>
                                      </p:cBhvr>
                                      <p:tavLst>
                                        <p:tav tm="0">
                                          <p:val>
                                            <p:fltVal val="0"/>
                                          </p:val>
                                        </p:tav>
                                        <p:tav tm="100000">
                                          <p:val>
                                            <p:strVal val="#ppt_w"/>
                                          </p:val>
                                        </p:tav>
                                      </p:tavLst>
                                    </p:anim>
                                    <p:anim calcmode="lin" valueType="num">
                                      <p:cBhvr>
                                        <p:cTn id="8" dur="500" fill="hold"/>
                                        <p:tgtEl>
                                          <p:spTgt spid="41490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414765"/>
                                        </p:tgtEl>
                                        <p:attrNameLst>
                                          <p:attrName>style.visibility</p:attrName>
                                        </p:attrNameLst>
                                      </p:cBhvr>
                                      <p:to>
                                        <p:strVal val="visible"/>
                                      </p:to>
                                    </p:set>
                                    <p:anim calcmode="lin" valueType="num">
                                      <p:cBhvr>
                                        <p:cTn id="13" dur="500" fill="hold"/>
                                        <p:tgtEl>
                                          <p:spTgt spid="414765"/>
                                        </p:tgtEl>
                                        <p:attrNameLst>
                                          <p:attrName>ppt_w</p:attrName>
                                        </p:attrNameLst>
                                      </p:cBhvr>
                                      <p:tavLst>
                                        <p:tav tm="0">
                                          <p:val>
                                            <p:fltVal val="0"/>
                                          </p:val>
                                        </p:tav>
                                        <p:tav tm="100000">
                                          <p:val>
                                            <p:strVal val="#ppt_w"/>
                                          </p:val>
                                        </p:tav>
                                      </p:tavLst>
                                    </p:anim>
                                    <p:anim calcmode="lin" valueType="num">
                                      <p:cBhvr>
                                        <p:cTn id="14" dur="500" fill="hold"/>
                                        <p:tgtEl>
                                          <p:spTgt spid="414765"/>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4741"/>
                                        </p:tgtEl>
                                        <p:attrNameLst>
                                          <p:attrName>style.visibility</p:attrName>
                                        </p:attrNameLst>
                                      </p:cBhvr>
                                      <p:to>
                                        <p:strVal val="visible"/>
                                      </p:to>
                                    </p:set>
                                    <p:anim calcmode="lin" valueType="num">
                                      <p:cBhvr additive="base">
                                        <p:cTn id="19" dur="500" fill="hold"/>
                                        <p:tgtEl>
                                          <p:spTgt spid="414741"/>
                                        </p:tgtEl>
                                        <p:attrNameLst>
                                          <p:attrName>ppt_x</p:attrName>
                                        </p:attrNameLst>
                                      </p:cBhvr>
                                      <p:tavLst>
                                        <p:tav tm="0">
                                          <p:val>
                                            <p:strVal val="0-#ppt_w/2"/>
                                          </p:val>
                                        </p:tav>
                                        <p:tav tm="100000">
                                          <p:val>
                                            <p:strVal val="#ppt_x"/>
                                          </p:val>
                                        </p:tav>
                                      </p:tavLst>
                                    </p:anim>
                                    <p:anim calcmode="lin" valueType="num">
                                      <p:cBhvr additive="base">
                                        <p:cTn id="20" dur="500" fill="hold"/>
                                        <p:tgtEl>
                                          <p:spTgt spid="41474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14742"/>
                                        </p:tgtEl>
                                        <p:attrNameLst>
                                          <p:attrName>style.visibility</p:attrName>
                                        </p:attrNameLst>
                                      </p:cBhvr>
                                      <p:to>
                                        <p:strVal val="visible"/>
                                      </p:to>
                                    </p:set>
                                    <p:anim calcmode="lin" valueType="num">
                                      <p:cBhvr additive="base">
                                        <p:cTn id="25" dur="500" fill="hold"/>
                                        <p:tgtEl>
                                          <p:spTgt spid="414742"/>
                                        </p:tgtEl>
                                        <p:attrNameLst>
                                          <p:attrName>ppt_x</p:attrName>
                                        </p:attrNameLst>
                                      </p:cBhvr>
                                      <p:tavLst>
                                        <p:tav tm="0">
                                          <p:val>
                                            <p:strVal val="0-#ppt_w/2"/>
                                          </p:val>
                                        </p:tav>
                                        <p:tav tm="100000">
                                          <p:val>
                                            <p:strVal val="#ppt_x"/>
                                          </p:val>
                                        </p:tav>
                                      </p:tavLst>
                                    </p:anim>
                                    <p:anim calcmode="lin" valueType="num">
                                      <p:cBhvr additive="base">
                                        <p:cTn id="26" dur="500" fill="hold"/>
                                        <p:tgtEl>
                                          <p:spTgt spid="41474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414722"/>
                                        </p:tgtEl>
                                        <p:attrNameLst>
                                          <p:attrName>style.visibility</p:attrName>
                                        </p:attrNameLst>
                                      </p:cBhvr>
                                      <p:to>
                                        <p:strVal val="visible"/>
                                      </p:to>
                                    </p:set>
                                    <p:anim calcmode="lin" valueType="num">
                                      <p:cBhvr>
                                        <p:cTn id="31" dur="500" fill="hold"/>
                                        <p:tgtEl>
                                          <p:spTgt spid="414722"/>
                                        </p:tgtEl>
                                        <p:attrNameLst>
                                          <p:attrName>ppt_w</p:attrName>
                                        </p:attrNameLst>
                                      </p:cBhvr>
                                      <p:tavLst>
                                        <p:tav tm="0">
                                          <p:val>
                                            <p:fltVal val="0"/>
                                          </p:val>
                                        </p:tav>
                                        <p:tav tm="100000">
                                          <p:val>
                                            <p:strVal val="#ppt_w"/>
                                          </p:val>
                                        </p:tav>
                                      </p:tavLst>
                                    </p:anim>
                                    <p:anim calcmode="lin" valueType="num">
                                      <p:cBhvr>
                                        <p:cTn id="32" dur="500" fill="hold"/>
                                        <p:tgtEl>
                                          <p:spTgt spid="414722"/>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nodeType="clickEffect">
                                  <p:stCondLst>
                                    <p:cond delay="0"/>
                                  </p:stCondLst>
                                  <p:childTnLst>
                                    <p:set>
                                      <p:cBhvr>
                                        <p:cTn id="36" dur="1" fill="hold">
                                          <p:stCondLst>
                                            <p:cond delay="0"/>
                                          </p:stCondLst>
                                        </p:cTn>
                                        <p:tgtEl>
                                          <p:spTgt spid="414726"/>
                                        </p:tgtEl>
                                        <p:attrNameLst>
                                          <p:attrName>style.visibility</p:attrName>
                                        </p:attrNameLst>
                                      </p:cBhvr>
                                      <p:to>
                                        <p:strVal val="visible"/>
                                      </p:to>
                                    </p:set>
                                    <p:anim calcmode="lin" valueType="num">
                                      <p:cBhvr>
                                        <p:cTn id="37" dur="500" fill="hold"/>
                                        <p:tgtEl>
                                          <p:spTgt spid="414726"/>
                                        </p:tgtEl>
                                        <p:attrNameLst>
                                          <p:attrName>ppt_w</p:attrName>
                                        </p:attrNameLst>
                                      </p:cBhvr>
                                      <p:tavLst>
                                        <p:tav tm="0">
                                          <p:val>
                                            <p:fltVal val="0"/>
                                          </p:val>
                                        </p:tav>
                                        <p:tav tm="100000">
                                          <p:val>
                                            <p:strVal val="#ppt_w"/>
                                          </p:val>
                                        </p:tav>
                                      </p:tavLst>
                                    </p:anim>
                                    <p:anim calcmode="lin" valueType="num">
                                      <p:cBhvr>
                                        <p:cTn id="38" dur="500" fill="hold"/>
                                        <p:tgtEl>
                                          <p:spTgt spid="414726"/>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3" presetClass="entr" presetSubtype="16" fill="hold" nodeType="clickEffect">
                                  <p:stCondLst>
                                    <p:cond delay="0"/>
                                  </p:stCondLst>
                                  <p:childTnLst>
                                    <p:set>
                                      <p:cBhvr>
                                        <p:cTn id="42" dur="1" fill="hold">
                                          <p:stCondLst>
                                            <p:cond delay="0"/>
                                          </p:stCondLst>
                                        </p:cTn>
                                        <p:tgtEl>
                                          <p:spTgt spid="414754"/>
                                        </p:tgtEl>
                                        <p:attrNameLst>
                                          <p:attrName>style.visibility</p:attrName>
                                        </p:attrNameLst>
                                      </p:cBhvr>
                                      <p:to>
                                        <p:strVal val="visible"/>
                                      </p:to>
                                    </p:set>
                                    <p:anim calcmode="lin" valueType="num">
                                      <p:cBhvr>
                                        <p:cTn id="43" dur="500" fill="hold"/>
                                        <p:tgtEl>
                                          <p:spTgt spid="414754"/>
                                        </p:tgtEl>
                                        <p:attrNameLst>
                                          <p:attrName>ppt_w</p:attrName>
                                        </p:attrNameLst>
                                      </p:cBhvr>
                                      <p:tavLst>
                                        <p:tav tm="0">
                                          <p:val>
                                            <p:fltVal val="0"/>
                                          </p:val>
                                        </p:tav>
                                        <p:tav tm="100000">
                                          <p:val>
                                            <p:strVal val="#ppt_w"/>
                                          </p:val>
                                        </p:tav>
                                      </p:tavLst>
                                    </p:anim>
                                    <p:anim calcmode="lin" valueType="num">
                                      <p:cBhvr>
                                        <p:cTn id="44" dur="500" fill="hold"/>
                                        <p:tgtEl>
                                          <p:spTgt spid="414754"/>
                                        </p:tgtEl>
                                        <p:attrNameLst>
                                          <p:attrName>ppt_h</p:attrName>
                                        </p:attrNameLst>
                                      </p:cBhvr>
                                      <p:tavLst>
                                        <p:tav tm="0">
                                          <p:val>
                                            <p:fltVal val="0"/>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17" presetClass="entr" presetSubtype="4" fill="hold" nodeType="clickEffect">
                                  <p:stCondLst>
                                    <p:cond delay="0"/>
                                  </p:stCondLst>
                                  <p:childTnLst>
                                    <p:set>
                                      <p:cBhvr>
                                        <p:cTn id="48" dur="1" fill="hold">
                                          <p:stCondLst>
                                            <p:cond delay="0"/>
                                          </p:stCondLst>
                                        </p:cTn>
                                        <p:tgtEl>
                                          <p:spTgt spid="414735"/>
                                        </p:tgtEl>
                                        <p:attrNameLst>
                                          <p:attrName>style.visibility</p:attrName>
                                        </p:attrNameLst>
                                      </p:cBhvr>
                                      <p:to>
                                        <p:strVal val="visible"/>
                                      </p:to>
                                    </p:set>
                                    <p:anim calcmode="lin" valueType="num">
                                      <p:cBhvr>
                                        <p:cTn id="49" dur="500" fill="hold"/>
                                        <p:tgtEl>
                                          <p:spTgt spid="414735"/>
                                        </p:tgtEl>
                                        <p:attrNameLst>
                                          <p:attrName>ppt_x</p:attrName>
                                        </p:attrNameLst>
                                      </p:cBhvr>
                                      <p:tavLst>
                                        <p:tav tm="0">
                                          <p:val>
                                            <p:strVal val="#ppt_x"/>
                                          </p:val>
                                        </p:tav>
                                        <p:tav tm="100000">
                                          <p:val>
                                            <p:strVal val="#ppt_x"/>
                                          </p:val>
                                        </p:tav>
                                      </p:tavLst>
                                    </p:anim>
                                    <p:anim calcmode="lin" valueType="num">
                                      <p:cBhvr>
                                        <p:cTn id="50" dur="500" fill="hold"/>
                                        <p:tgtEl>
                                          <p:spTgt spid="414735"/>
                                        </p:tgtEl>
                                        <p:attrNameLst>
                                          <p:attrName>ppt_y</p:attrName>
                                        </p:attrNameLst>
                                      </p:cBhvr>
                                      <p:tavLst>
                                        <p:tav tm="0">
                                          <p:val>
                                            <p:strVal val="#ppt_y+#ppt_h/2"/>
                                          </p:val>
                                        </p:tav>
                                        <p:tav tm="100000">
                                          <p:val>
                                            <p:strVal val="#ppt_y"/>
                                          </p:val>
                                        </p:tav>
                                      </p:tavLst>
                                    </p:anim>
                                    <p:anim calcmode="lin" valueType="num">
                                      <p:cBhvr>
                                        <p:cTn id="51" dur="500" fill="hold"/>
                                        <p:tgtEl>
                                          <p:spTgt spid="414735"/>
                                        </p:tgtEl>
                                        <p:attrNameLst>
                                          <p:attrName>ppt_w</p:attrName>
                                        </p:attrNameLst>
                                      </p:cBhvr>
                                      <p:tavLst>
                                        <p:tav tm="0">
                                          <p:val>
                                            <p:strVal val="#ppt_w"/>
                                          </p:val>
                                        </p:tav>
                                        <p:tav tm="100000">
                                          <p:val>
                                            <p:strVal val="#ppt_w"/>
                                          </p:val>
                                        </p:tav>
                                      </p:tavLst>
                                    </p:anim>
                                    <p:anim calcmode="lin" valueType="num">
                                      <p:cBhvr>
                                        <p:cTn id="52" dur="500" fill="hold"/>
                                        <p:tgtEl>
                                          <p:spTgt spid="414735"/>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17" presetClass="entr" presetSubtype="4" fill="hold" nodeType="clickEffect">
                                  <p:stCondLst>
                                    <p:cond delay="0"/>
                                  </p:stCondLst>
                                  <p:childTnLst>
                                    <p:set>
                                      <p:cBhvr>
                                        <p:cTn id="56" dur="1" fill="hold">
                                          <p:stCondLst>
                                            <p:cond delay="0"/>
                                          </p:stCondLst>
                                        </p:cTn>
                                        <p:tgtEl>
                                          <p:spTgt spid="414731"/>
                                        </p:tgtEl>
                                        <p:attrNameLst>
                                          <p:attrName>style.visibility</p:attrName>
                                        </p:attrNameLst>
                                      </p:cBhvr>
                                      <p:to>
                                        <p:strVal val="visible"/>
                                      </p:to>
                                    </p:set>
                                    <p:anim calcmode="lin" valueType="num">
                                      <p:cBhvr>
                                        <p:cTn id="57" dur="500" fill="hold"/>
                                        <p:tgtEl>
                                          <p:spTgt spid="414731"/>
                                        </p:tgtEl>
                                        <p:attrNameLst>
                                          <p:attrName>ppt_x</p:attrName>
                                        </p:attrNameLst>
                                      </p:cBhvr>
                                      <p:tavLst>
                                        <p:tav tm="0">
                                          <p:val>
                                            <p:strVal val="#ppt_x"/>
                                          </p:val>
                                        </p:tav>
                                        <p:tav tm="100000">
                                          <p:val>
                                            <p:strVal val="#ppt_x"/>
                                          </p:val>
                                        </p:tav>
                                      </p:tavLst>
                                    </p:anim>
                                    <p:anim calcmode="lin" valueType="num">
                                      <p:cBhvr>
                                        <p:cTn id="58" dur="500" fill="hold"/>
                                        <p:tgtEl>
                                          <p:spTgt spid="414731"/>
                                        </p:tgtEl>
                                        <p:attrNameLst>
                                          <p:attrName>ppt_y</p:attrName>
                                        </p:attrNameLst>
                                      </p:cBhvr>
                                      <p:tavLst>
                                        <p:tav tm="0">
                                          <p:val>
                                            <p:strVal val="#ppt_y+#ppt_h/2"/>
                                          </p:val>
                                        </p:tav>
                                        <p:tav tm="100000">
                                          <p:val>
                                            <p:strVal val="#ppt_y"/>
                                          </p:val>
                                        </p:tav>
                                      </p:tavLst>
                                    </p:anim>
                                    <p:anim calcmode="lin" valueType="num">
                                      <p:cBhvr>
                                        <p:cTn id="59" dur="500" fill="hold"/>
                                        <p:tgtEl>
                                          <p:spTgt spid="414731"/>
                                        </p:tgtEl>
                                        <p:attrNameLst>
                                          <p:attrName>ppt_w</p:attrName>
                                        </p:attrNameLst>
                                      </p:cBhvr>
                                      <p:tavLst>
                                        <p:tav tm="0">
                                          <p:val>
                                            <p:strVal val="#ppt_w"/>
                                          </p:val>
                                        </p:tav>
                                        <p:tav tm="100000">
                                          <p:val>
                                            <p:strVal val="#ppt_w"/>
                                          </p:val>
                                        </p:tav>
                                      </p:tavLst>
                                    </p:anim>
                                    <p:anim calcmode="lin" valueType="num">
                                      <p:cBhvr>
                                        <p:cTn id="60" dur="500" fill="hold"/>
                                        <p:tgtEl>
                                          <p:spTgt spid="414731"/>
                                        </p:tgtEl>
                                        <p:attrNameLst>
                                          <p:attrName>ppt_h</p:attrName>
                                        </p:attrNameLst>
                                      </p:cBhvr>
                                      <p:tavLst>
                                        <p:tav tm="0">
                                          <p:val>
                                            <p:fltVal val="0"/>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8" fill="hold" nodeType="clickEffect">
                                  <p:stCondLst>
                                    <p:cond delay="0"/>
                                  </p:stCondLst>
                                  <p:childTnLst>
                                    <p:set>
                                      <p:cBhvr>
                                        <p:cTn id="64" dur="1" fill="hold">
                                          <p:stCondLst>
                                            <p:cond delay="0"/>
                                          </p:stCondLst>
                                        </p:cTn>
                                        <p:tgtEl>
                                          <p:spTgt spid="414743"/>
                                        </p:tgtEl>
                                        <p:attrNameLst>
                                          <p:attrName>style.visibility</p:attrName>
                                        </p:attrNameLst>
                                      </p:cBhvr>
                                      <p:to>
                                        <p:strVal val="visible"/>
                                      </p:to>
                                    </p:set>
                                    <p:anim calcmode="lin" valueType="num">
                                      <p:cBhvr>
                                        <p:cTn id="65" dur="500" fill="hold"/>
                                        <p:tgtEl>
                                          <p:spTgt spid="414743"/>
                                        </p:tgtEl>
                                        <p:attrNameLst>
                                          <p:attrName>ppt_x</p:attrName>
                                        </p:attrNameLst>
                                      </p:cBhvr>
                                      <p:tavLst>
                                        <p:tav tm="0">
                                          <p:val>
                                            <p:strVal val="#ppt_x-#ppt_w/2"/>
                                          </p:val>
                                        </p:tav>
                                        <p:tav tm="100000">
                                          <p:val>
                                            <p:strVal val="#ppt_x"/>
                                          </p:val>
                                        </p:tav>
                                      </p:tavLst>
                                    </p:anim>
                                    <p:anim calcmode="lin" valueType="num">
                                      <p:cBhvr>
                                        <p:cTn id="66" dur="500" fill="hold"/>
                                        <p:tgtEl>
                                          <p:spTgt spid="414743"/>
                                        </p:tgtEl>
                                        <p:attrNameLst>
                                          <p:attrName>ppt_y</p:attrName>
                                        </p:attrNameLst>
                                      </p:cBhvr>
                                      <p:tavLst>
                                        <p:tav tm="0">
                                          <p:val>
                                            <p:strVal val="#ppt_y"/>
                                          </p:val>
                                        </p:tav>
                                        <p:tav tm="100000">
                                          <p:val>
                                            <p:strVal val="#ppt_y"/>
                                          </p:val>
                                        </p:tav>
                                      </p:tavLst>
                                    </p:anim>
                                    <p:anim calcmode="lin" valueType="num">
                                      <p:cBhvr>
                                        <p:cTn id="67" dur="500" fill="hold"/>
                                        <p:tgtEl>
                                          <p:spTgt spid="414743"/>
                                        </p:tgtEl>
                                        <p:attrNameLst>
                                          <p:attrName>ppt_w</p:attrName>
                                        </p:attrNameLst>
                                      </p:cBhvr>
                                      <p:tavLst>
                                        <p:tav tm="0">
                                          <p:val>
                                            <p:fltVal val="0"/>
                                          </p:val>
                                        </p:tav>
                                        <p:tav tm="100000">
                                          <p:val>
                                            <p:strVal val="#ppt_w"/>
                                          </p:val>
                                        </p:tav>
                                      </p:tavLst>
                                    </p:anim>
                                    <p:anim calcmode="lin" valueType="num">
                                      <p:cBhvr>
                                        <p:cTn id="68" dur="500" fill="hold"/>
                                        <p:tgtEl>
                                          <p:spTgt spid="414743"/>
                                        </p:tgtEl>
                                        <p:attrNameLst>
                                          <p:attrName>ppt_h</p:attrName>
                                        </p:attrNameLst>
                                      </p:cBhvr>
                                      <p:tavLst>
                                        <p:tav tm="0">
                                          <p:val>
                                            <p:strVal val="#ppt_h"/>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414753"/>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8" presetClass="entr" presetSubtype="3" fill="hold" grpId="0" nodeType="clickEffect">
                                  <p:stCondLst>
                                    <p:cond delay="0"/>
                                  </p:stCondLst>
                                  <p:childTnLst>
                                    <p:set>
                                      <p:cBhvr>
                                        <p:cTn id="76" dur="1" fill="hold">
                                          <p:stCondLst>
                                            <p:cond delay="0"/>
                                          </p:stCondLst>
                                        </p:cTn>
                                        <p:tgtEl>
                                          <p:spTgt spid="414766"/>
                                        </p:tgtEl>
                                        <p:attrNameLst>
                                          <p:attrName>style.visibility</p:attrName>
                                        </p:attrNameLst>
                                      </p:cBhvr>
                                      <p:to>
                                        <p:strVal val="visible"/>
                                      </p:to>
                                    </p:set>
                                    <p:animEffect transition="in" filter="strips(upRight)">
                                      <p:cBhvr>
                                        <p:cTn id="77" dur="500"/>
                                        <p:tgtEl>
                                          <p:spTgt spid="41476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8" presetClass="entr" presetSubtype="6" fill="hold" grpId="0" nodeType="clickEffect">
                                  <p:stCondLst>
                                    <p:cond delay="0"/>
                                  </p:stCondLst>
                                  <p:childTnLst>
                                    <p:set>
                                      <p:cBhvr>
                                        <p:cTn id="81" dur="1" fill="hold">
                                          <p:stCondLst>
                                            <p:cond delay="0"/>
                                          </p:stCondLst>
                                        </p:cTn>
                                        <p:tgtEl>
                                          <p:spTgt spid="414767"/>
                                        </p:tgtEl>
                                        <p:attrNameLst>
                                          <p:attrName>style.visibility</p:attrName>
                                        </p:attrNameLst>
                                      </p:cBhvr>
                                      <p:to>
                                        <p:strVal val="visible"/>
                                      </p:to>
                                    </p:set>
                                    <p:animEffect transition="in" filter="strips(downRight)">
                                      <p:cBhvr>
                                        <p:cTn id="82" dur="500"/>
                                        <p:tgtEl>
                                          <p:spTgt spid="41476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8" presetClass="entr" presetSubtype="12" fill="hold" grpId="0" nodeType="clickEffect">
                                  <p:stCondLst>
                                    <p:cond delay="0"/>
                                  </p:stCondLst>
                                  <p:childTnLst>
                                    <p:set>
                                      <p:cBhvr>
                                        <p:cTn id="86" dur="1" fill="hold">
                                          <p:stCondLst>
                                            <p:cond delay="0"/>
                                          </p:stCondLst>
                                        </p:cTn>
                                        <p:tgtEl>
                                          <p:spTgt spid="414768"/>
                                        </p:tgtEl>
                                        <p:attrNameLst>
                                          <p:attrName>style.visibility</p:attrName>
                                        </p:attrNameLst>
                                      </p:cBhvr>
                                      <p:to>
                                        <p:strVal val="visible"/>
                                      </p:to>
                                    </p:set>
                                    <p:animEffect transition="in" filter="strips(downLeft)">
                                      <p:cBhvr>
                                        <p:cTn id="87" dur="500"/>
                                        <p:tgtEl>
                                          <p:spTgt spid="41476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7" presetClass="entr" presetSubtype="8" fill="hold" nodeType="clickEffect">
                                  <p:stCondLst>
                                    <p:cond delay="0"/>
                                  </p:stCondLst>
                                  <p:childTnLst>
                                    <p:set>
                                      <p:cBhvr>
                                        <p:cTn id="91" dur="1" fill="hold">
                                          <p:stCondLst>
                                            <p:cond delay="0"/>
                                          </p:stCondLst>
                                        </p:cTn>
                                        <p:tgtEl>
                                          <p:spTgt spid="414769"/>
                                        </p:tgtEl>
                                        <p:attrNameLst>
                                          <p:attrName>style.visibility</p:attrName>
                                        </p:attrNameLst>
                                      </p:cBhvr>
                                      <p:to>
                                        <p:strVal val="visible"/>
                                      </p:to>
                                    </p:set>
                                    <p:anim calcmode="lin" valueType="num">
                                      <p:cBhvr>
                                        <p:cTn id="92" dur="500" fill="hold"/>
                                        <p:tgtEl>
                                          <p:spTgt spid="414769"/>
                                        </p:tgtEl>
                                        <p:attrNameLst>
                                          <p:attrName>ppt_x</p:attrName>
                                        </p:attrNameLst>
                                      </p:cBhvr>
                                      <p:tavLst>
                                        <p:tav tm="0">
                                          <p:val>
                                            <p:strVal val="#ppt_x-#ppt_w/2"/>
                                          </p:val>
                                        </p:tav>
                                        <p:tav tm="100000">
                                          <p:val>
                                            <p:strVal val="#ppt_x"/>
                                          </p:val>
                                        </p:tav>
                                      </p:tavLst>
                                    </p:anim>
                                    <p:anim calcmode="lin" valueType="num">
                                      <p:cBhvr>
                                        <p:cTn id="93" dur="500" fill="hold"/>
                                        <p:tgtEl>
                                          <p:spTgt spid="414769"/>
                                        </p:tgtEl>
                                        <p:attrNameLst>
                                          <p:attrName>ppt_y</p:attrName>
                                        </p:attrNameLst>
                                      </p:cBhvr>
                                      <p:tavLst>
                                        <p:tav tm="0">
                                          <p:val>
                                            <p:strVal val="#ppt_y"/>
                                          </p:val>
                                        </p:tav>
                                        <p:tav tm="100000">
                                          <p:val>
                                            <p:strVal val="#ppt_y"/>
                                          </p:val>
                                        </p:tav>
                                      </p:tavLst>
                                    </p:anim>
                                    <p:anim calcmode="lin" valueType="num">
                                      <p:cBhvr>
                                        <p:cTn id="94" dur="500" fill="hold"/>
                                        <p:tgtEl>
                                          <p:spTgt spid="414769"/>
                                        </p:tgtEl>
                                        <p:attrNameLst>
                                          <p:attrName>ppt_w</p:attrName>
                                        </p:attrNameLst>
                                      </p:cBhvr>
                                      <p:tavLst>
                                        <p:tav tm="0">
                                          <p:val>
                                            <p:fltVal val="0"/>
                                          </p:val>
                                        </p:tav>
                                        <p:tav tm="100000">
                                          <p:val>
                                            <p:strVal val="#ppt_w"/>
                                          </p:val>
                                        </p:tav>
                                      </p:tavLst>
                                    </p:anim>
                                    <p:anim calcmode="lin" valueType="num">
                                      <p:cBhvr>
                                        <p:cTn id="95" dur="500" fill="hold"/>
                                        <p:tgtEl>
                                          <p:spTgt spid="414769"/>
                                        </p:tgtEl>
                                        <p:attrNameLst>
                                          <p:attrName>ppt_h</p:attrName>
                                        </p:attrNameLst>
                                      </p:cBhvr>
                                      <p:tavLst>
                                        <p:tav tm="0">
                                          <p:val>
                                            <p:strVal val="#ppt_h"/>
                                          </p:val>
                                        </p:tav>
                                        <p:tav tm="100000">
                                          <p:val>
                                            <p:strVal val="#ppt_h"/>
                                          </p:val>
                                        </p:tav>
                                      </p:tavLst>
                                    </p:anim>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grpId="0" nodeType="clickEffect">
                                  <p:stCondLst>
                                    <p:cond delay="0"/>
                                  </p:stCondLst>
                                  <p:childTnLst>
                                    <p:set>
                                      <p:cBhvr>
                                        <p:cTn id="99" dur="1" fill="hold">
                                          <p:stCondLst>
                                            <p:cond delay="499"/>
                                          </p:stCondLst>
                                        </p:cTn>
                                        <p:tgtEl>
                                          <p:spTgt spid="414778"/>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3" presetClass="entr" presetSubtype="16" fill="hold" nodeType="clickEffect">
                                  <p:stCondLst>
                                    <p:cond delay="0"/>
                                  </p:stCondLst>
                                  <p:childTnLst>
                                    <p:set>
                                      <p:cBhvr>
                                        <p:cTn id="103" dur="1" fill="hold">
                                          <p:stCondLst>
                                            <p:cond delay="0"/>
                                          </p:stCondLst>
                                        </p:cTn>
                                        <p:tgtEl>
                                          <p:spTgt spid="414866"/>
                                        </p:tgtEl>
                                        <p:attrNameLst>
                                          <p:attrName>style.visibility</p:attrName>
                                        </p:attrNameLst>
                                      </p:cBhvr>
                                      <p:to>
                                        <p:strVal val="visible"/>
                                      </p:to>
                                    </p:set>
                                    <p:anim calcmode="lin" valueType="num">
                                      <p:cBhvr>
                                        <p:cTn id="104" dur="500" fill="hold"/>
                                        <p:tgtEl>
                                          <p:spTgt spid="414866"/>
                                        </p:tgtEl>
                                        <p:attrNameLst>
                                          <p:attrName>ppt_w</p:attrName>
                                        </p:attrNameLst>
                                      </p:cBhvr>
                                      <p:tavLst>
                                        <p:tav tm="0">
                                          <p:val>
                                            <p:fltVal val="0"/>
                                          </p:val>
                                        </p:tav>
                                        <p:tav tm="100000">
                                          <p:val>
                                            <p:strVal val="#ppt_w"/>
                                          </p:val>
                                        </p:tav>
                                      </p:tavLst>
                                    </p:anim>
                                    <p:anim calcmode="lin" valueType="num">
                                      <p:cBhvr>
                                        <p:cTn id="105" dur="500" fill="hold"/>
                                        <p:tgtEl>
                                          <p:spTgt spid="414866"/>
                                        </p:tgtEl>
                                        <p:attrNameLst>
                                          <p:attrName>ppt_h</p:attrName>
                                        </p:attrNameLst>
                                      </p:cBhvr>
                                      <p:tavLst>
                                        <p:tav tm="0">
                                          <p:val>
                                            <p:fltVal val="0"/>
                                          </p:val>
                                        </p:tav>
                                        <p:tav tm="100000">
                                          <p:val>
                                            <p:strVal val="#ppt_h"/>
                                          </p:val>
                                        </p:tav>
                                      </p:tavLst>
                                    </p:anim>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7" presetClass="entr" presetSubtype="10" fill="hold" nodeType="clickEffect">
                                  <p:stCondLst>
                                    <p:cond delay="0"/>
                                  </p:stCondLst>
                                  <p:childTnLst>
                                    <p:set>
                                      <p:cBhvr>
                                        <p:cTn id="109" dur="1" fill="hold">
                                          <p:stCondLst>
                                            <p:cond delay="0"/>
                                          </p:stCondLst>
                                        </p:cTn>
                                        <p:tgtEl>
                                          <p:spTgt spid="414779"/>
                                        </p:tgtEl>
                                        <p:attrNameLst>
                                          <p:attrName>style.visibility</p:attrName>
                                        </p:attrNameLst>
                                      </p:cBhvr>
                                      <p:to>
                                        <p:strVal val="visible"/>
                                      </p:to>
                                    </p:set>
                                    <p:anim calcmode="lin" valueType="num">
                                      <p:cBhvr>
                                        <p:cTn id="110" dur="500" fill="hold"/>
                                        <p:tgtEl>
                                          <p:spTgt spid="414779"/>
                                        </p:tgtEl>
                                        <p:attrNameLst>
                                          <p:attrName>ppt_w</p:attrName>
                                        </p:attrNameLst>
                                      </p:cBhvr>
                                      <p:tavLst>
                                        <p:tav tm="0">
                                          <p:val>
                                            <p:fltVal val="0"/>
                                          </p:val>
                                        </p:tav>
                                        <p:tav tm="100000">
                                          <p:val>
                                            <p:strVal val="#ppt_w"/>
                                          </p:val>
                                        </p:tav>
                                      </p:tavLst>
                                    </p:anim>
                                    <p:anim calcmode="lin" valueType="num">
                                      <p:cBhvr>
                                        <p:cTn id="111" dur="500" fill="hold"/>
                                        <p:tgtEl>
                                          <p:spTgt spid="414779"/>
                                        </p:tgtEl>
                                        <p:attrNameLst>
                                          <p:attrName>ppt_h</p:attrName>
                                        </p:attrNameLst>
                                      </p:cBhvr>
                                      <p:tavLst>
                                        <p:tav tm="0">
                                          <p:val>
                                            <p:strVal val="#ppt_h"/>
                                          </p:val>
                                        </p:tav>
                                        <p:tav tm="100000">
                                          <p:val>
                                            <p:strVal val="#ppt_h"/>
                                          </p:val>
                                        </p:tav>
                                      </p:tavLst>
                                    </p:anim>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 presetClass="entr" presetSubtype="4" fill="hold" grpId="0" nodeType="clickEffect">
                                  <p:stCondLst>
                                    <p:cond delay="0"/>
                                  </p:stCondLst>
                                  <p:childTnLst>
                                    <p:set>
                                      <p:cBhvr>
                                        <p:cTn id="115" dur="1" fill="hold">
                                          <p:stCondLst>
                                            <p:cond delay="0"/>
                                          </p:stCondLst>
                                        </p:cTn>
                                        <p:tgtEl>
                                          <p:spTgt spid="414792"/>
                                        </p:tgtEl>
                                        <p:attrNameLst>
                                          <p:attrName>style.visibility</p:attrName>
                                        </p:attrNameLst>
                                      </p:cBhvr>
                                      <p:to>
                                        <p:strVal val="visible"/>
                                      </p:to>
                                    </p:set>
                                    <p:anim calcmode="lin" valueType="num">
                                      <p:cBhvr additive="base">
                                        <p:cTn id="116" dur="500" fill="hold"/>
                                        <p:tgtEl>
                                          <p:spTgt spid="414792"/>
                                        </p:tgtEl>
                                        <p:attrNameLst>
                                          <p:attrName>ppt_x</p:attrName>
                                        </p:attrNameLst>
                                      </p:cBhvr>
                                      <p:tavLst>
                                        <p:tav tm="0">
                                          <p:val>
                                            <p:strVal val="#ppt_x"/>
                                          </p:val>
                                        </p:tav>
                                        <p:tav tm="100000">
                                          <p:val>
                                            <p:strVal val="#ppt_x"/>
                                          </p:val>
                                        </p:tav>
                                      </p:tavLst>
                                    </p:anim>
                                    <p:anim calcmode="lin" valueType="num">
                                      <p:cBhvr additive="base">
                                        <p:cTn id="117" dur="500" fill="hold"/>
                                        <p:tgtEl>
                                          <p:spTgt spid="414792"/>
                                        </p:tgtEl>
                                        <p:attrNameLst>
                                          <p:attrName>ppt_y</p:attrName>
                                        </p:attrNameLst>
                                      </p:cBhvr>
                                      <p:tavLst>
                                        <p:tav tm="0">
                                          <p:val>
                                            <p:strVal val="1+#ppt_h/2"/>
                                          </p:val>
                                        </p:tav>
                                        <p:tav tm="100000">
                                          <p:val>
                                            <p:strVal val="#ppt_y"/>
                                          </p:val>
                                        </p:tav>
                                      </p:tavLst>
                                    </p:anim>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 presetClass="entr" presetSubtype="8" fill="hold" grpId="0" nodeType="clickEffect">
                                  <p:stCondLst>
                                    <p:cond delay="0"/>
                                  </p:stCondLst>
                                  <p:childTnLst>
                                    <p:set>
                                      <p:cBhvr>
                                        <p:cTn id="121" dur="1" fill="hold">
                                          <p:stCondLst>
                                            <p:cond delay="0"/>
                                          </p:stCondLst>
                                        </p:cTn>
                                        <p:tgtEl>
                                          <p:spTgt spid="414912"/>
                                        </p:tgtEl>
                                        <p:attrNameLst>
                                          <p:attrName>style.visibility</p:attrName>
                                        </p:attrNameLst>
                                      </p:cBhvr>
                                      <p:to>
                                        <p:strVal val="visible"/>
                                      </p:to>
                                    </p:set>
                                    <p:anim calcmode="lin" valueType="num">
                                      <p:cBhvr additive="base">
                                        <p:cTn id="122" dur="500" fill="hold"/>
                                        <p:tgtEl>
                                          <p:spTgt spid="414912"/>
                                        </p:tgtEl>
                                        <p:attrNameLst>
                                          <p:attrName>ppt_x</p:attrName>
                                        </p:attrNameLst>
                                      </p:cBhvr>
                                      <p:tavLst>
                                        <p:tav tm="0">
                                          <p:val>
                                            <p:strVal val="0-#ppt_w/2"/>
                                          </p:val>
                                        </p:tav>
                                        <p:tav tm="100000">
                                          <p:val>
                                            <p:strVal val="#ppt_x"/>
                                          </p:val>
                                        </p:tav>
                                      </p:tavLst>
                                    </p:anim>
                                    <p:anim calcmode="lin" valueType="num">
                                      <p:cBhvr additive="base">
                                        <p:cTn id="123" dur="500" fill="hold"/>
                                        <p:tgtEl>
                                          <p:spTgt spid="414912"/>
                                        </p:tgtEl>
                                        <p:attrNameLst>
                                          <p:attrName>ppt_y</p:attrName>
                                        </p:attrNameLst>
                                      </p:cBhvr>
                                      <p:tavLst>
                                        <p:tav tm="0">
                                          <p:val>
                                            <p:strVal val="#ppt_y"/>
                                          </p:val>
                                        </p:tav>
                                        <p:tav tm="100000">
                                          <p:val>
                                            <p:strVal val="#ppt_y"/>
                                          </p:val>
                                        </p:tav>
                                      </p:tavLst>
                                    </p:anim>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414787"/>
                                        </p:tgtEl>
                                        <p:attrNameLst>
                                          <p:attrName>style.visibility</p:attrName>
                                        </p:attrNameLst>
                                      </p:cBhvr>
                                      <p:to>
                                        <p:strVal val="visible"/>
                                      </p:to>
                                    </p:set>
                                    <p:anim calcmode="lin" valueType="num">
                                      <p:cBhvr additive="base">
                                        <p:cTn id="128" dur="500" fill="hold"/>
                                        <p:tgtEl>
                                          <p:spTgt spid="414787"/>
                                        </p:tgtEl>
                                        <p:attrNameLst>
                                          <p:attrName>ppt_x</p:attrName>
                                        </p:attrNameLst>
                                      </p:cBhvr>
                                      <p:tavLst>
                                        <p:tav tm="0">
                                          <p:val>
                                            <p:strVal val="#ppt_x"/>
                                          </p:val>
                                        </p:tav>
                                        <p:tav tm="100000">
                                          <p:val>
                                            <p:strVal val="#ppt_x"/>
                                          </p:val>
                                        </p:tav>
                                      </p:tavLst>
                                    </p:anim>
                                    <p:anim calcmode="lin" valueType="num">
                                      <p:cBhvr additive="base">
                                        <p:cTn id="129" dur="500" fill="hold"/>
                                        <p:tgtEl>
                                          <p:spTgt spid="414787"/>
                                        </p:tgtEl>
                                        <p:attrNameLst>
                                          <p:attrName>ppt_y</p:attrName>
                                        </p:attrNameLst>
                                      </p:cBhvr>
                                      <p:tavLst>
                                        <p:tav tm="0">
                                          <p:val>
                                            <p:strVal val="1+#ppt_h/2"/>
                                          </p:val>
                                        </p:tav>
                                        <p:tav tm="100000">
                                          <p:val>
                                            <p:strVal val="#ppt_y"/>
                                          </p:val>
                                        </p:tav>
                                      </p:tavLst>
                                    </p:anim>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 presetClass="entr" presetSubtype="4" fill="hold" grpId="0" nodeType="clickEffect">
                                  <p:stCondLst>
                                    <p:cond delay="0"/>
                                  </p:stCondLst>
                                  <p:childTnLst>
                                    <p:set>
                                      <p:cBhvr>
                                        <p:cTn id="133" dur="1" fill="hold">
                                          <p:stCondLst>
                                            <p:cond delay="0"/>
                                          </p:stCondLst>
                                        </p:cTn>
                                        <p:tgtEl>
                                          <p:spTgt spid="414788"/>
                                        </p:tgtEl>
                                        <p:attrNameLst>
                                          <p:attrName>style.visibility</p:attrName>
                                        </p:attrNameLst>
                                      </p:cBhvr>
                                      <p:to>
                                        <p:strVal val="visible"/>
                                      </p:to>
                                    </p:set>
                                    <p:anim calcmode="lin" valueType="num">
                                      <p:cBhvr additive="base">
                                        <p:cTn id="134" dur="500" fill="hold"/>
                                        <p:tgtEl>
                                          <p:spTgt spid="414788"/>
                                        </p:tgtEl>
                                        <p:attrNameLst>
                                          <p:attrName>ppt_x</p:attrName>
                                        </p:attrNameLst>
                                      </p:cBhvr>
                                      <p:tavLst>
                                        <p:tav tm="0">
                                          <p:val>
                                            <p:strVal val="#ppt_x"/>
                                          </p:val>
                                        </p:tav>
                                        <p:tav tm="100000">
                                          <p:val>
                                            <p:strVal val="#ppt_x"/>
                                          </p:val>
                                        </p:tav>
                                      </p:tavLst>
                                    </p:anim>
                                    <p:anim calcmode="lin" valueType="num">
                                      <p:cBhvr additive="base">
                                        <p:cTn id="135" dur="500" fill="hold"/>
                                        <p:tgtEl>
                                          <p:spTgt spid="414788"/>
                                        </p:tgtEl>
                                        <p:attrNameLst>
                                          <p:attrName>ppt_y</p:attrName>
                                        </p:attrNameLst>
                                      </p:cBhvr>
                                      <p:tavLst>
                                        <p:tav tm="0">
                                          <p:val>
                                            <p:strVal val="1+#ppt_h/2"/>
                                          </p:val>
                                        </p:tav>
                                        <p:tav tm="100000">
                                          <p:val>
                                            <p:strVal val="#ppt_y"/>
                                          </p:val>
                                        </p:tav>
                                      </p:tavLst>
                                    </p:anim>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 presetClass="entr" presetSubtype="4" fill="hold" grpId="0" nodeType="clickEffect">
                                  <p:stCondLst>
                                    <p:cond delay="0"/>
                                  </p:stCondLst>
                                  <p:childTnLst>
                                    <p:set>
                                      <p:cBhvr>
                                        <p:cTn id="139" dur="1" fill="hold">
                                          <p:stCondLst>
                                            <p:cond delay="0"/>
                                          </p:stCondLst>
                                        </p:cTn>
                                        <p:tgtEl>
                                          <p:spTgt spid="414789"/>
                                        </p:tgtEl>
                                        <p:attrNameLst>
                                          <p:attrName>style.visibility</p:attrName>
                                        </p:attrNameLst>
                                      </p:cBhvr>
                                      <p:to>
                                        <p:strVal val="visible"/>
                                      </p:to>
                                    </p:set>
                                    <p:anim calcmode="lin" valueType="num">
                                      <p:cBhvr additive="base">
                                        <p:cTn id="140" dur="500" fill="hold"/>
                                        <p:tgtEl>
                                          <p:spTgt spid="414789"/>
                                        </p:tgtEl>
                                        <p:attrNameLst>
                                          <p:attrName>ppt_x</p:attrName>
                                        </p:attrNameLst>
                                      </p:cBhvr>
                                      <p:tavLst>
                                        <p:tav tm="0">
                                          <p:val>
                                            <p:strVal val="#ppt_x"/>
                                          </p:val>
                                        </p:tav>
                                        <p:tav tm="100000">
                                          <p:val>
                                            <p:strVal val="#ppt_x"/>
                                          </p:val>
                                        </p:tav>
                                      </p:tavLst>
                                    </p:anim>
                                    <p:anim calcmode="lin" valueType="num">
                                      <p:cBhvr additive="base">
                                        <p:cTn id="141" dur="500" fill="hold"/>
                                        <p:tgtEl>
                                          <p:spTgt spid="414789"/>
                                        </p:tgtEl>
                                        <p:attrNameLst>
                                          <p:attrName>ppt_y</p:attrName>
                                        </p:attrNameLst>
                                      </p:cBhvr>
                                      <p:tavLst>
                                        <p:tav tm="0">
                                          <p:val>
                                            <p:strVal val="1+#ppt_h/2"/>
                                          </p:val>
                                        </p:tav>
                                        <p:tav tm="100000">
                                          <p:val>
                                            <p:strVal val="#ppt_y"/>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 presetClass="entr" presetSubtype="4" fill="hold" grpId="0" nodeType="clickEffect">
                                  <p:stCondLst>
                                    <p:cond delay="0"/>
                                  </p:stCondLst>
                                  <p:childTnLst>
                                    <p:set>
                                      <p:cBhvr>
                                        <p:cTn id="145" dur="1" fill="hold">
                                          <p:stCondLst>
                                            <p:cond delay="0"/>
                                          </p:stCondLst>
                                        </p:cTn>
                                        <p:tgtEl>
                                          <p:spTgt spid="414790"/>
                                        </p:tgtEl>
                                        <p:attrNameLst>
                                          <p:attrName>style.visibility</p:attrName>
                                        </p:attrNameLst>
                                      </p:cBhvr>
                                      <p:to>
                                        <p:strVal val="visible"/>
                                      </p:to>
                                    </p:set>
                                    <p:anim calcmode="lin" valueType="num">
                                      <p:cBhvr additive="base">
                                        <p:cTn id="146" dur="500" fill="hold"/>
                                        <p:tgtEl>
                                          <p:spTgt spid="414790"/>
                                        </p:tgtEl>
                                        <p:attrNameLst>
                                          <p:attrName>ppt_x</p:attrName>
                                        </p:attrNameLst>
                                      </p:cBhvr>
                                      <p:tavLst>
                                        <p:tav tm="0">
                                          <p:val>
                                            <p:strVal val="#ppt_x"/>
                                          </p:val>
                                        </p:tav>
                                        <p:tav tm="100000">
                                          <p:val>
                                            <p:strVal val="#ppt_x"/>
                                          </p:val>
                                        </p:tav>
                                      </p:tavLst>
                                    </p:anim>
                                    <p:anim calcmode="lin" valueType="num">
                                      <p:cBhvr additive="base">
                                        <p:cTn id="147" dur="500" fill="hold"/>
                                        <p:tgtEl>
                                          <p:spTgt spid="414790"/>
                                        </p:tgtEl>
                                        <p:attrNameLst>
                                          <p:attrName>ppt_y</p:attrName>
                                        </p:attrNameLst>
                                      </p:cBhvr>
                                      <p:tavLst>
                                        <p:tav tm="0">
                                          <p:val>
                                            <p:strVal val="1+#ppt_h/2"/>
                                          </p:val>
                                        </p:tav>
                                        <p:tav tm="100000">
                                          <p:val>
                                            <p:strVal val="#ppt_y"/>
                                          </p:val>
                                        </p:tav>
                                      </p:tavLst>
                                    </p:anim>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 presetClass="entr" presetSubtype="4" fill="hold" grpId="0" nodeType="clickEffect">
                                  <p:stCondLst>
                                    <p:cond delay="0"/>
                                  </p:stCondLst>
                                  <p:childTnLst>
                                    <p:set>
                                      <p:cBhvr>
                                        <p:cTn id="151" dur="1" fill="hold">
                                          <p:stCondLst>
                                            <p:cond delay="0"/>
                                          </p:stCondLst>
                                        </p:cTn>
                                        <p:tgtEl>
                                          <p:spTgt spid="414791"/>
                                        </p:tgtEl>
                                        <p:attrNameLst>
                                          <p:attrName>style.visibility</p:attrName>
                                        </p:attrNameLst>
                                      </p:cBhvr>
                                      <p:to>
                                        <p:strVal val="visible"/>
                                      </p:to>
                                    </p:set>
                                    <p:anim calcmode="lin" valueType="num">
                                      <p:cBhvr additive="base">
                                        <p:cTn id="152" dur="500" fill="hold"/>
                                        <p:tgtEl>
                                          <p:spTgt spid="414791"/>
                                        </p:tgtEl>
                                        <p:attrNameLst>
                                          <p:attrName>ppt_x</p:attrName>
                                        </p:attrNameLst>
                                      </p:cBhvr>
                                      <p:tavLst>
                                        <p:tav tm="0">
                                          <p:val>
                                            <p:strVal val="#ppt_x"/>
                                          </p:val>
                                        </p:tav>
                                        <p:tav tm="100000">
                                          <p:val>
                                            <p:strVal val="#ppt_x"/>
                                          </p:val>
                                        </p:tav>
                                      </p:tavLst>
                                    </p:anim>
                                    <p:anim calcmode="lin" valueType="num">
                                      <p:cBhvr additive="base">
                                        <p:cTn id="153" dur="500" fill="hold"/>
                                        <p:tgtEl>
                                          <p:spTgt spid="414791"/>
                                        </p:tgtEl>
                                        <p:attrNameLst>
                                          <p:attrName>ppt_y</p:attrName>
                                        </p:attrNameLst>
                                      </p:cBhvr>
                                      <p:tavLst>
                                        <p:tav tm="0">
                                          <p:val>
                                            <p:strVal val="1+#ppt_h/2"/>
                                          </p:val>
                                        </p:tav>
                                        <p:tav tm="100000">
                                          <p:val>
                                            <p:strVal val="#ppt_y"/>
                                          </p:val>
                                        </p:tav>
                                      </p:tavLst>
                                    </p:anim>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 presetClass="entr" presetSubtype="4" fill="hold" grpId="0" nodeType="clickEffect">
                                  <p:stCondLst>
                                    <p:cond delay="0"/>
                                  </p:stCondLst>
                                  <p:childTnLst>
                                    <p:set>
                                      <p:cBhvr>
                                        <p:cTn id="157" dur="1" fill="hold">
                                          <p:stCondLst>
                                            <p:cond delay="0"/>
                                          </p:stCondLst>
                                        </p:cTn>
                                        <p:tgtEl>
                                          <p:spTgt spid="414793"/>
                                        </p:tgtEl>
                                        <p:attrNameLst>
                                          <p:attrName>style.visibility</p:attrName>
                                        </p:attrNameLst>
                                      </p:cBhvr>
                                      <p:to>
                                        <p:strVal val="visible"/>
                                      </p:to>
                                    </p:set>
                                    <p:anim calcmode="lin" valueType="num">
                                      <p:cBhvr additive="base">
                                        <p:cTn id="158" dur="500" fill="hold"/>
                                        <p:tgtEl>
                                          <p:spTgt spid="414793"/>
                                        </p:tgtEl>
                                        <p:attrNameLst>
                                          <p:attrName>ppt_x</p:attrName>
                                        </p:attrNameLst>
                                      </p:cBhvr>
                                      <p:tavLst>
                                        <p:tav tm="0">
                                          <p:val>
                                            <p:strVal val="#ppt_x"/>
                                          </p:val>
                                        </p:tav>
                                        <p:tav tm="100000">
                                          <p:val>
                                            <p:strVal val="#ppt_x"/>
                                          </p:val>
                                        </p:tav>
                                      </p:tavLst>
                                    </p:anim>
                                    <p:anim calcmode="lin" valueType="num">
                                      <p:cBhvr additive="base">
                                        <p:cTn id="159" dur="500" fill="hold"/>
                                        <p:tgtEl>
                                          <p:spTgt spid="414793"/>
                                        </p:tgtEl>
                                        <p:attrNameLst>
                                          <p:attrName>ppt_y</p:attrName>
                                        </p:attrNameLst>
                                      </p:cBhvr>
                                      <p:tavLst>
                                        <p:tav tm="0">
                                          <p:val>
                                            <p:strVal val="1+#ppt_h/2"/>
                                          </p:val>
                                        </p:tav>
                                        <p:tav tm="100000">
                                          <p:val>
                                            <p:strVal val="#ppt_y"/>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 presetClass="entr" presetSubtype="4" fill="hold" grpId="0" nodeType="clickEffect">
                                  <p:stCondLst>
                                    <p:cond delay="0"/>
                                  </p:stCondLst>
                                  <p:childTnLst>
                                    <p:set>
                                      <p:cBhvr>
                                        <p:cTn id="163" dur="1" fill="hold">
                                          <p:stCondLst>
                                            <p:cond delay="0"/>
                                          </p:stCondLst>
                                        </p:cTn>
                                        <p:tgtEl>
                                          <p:spTgt spid="414794"/>
                                        </p:tgtEl>
                                        <p:attrNameLst>
                                          <p:attrName>style.visibility</p:attrName>
                                        </p:attrNameLst>
                                      </p:cBhvr>
                                      <p:to>
                                        <p:strVal val="visible"/>
                                      </p:to>
                                    </p:set>
                                    <p:anim calcmode="lin" valueType="num">
                                      <p:cBhvr additive="base">
                                        <p:cTn id="164" dur="500" fill="hold"/>
                                        <p:tgtEl>
                                          <p:spTgt spid="414794"/>
                                        </p:tgtEl>
                                        <p:attrNameLst>
                                          <p:attrName>ppt_x</p:attrName>
                                        </p:attrNameLst>
                                      </p:cBhvr>
                                      <p:tavLst>
                                        <p:tav tm="0">
                                          <p:val>
                                            <p:strVal val="#ppt_x"/>
                                          </p:val>
                                        </p:tav>
                                        <p:tav tm="100000">
                                          <p:val>
                                            <p:strVal val="#ppt_x"/>
                                          </p:val>
                                        </p:tav>
                                      </p:tavLst>
                                    </p:anim>
                                    <p:anim calcmode="lin" valueType="num">
                                      <p:cBhvr additive="base">
                                        <p:cTn id="165" dur="500" fill="hold"/>
                                        <p:tgtEl>
                                          <p:spTgt spid="414794"/>
                                        </p:tgtEl>
                                        <p:attrNameLst>
                                          <p:attrName>ppt_y</p:attrName>
                                        </p:attrNameLst>
                                      </p:cBhvr>
                                      <p:tavLst>
                                        <p:tav tm="0">
                                          <p:val>
                                            <p:strVal val="1+#ppt_h/2"/>
                                          </p:val>
                                        </p:tav>
                                        <p:tav tm="100000">
                                          <p:val>
                                            <p:strVal val="#ppt_y"/>
                                          </p:val>
                                        </p:tav>
                                      </p:tavLst>
                                    </p:anim>
                                  </p:childTnLst>
                                </p:cTn>
                              </p:par>
                            </p:childTnLst>
                          </p:cTn>
                        </p:par>
                      </p:childTnLst>
                    </p:cTn>
                  </p:par>
                  <p:par>
                    <p:cTn id="166" fill="hold" nodeType="clickPar">
                      <p:stCondLst>
                        <p:cond delay="indefinite"/>
                      </p:stCondLst>
                      <p:childTnLst>
                        <p:par>
                          <p:cTn id="167" fill="hold" nodeType="withGroup">
                            <p:stCondLst>
                              <p:cond delay="0"/>
                            </p:stCondLst>
                            <p:childTnLst>
                              <p:par>
                                <p:cTn id="168" presetID="2" presetClass="entr" presetSubtype="4" fill="hold" grpId="0" nodeType="clickEffect">
                                  <p:stCondLst>
                                    <p:cond delay="0"/>
                                  </p:stCondLst>
                                  <p:childTnLst>
                                    <p:set>
                                      <p:cBhvr>
                                        <p:cTn id="169" dur="1" fill="hold">
                                          <p:stCondLst>
                                            <p:cond delay="0"/>
                                          </p:stCondLst>
                                        </p:cTn>
                                        <p:tgtEl>
                                          <p:spTgt spid="414795"/>
                                        </p:tgtEl>
                                        <p:attrNameLst>
                                          <p:attrName>style.visibility</p:attrName>
                                        </p:attrNameLst>
                                      </p:cBhvr>
                                      <p:to>
                                        <p:strVal val="visible"/>
                                      </p:to>
                                    </p:set>
                                    <p:anim calcmode="lin" valueType="num">
                                      <p:cBhvr additive="base">
                                        <p:cTn id="170" dur="500" fill="hold"/>
                                        <p:tgtEl>
                                          <p:spTgt spid="414795"/>
                                        </p:tgtEl>
                                        <p:attrNameLst>
                                          <p:attrName>ppt_x</p:attrName>
                                        </p:attrNameLst>
                                      </p:cBhvr>
                                      <p:tavLst>
                                        <p:tav tm="0">
                                          <p:val>
                                            <p:strVal val="#ppt_x"/>
                                          </p:val>
                                        </p:tav>
                                        <p:tav tm="100000">
                                          <p:val>
                                            <p:strVal val="#ppt_x"/>
                                          </p:val>
                                        </p:tav>
                                      </p:tavLst>
                                    </p:anim>
                                    <p:anim calcmode="lin" valueType="num">
                                      <p:cBhvr additive="base">
                                        <p:cTn id="171" dur="500" fill="hold"/>
                                        <p:tgtEl>
                                          <p:spTgt spid="414795"/>
                                        </p:tgtEl>
                                        <p:attrNameLst>
                                          <p:attrName>ppt_y</p:attrName>
                                        </p:attrNameLst>
                                      </p:cBhvr>
                                      <p:tavLst>
                                        <p:tav tm="0">
                                          <p:val>
                                            <p:strVal val="1+#ppt_h/2"/>
                                          </p:val>
                                        </p:tav>
                                        <p:tav tm="100000">
                                          <p:val>
                                            <p:strVal val="#ppt_y"/>
                                          </p:val>
                                        </p:tav>
                                      </p:tavLst>
                                    </p:anim>
                                  </p:childTnLst>
                                </p:cTn>
                              </p:par>
                            </p:childTnLst>
                          </p:cTn>
                        </p:par>
                      </p:childTnLst>
                    </p:cTn>
                  </p:par>
                  <p:par>
                    <p:cTn id="172" fill="hold" nodeType="clickPar">
                      <p:stCondLst>
                        <p:cond delay="indefinite"/>
                      </p:stCondLst>
                      <p:childTnLst>
                        <p:par>
                          <p:cTn id="173" fill="hold" nodeType="withGroup">
                            <p:stCondLst>
                              <p:cond delay="0"/>
                            </p:stCondLst>
                            <p:childTnLst>
                              <p:par>
                                <p:cTn id="174" presetID="17" presetClass="entr" presetSubtype="4" fill="hold" nodeType="clickEffect">
                                  <p:stCondLst>
                                    <p:cond delay="0"/>
                                  </p:stCondLst>
                                  <p:childTnLst>
                                    <p:set>
                                      <p:cBhvr>
                                        <p:cTn id="175" dur="1" fill="hold">
                                          <p:stCondLst>
                                            <p:cond delay="0"/>
                                          </p:stCondLst>
                                        </p:cTn>
                                        <p:tgtEl>
                                          <p:spTgt spid="414818"/>
                                        </p:tgtEl>
                                        <p:attrNameLst>
                                          <p:attrName>style.visibility</p:attrName>
                                        </p:attrNameLst>
                                      </p:cBhvr>
                                      <p:to>
                                        <p:strVal val="visible"/>
                                      </p:to>
                                    </p:set>
                                    <p:anim calcmode="lin" valueType="num">
                                      <p:cBhvr>
                                        <p:cTn id="176" dur="500" fill="hold"/>
                                        <p:tgtEl>
                                          <p:spTgt spid="414818"/>
                                        </p:tgtEl>
                                        <p:attrNameLst>
                                          <p:attrName>ppt_x</p:attrName>
                                        </p:attrNameLst>
                                      </p:cBhvr>
                                      <p:tavLst>
                                        <p:tav tm="0">
                                          <p:val>
                                            <p:strVal val="#ppt_x"/>
                                          </p:val>
                                        </p:tav>
                                        <p:tav tm="100000">
                                          <p:val>
                                            <p:strVal val="#ppt_x"/>
                                          </p:val>
                                        </p:tav>
                                      </p:tavLst>
                                    </p:anim>
                                    <p:anim calcmode="lin" valueType="num">
                                      <p:cBhvr>
                                        <p:cTn id="177" dur="500" fill="hold"/>
                                        <p:tgtEl>
                                          <p:spTgt spid="414818"/>
                                        </p:tgtEl>
                                        <p:attrNameLst>
                                          <p:attrName>ppt_y</p:attrName>
                                        </p:attrNameLst>
                                      </p:cBhvr>
                                      <p:tavLst>
                                        <p:tav tm="0">
                                          <p:val>
                                            <p:strVal val="#ppt_y+#ppt_h/2"/>
                                          </p:val>
                                        </p:tav>
                                        <p:tav tm="100000">
                                          <p:val>
                                            <p:strVal val="#ppt_y"/>
                                          </p:val>
                                        </p:tav>
                                      </p:tavLst>
                                    </p:anim>
                                    <p:anim calcmode="lin" valueType="num">
                                      <p:cBhvr>
                                        <p:cTn id="178" dur="500" fill="hold"/>
                                        <p:tgtEl>
                                          <p:spTgt spid="414818"/>
                                        </p:tgtEl>
                                        <p:attrNameLst>
                                          <p:attrName>ppt_w</p:attrName>
                                        </p:attrNameLst>
                                      </p:cBhvr>
                                      <p:tavLst>
                                        <p:tav tm="0">
                                          <p:val>
                                            <p:strVal val="#ppt_w"/>
                                          </p:val>
                                        </p:tav>
                                        <p:tav tm="100000">
                                          <p:val>
                                            <p:strVal val="#ppt_w"/>
                                          </p:val>
                                        </p:tav>
                                      </p:tavLst>
                                    </p:anim>
                                    <p:anim calcmode="lin" valueType="num">
                                      <p:cBhvr>
                                        <p:cTn id="179" dur="500" fill="hold"/>
                                        <p:tgtEl>
                                          <p:spTgt spid="414818"/>
                                        </p:tgtEl>
                                        <p:attrNameLst>
                                          <p:attrName>ppt_h</p:attrName>
                                        </p:attrNameLst>
                                      </p:cBhvr>
                                      <p:tavLst>
                                        <p:tav tm="0">
                                          <p:val>
                                            <p:fltVal val="0"/>
                                          </p:val>
                                        </p:tav>
                                        <p:tav tm="100000">
                                          <p:val>
                                            <p:strVal val="#ppt_h"/>
                                          </p:val>
                                        </p:tav>
                                      </p:tavLst>
                                    </p:anim>
                                  </p:childTnLst>
                                </p:cTn>
                              </p:par>
                            </p:childTnLst>
                          </p:cTn>
                        </p:par>
                      </p:childTnLst>
                    </p:cTn>
                  </p:par>
                  <p:par>
                    <p:cTn id="180" fill="hold" nodeType="clickPar">
                      <p:stCondLst>
                        <p:cond delay="indefinite"/>
                      </p:stCondLst>
                      <p:childTnLst>
                        <p:par>
                          <p:cTn id="181" fill="hold" nodeType="withGroup">
                            <p:stCondLst>
                              <p:cond delay="0"/>
                            </p:stCondLst>
                            <p:childTnLst>
                              <p:par>
                                <p:cTn id="182" presetID="18" presetClass="entr" presetSubtype="3" fill="hold" nodeType="clickEffect">
                                  <p:stCondLst>
                                    <p:cond delay="0"/>
                                  </p:stCondLst>
                                  <p:childTnLst>
                                    <p:set>
                                      <p:cBhvr>
                                        <p:cTn id="183" dur="1" fill="hold">
                                          <p:stCondLst>
                                            <p:cond delay="0"/>
                                          </p:stCondLst>
                                        </p:cTn>
                                        <p:tgtEl>
                                          <p:spTgt spid="414885"/>
                                        </p:tgtEl>
                                        <p:attrNameLst>
                                          <p:attrName>style.visibility</p:attrName>
                                        </p:attrNameLst>
                                      </p:cBhvr>
                                      <p:to>
                                        <p:strVal val="visible"/>
                                      </p:to>
                                    </p:set>
                                    <p:animEffect transition="in" filter="strips(upRight)">
                                      <p:cBhvr>
                                        <p:cTn id="184" dur="500"/>
                                        <p:tgtEl>
                                          <p:spTgt spid="414885"/>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17" presetClass="entr" presetSubtype="1" fill="hold" grpId="0" nodeType="clickEffect">
                                  <p:stCondLst>
                                    <p:cond delay="0"/>
                                  </p:stCondLst>
                                  <p:childTnLst>
                                    <p:set>
                                      <p:cBhvr>
                                        <p:cTn id="188" dur="1" fill="hold">
                                          <p:stCondLst>
                                            <p:cond delay="0"/>
                                          </p:stCondLst>
                                        </p:cTn>
                                        <p:tgtEl>
                                          <p:spTgt spid="414724"/>
                                        </p:tgtEl>
                                        <p:attrNameLst>
                                          <p:attrName>style.visibility</p:attrName>
                                        </p:attrNameLst>
                                      </p:cBhvr>
                                      <p:to>
                                        <p:strVal val="visible"/>
                                      </p:to>
                                    </p:set>
                                    <p:anim calcmode="lin" valueType="num">
                                      <p:cBhvr>
                                        <p:cTn id="189" dur="500" fill="hold"/>
                                        <p:tgtEl>
                                          <p:spTgt spid="414724"/>
                                        </p:tgtEl>
                                        <p:attrNameLst>
                                          <p:attrName>ppt_x</p:attrName>
                                        </p:attrNameLst>
                                      </p:cBhvr>
                                      <p:tavLst>
                                        <p:tav tm="0">
                                          <p:val>
                                            <p:strVal val="#ppt_x"/>
                                          </p:val>
                                        </p:tav>
                                        <p:tav tm="100000">
                                          <p:val>
                                            <p:strVal val="#ppt_x"/>
                                          </p:val>
                                        </p:tav>
                                      </p:tavLst>
                                    </p:anim>
                                    <p:anim calcmode="lin" valueType="num">
                                      <p:cBhvr>
                                        <p:cTn id="190" dur="500" fill="hold"/>
                                        <p:tgtEl>
                                          <p:spTgt spid="414724"/>
                                        </p:tgtEl>
                                        <p:attrNameLst>
                                          <p:attrName>ppt_y</p:attrName>
                                        </p:attrNameLst>
                                      </p:cBhvr>
                                      <p:tavLst>
                                        <p:tav tm="0">
                                          <p:val>
                                            <p:strVal val="#ppt_y-#ppt_h/2"/>
                                          </p:val>
                                        </p:tav>
                                        <p:tav tm="100000">
                                          <p:val>
                                            <p:strVal val="#ppt_y"/>
                                          </p:val>
                                        </p:tav>
                                      </p:tavLst>
                                    </p:anim>
                                    <p:anim calcmode="lin" valueType="num">
                                      <p:cBhvr>
                                        <p:cTn id="191" dur="500" fill="hold"/>
                                        <p:tgtEl>
                                          <p:spTgt spid="414724"/>
                                        </p:tgtEl>
                                        <p:attrNameLst>
                                          <p:attrName>ppt_w</p:attrName>
                                        </p:attrNameLst>
                                      </p:cBhvr>
                                      <p:tavLst>
                                        <p:tav tm="0">
                                          <p:val>
                                            <p:strVal val="#ppt_w"/>
                                          </p:val>
                                        </p:tav>
                                        <p:tav tm="100000">
                                          <p:val>
                                            <p:strVal val="#ppt_w"/>
                                          </p:val>
                                        </p:tav>
                                      </p:tavLst>
                                    </p:anim>
                                    <p:anim calcmode="lin" valueType="num">
                                      <p:cBhvr>
                                        <p:cTn id="192" dur="500" fill="hold"/>
                                        <p:tgtEl>
                                          <p:spTgt spid="414724"/>
                                        </p:tgtEl>
                                        <p:attrNameLst>
                                          <p:attrName>ppt_h</p:attrName>
                                        </p:attrNameLst>
                                      </p:cBhvr>
                                      <p:tavLst>
                                        <p:tav tm="0">
                                          <p:val>
                                            <p:fltVal val="0"/>
                                          </p:val>
                                        </p:tav>
                                        <p:tav tm="100000">
                                          <p:val>
                                            <p:strVal val="#ppt_h"/>
                                          </p:val>
                                        </p:tav>
                                      </p:tavLst>
                                    </p:anim>
                                  </p:childTnLst>
                                </p:cTn>
                              </p:par>
                            </p:childTnLst>
                          </p:cTn>
                        </p:par>
                      </p:childTnLst>
                    </p:cTn>
                  </p:par>
                  <p:par>
                    <p:cTn id="193" fill="hold" nodeType="clickPar">
                      <p:stCondLst>
                        <p:cond delay="indefinite"/>
                      </p:stCondLst>
                      <p:childTnLst>
                        <p:par>
                          <p:cTn id="194" fill="hold" nodeType="withGroup">
                            <p:stCondLst>
                              <p:cond delay="0"/>
                            </p:stCondLst>
                            <p:childTnLst>
                              <p:par>
                                <p:cTn id="195" presetID="18" presetClass="entr" presetSubtype="6" fill="hold" grpId="0" nodeType="clickEffect">
                                  <p:stCondLst>
                                    <p:cond delay="0"/>
                                  </p:stCondLst>
                                  <p:childTnLst>
                                    <p:set>
                                      <p:cBhvr>
                                        <p:cTn id="196" dur="1" fill="hold">
                                          <p:stCondLst>
                                            <p:cond delay="0"/>
                                          </p:stCondLst>
                                        </p:cTn>
                                        <p:tgtEl>
                                          <p:spTgt spid="414725"/>
                                        </p:tgtEl>
                                        <p:attrNameLst>
                                          <p:attrName>style.visibility</p:attrName>
                                        </p:attrNameLst>
                                      </p:cBhvr>
                                      <p:to>
                                        <p:strVal val="visible"/>
                                      </p:to>
                                    </p:set>
                                    <p:animEffect transition="in" filter="strips(downRight)">
                                      <p:cBhvr>
                                        <p:cTn id="197" dur="500"/>
                                        <p:tgtEl>
                                          <p:spTgt spid="414725"/>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 presetClass="entr" presetSubtype="8" fill="hold" grpId="0" nodeType="clickEffect">
                                  <p:stCondLst>
                                    <p:cond delay="0"/>
                                  </p:stCondLst>
                                  <p:childTnLst>
                                    <p:set>
                                      <p:cBhvr>
                                        <p:cTn id="201" dur="1" fill="hold">
                                          <p:stCondLst>
                                            <p:cond delay="0"/>
                                          </p:stCondLst>
                                        </p:cTn>
                                        <p:tgtEl>
                                          <p:spTgt spid="414723"/>
                                        </p:tgtEl>
                                        <p:attrNameLst>
                                          <p:attrName>style.visibility</p:attrName>
                                        </p:attrNameLst>
                                      </p:cBhvr>
                                      <p:to>
                                        <p:strVal val="visible"/>
                                      </p:to>
                                    </p:set>
                                    <p:anim calcmode="lin" valueType="num">
                                      <p:cBhvr additive="base">
                                        <p:cTn id="202" dur="500" fill="hold"/>
                                        <p:tgtEl>
                                          <p:spTgt spid="414723"/>
                                        </p:tgtEl>
                                        <p:attrNameLst>
                                          <p:attrName>ppt_x</p:attrName>
                                        </p:attrNameLst>
                                      </p:cBhvr>
                                      <p:tavLst>
                                        <p:tav tm="0">
                                          <p:val>
                                            <p:strVal val="0-#ppt_w/2"/>
                                          </p:val>
                                        </p:tav>
                                        <p:tav tm="100000">
                                          <p:val>
                                            <p:strVal val="#ppt_x"/>
                                          </p:val>
                                        </p:tav>
                                      </p:tavLst>
                                    </p:anim>
                                    <p:anim calcmode="lin" valueType="num">
                                      <p:cBhvr additive="base">
                                        <p:cTn id="203" dur="500" fill="hold"/>
                                        <p:tgtEl>
                                          <p:spTgt spid="414723"/>
                                        </p:tgtEl>
                                        <p:attrNameLst>
                                          <p:attrName>ppt_y</p:attrName>
                                        </p:attrNameLst>
                                      </p:cBhvr>
                                      <p:tavLst>
                                        <p:tav tm="0">
                                          <p:val>
                                            <p:strVal val="#ppt_y"/>
                                          </p:val>
                                        </p:tav>
                                        <p:tav tm="100000">
                                          <p:val>
                                            <p:strVal val="#ppt_y"/>
                                          </p:val>
                                        </p:tav>
                                      </p:tavLst>
                                    </p:anim>
                                  </p:childTnLst>
                                </p:cTn>
                              </p:par>
                            </p:childTnLst>
                          </p:cTn>
                        </p:par>
                      </p:childTnLst>
                    </p:cTn>
                  </p:par>
                  <p:par>
                    <p:cTn id="204" fill="hold" nodeType="clickPar">
                      <p:stCondLst>
                        <p:cond delay="indefinite"/>
                      </p:stCondLst>
                      <p:childTnLst>
                        <p:par>
                          <p:cTn id="205" fill="hold" nodeType="withGroup">
                            <p:stCondLst>
                              <p:cond delay="0"/>
                            </p:stCondLst>
                            <p:childTnLst>
                              <p:par>
                                <p:cTn id="206" presetID="17" presetClass="entr" presetSubtype="1" fill="hold" nodeType="clickEffect">
                                  <p:stCondLst>
                                    <p:cond delay="0"/>
                                  </p:stCondLst>
                                  <p:childTnLst>
                                    <p:set>
                                      <p:cBhvr>
                                        <p:cTn id="207" dur="1" fill="hold">
                                          <p:stCondLst>
                                            <p:cond delay="0"/>
                                          </p:stCondLst>
                                        </p:cTn>
                                        <p:tgtEl>
                                          <p:spTgt spid="414796"/>
                                        </p:tgtEl>
                                        <p:attrNameLst>
                                          <p:attrName>style.visibility</p:attrName>
                                        </p:attrNameLst>
                                      </p:cBhvr>
                                      <p:to>
                                        <p:strVal val="visible"/>
                                      </p:to>
                                    </p:set>
                                    <p:anim calcmode="lin" valueType="num">
                                      <p:cBhvr>
                                        <p:cTn id="208" dur="500" fill="hold"/>
                                        <p:tgtEl>
                                          <p:spTgt spid="414796"/>
                                        </p:tgtEl>
                                        <p:attrNameLst>
                                          <p:attrName>ppt_x</p:attrName>
                                        </p:attrNameLst>
                                      </p:cBhvr>
                                      <p:tavLst>
                                        <p:tav tm="0">
                                          <p:val>
                                            <p:strVal val="#ppt_x"/>
                                          </p:val>
                                        </p:tav>
                                        <p:tav tm="100000">
                                          <p:val>
                                            <p:strVal val="#ppt_x"/>
                                          </p:val>
                                        </p:tav>
                                      </p:tavLst>
                                    </p:anim>
                                    <p:anim calcmode="lin" valueType="num">
                                      <p:cBhvr>
                                        <p:cTn id="209" dur="500" fill="hold"/>
                                        <p:tgtEl>
                                          <p:spTgt spid="414796"/>
                                        </p:tgtEl>
                                        <p:attrNameLst>
                                          <p:attrName>ppt_y</p:attrName>
                                        </p:attrNameLst>
                                      </p:cBhvr>
                                      <p:tavLst>
                                        <p:tav tm="0">
                                          <p:val>
                                            <p:strVal val="#ppt_y-#ppt_h/2"/>
                                          </p:val>
                                        </p:tav>
                                        <p:tav tm="100000">
                                          <p:val>
                                            <p:strVal val="#ppt_y"/>
                                          </p:val>
                                        </p:tav>
                                      </p:tavLst>
                                    </p:anim>
                                    <p:anim calcmode="lin" valueType="num">
                                      <p:cBhvr>
                                        <p:cTn id="210" dur="500" fill="hold"/>
                                        <p:tgtEl>
                                          <p:spTgt spid="414796"/>
                                        </p:tgtEl>
                                        <p:attrNameLst>
                                          <p:attrName>ppt_w</p:attrName>
                                        </p:attrNameLst>
                                      </p:cBhvr>
                                      <p:tavLst>
                                        <p:tav tm="0">
                                          <p:val>
                                            <p:strVal val="#ppt_w"/>
                                          </p:val>
                                        </p:tav>
                                        <p:tav tm="100000">
                                          <p:val>
                                            <p:strVal val="#ppt_w"/>
                                          </p:val>
                                        </p:tav>
                                      </p:tavLst>
                                    </p:anim>
                                    <p:anim calcmode="lin" valueType="num">
                                      <p:cBhvr>
                                        <p:cTn id="211" dur="500" fill="hold"/>
                                        <p:tgtEl>
                                          <p:spTgt spid="414796"/>
                                        </p:tgtEl>
                                        <p:attrNameLst>
                                          <p:attrName>ppt_h</p:attrName>
                                        </p:attrNameLst>
                                      </p:cBhvr>
                                      <p:tavLst>
                                        <p:tav tm="0">
                                          <p:val>
                                            <p:fltVal val="0"/>
                                          </p:val>
                                        </p:tav>
                                        <p:tav tm="100000">
                                          <p:val>
                                            <p:strVal val="#ppt_h"/>
                                          </p:val>
                                        </p:tav>
                                      </p:tavLst>
                                    </p:anim>
                                  </p:childTnLst>
                                </p:cTn>
                              </p:par>
                            </p:childTnLst>
                          </p:cTn>
                        </p:par>
                      </p:childTnLst>
                    </p:cTn>
                  </p:par>
                  <p:par>
                    <p:cTn id="212" fill="hold" nodeType="clickPar">
                      <p:stCondLst>
                        <p:cond delay="indefinite"/>
                      </p:stCondLst>
                      <p:childTnLst>
                        <p:par>
                          <p:cTn id="213" fill="hold" nodeType="withGroup">
                            <p:stCondLst>
                              <p:cond delay="0"/>
                            </p:stCondLst>
                            <p:childTnLst>
                              <p:par>
                                <p:cTn id="214" presetID="17" presetClass="entr" presetSubtype="1" fill="hold" nodeType="clickEffect">
                                  <p:stCondLst>
                                    <p:cond delay="0"/>
                                  </p:stCondLst>
                                  <p:childTnLst>
                                    <p:set>
                                      <p:cBhvr>
                                        <p:cTn id="215" dur="1" fill="hold">
                                          <p:stCondLst>
                                            <p:cond delay="0"/>
                                          </p:stCondLst>
                                        </p:cTn>
                                        <p:tgtEl>
                                          <p:spTgt spid="414799"/>
                                        </p:tgtEl>
                                        <p:attrNameLst>
                                          <p:attrName>style.visibility</p:attrName>
                                        </p:attrNameLst>
                                      </p:cBhvr>
                                      <p:to>
                                        <p:strVal val="visible"/>
                                      </p:to>
                                    </p:set>
                                    <p:anim calcmode="lin" valueType="num">
                                      <p:cBhvr>
                                        <p:cTn id="216" dur="500" fill="hold"/>
                                        <p:tgtEl>
                                          <p:spTgt spid="414799"/>
                                        </p:tgtEl>
                                        <p:attrNameLst>
                                          <p:attrName>ppt_x</p:attrName>
                                        </p:attrNameLst>
                                      </p:cBhvr>
                                      <p:tavLst>
                                        <p:tav tm="0">
                                          <p:val>
                                            <p:strVal val="#ppt_x"/>
                                          </p:val>
                                        </p:tav>
                                        <p:tav tm="100000">
                                          <p:val>
                                            <p:strVal val="#ppt_x"/>
                                          </p:val>
                                        </p:tav>
                                      </p:tavLst>
                                    </p:anim>
                                    <p:anim calcmode="lin" valueType="num">
                                      <p:cBhvr>
                                        <p:cTn id="217" dur="500" fill="hold"/>
                                        <p:tgtEl>
                                          <p:spTgt spid="414799"/>
                                        </p:tgtEl>
                                        <p:attrNameLst>
                                          <p:attrName>ppt_y</p:attrName>
                                        </p:attrNameLst>
                                      </p:cBhvr>
                                      <p:tavLst>
                                        <p:tav tm="0">
                                          <p:val>
                                            <p:strVal val="#ppt_y-#ppt_h/2"/>
                                          </p:val>
                                        </p:tav>
                                        <p:tav tm="100000">
                                          <p:val>
                                            <p:strVal val="#ppt_y"/>
                                          </p:val>
                                        </p:tav>
                                      </p:tavLst>
                                    </p:anim>
                                    <p:anim calcmode="lin" valueType="num">
                                      <p:cBhvr>
                                        <p:cTn id="218" dur="500" fill="hold"/>
                                        <p:tgtEl>
                                          <p:spTgt spid="414799"/>
                                        </p:tgtEl>
                                        <p:attrNameLst>
                                          <p:attrName>ppt_w</p:attrName>
                                        </p:attrNameLst>
                                      </p:cBhvr>
                                      <p:tavLst>
                                        <p:tav tm="0">
                                          <p:val>
                                            <p:strVal val="#ppt_w"/>
                                          </p:val>
                                        </p:tav>
                                        <p:tav tm="100000">
                                          <p:val>
                                            <p:strVal val="#ppt_w"/>
                                          </p:val>
                                        </p:tav>
                                      </p:tavLst>
                                    </p:anim>
                                    <p:anim calcmode="lin" valueType="num">
                                      <p:cBhvr>
                                        <p:cTn id="219" dur="500" fill="hold"/>
                                        <p:tgtEl>
                                          <p:spTgt spid="414799"/>
                                        </p:tgtEl>
                                        <p:attrNameLst>
                                          <p:attrName>ppt_h</p:attrName>
                                        </p:attrNameLst>
                                      </p:cBhvr>
                                      <p:tavLst>
                                        <p:tav tm="0">
                                          <p:val>
                                            <p:fltVal val="0"/>
                                          </p:val>
                                        </p:tav>
                                        <p:tav tm="100000">
                                          <p:val>
                                            <p:strVal val="#ppt_h"/>
                                          </p:val>
                                        </p:tav>
                                      </p:tavLst>
                                    </p:anim>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7" presetClass="entr" presetSubtype="1" fill="hold" nodeType="clickEffect">
                                  <p:stCondLst>
                                    <p:cond delay="0"/>
                                  </p:stCondLst>
                                  <p:childTnLst>
                                    <p:set>
                                      <p:cBhvr>
                                        <p:cTn id="223" dur="1" fill="hold">
                                          <p:stCondLst>
                                            <p:cond delay="0"/>
                                          </p:stCondLst>
                                        </p:cTn>
                                        <p:tgtEl>
                                          <p:spTgt spid="414803"/>
                                        </p:tgtEl>
                                        <p:attrNameLst>
                                          <p:attrName>style.visibility</p:attrName>
                                        </p:attrNameLst>
                                      </p:cBhvr>
                                      <p:to>
                                        <p:strVal val="visible"/>
                                      </p:to>
                                    </p:set>
                                    <p:anim calcmode="lin" valueType="num">
                                      <p:cBhvr>
                                        <p:cTn id="224" dur="500" fill="hold"/>
                                        <p:tgtEl>
                                          <p:spTgt spid="414803"/>
                                        </p:tgtEl>
                                        <p:attrNameLst>
                                          <p:attrName>ppt_x</p:attrName>
                                        </p:attrNameLst>
                                      </p:cBhvr>
                                      <p:tavLst>
                                        <p:tav tm="0">
                                          <p:val>
                                            <p:strVal val="#ppt_x"/>
                                          </p:val>
                                        </p:tav>
                                        <p:tav tm="100000">
                                          <p:val>
                                            <p:strVal val="#ppt_x"/>
                                          </p:val>
                                        </p:tav>
                                      </p:tavLst>
                                    </p:anim>
                                    <p:anim calcmode="lin" valueType="num">
                                      <p:cBhvr>
                                        <p:cTn id="225" dur="500" fill="hold"/>
                                        <p:tgtEl>
                                          <p:spTgt spid="414803"/>
                                        </p:tgtEl>
                                        <p:attrNameLst>
                                          <p:attrName>ppt_y</p:attrName>
                                        </p:attrNameLst>
                                      </p:cBhvr>
                                      <p:tavLst>
                                        <p:tav tm="0">
                                          <p:val>
                                            <p:strVal val="#ppt_y-#ppt_h/2"/>
                                          </p:val>
                                        </p:tav>
                                        <p:tav tm="100000">
                                          <p:val>
                                            <p:strVal val="#ppt_y"/>
                                          </p:val>
                                        </p:tav>
                                      </p:tavLst>
                                    </p:anim>
                                    <p:anim calcmode="lin" valueType="num">
                                      <p:cBhvr>
                                        <p:cTn id="226" dur="500" fill="hold"/>
                                        <p:tgtEl>
                                          <p:spTgt spid="414803"/>
                                        </p:tgtEl>
                                        <p:attrNameLst>
                                          <p:attrName>ppt_w</p:attrName>
                                        </p:attrNameLst>
                                      </p:cBhvr>
                                      <p:tavLst>
                                        <p:tav tm="0">
                                          <p:val>
                                            <p:strVal val="#ppt_w"/>
                                          </p:val>
                                        </p:tav>
                                        <p:tav tm="100000">
                                          <p:val>
                                            <p:strVal val="#ppt_w"/>
                                          </p:val>
                                        </p:tav>
                                      </p:tavLst>
                                    </p:anim>
                                    <p:anim calcmode="lin" valueType="num">
                                      <p:cBhvr>
                                        <p:cTn id="227" dur="500" fill="hold"/>
                                        <p:tgtEl>
                                          <p:spTgt spid="414803"/>
                                        </p:tgtEl>
                                        <p:attrNameLst>
                                          <p:attrName>ppt_h</p:attrName>
                                        </p:attrNameLst>
                                      </p:cBhvr>
                                      <p:tavLst>
                                        <p:tav tm="0">
                                          <p:val>
                                            <p:fltVal val="0"/>
                                          </p:val>
                                        </p:tav>
                                        <p:tav tm="100000">
                                          <p:val>
                                            <p:strVal val="#ppt_h"/>
                                          </p:val>
                                        </p:tav>
                                      </p:tavLst>
                                    </p:anim>
                                  </p:childTnLst>
                                </p:cTn>
                              </p:par>
                            </p:childTnLst>
                          </p:cTn>
                        </p:par>
                      </p:childTnLst>
                    </p:cTn>
                  </p:par>
                  <p:par>
                    <p:cTn id="228" fill="hold" nodeType="clickPar">
                      <p:stCondLst>
                        <p:cond delay="indefinite"/>
                      </p:stCondLst>
                      <p:childTnLst>
                        <p:par>
                          <p:cTn id="229" fill="hold" nodeType="withGroup">
                            <p:stCondLst>
                              <p:cond delay="0"/>
                            </p:stCondLst>
                            <p:childTnLst>
                              <p:par>
                                <p:cTn id="230" presetID="17" presetClass="entr" presetSubtype="1" fill="hold" nodeType="clickEffect">
                                  <p:stCondLst>
                                    <p:cond delay="0"/>
                                  </p:stCondLst>
                                  <p:childTnLst>
                                    <p:set>
                                      <p:cBhvr>
                                        <p:cTn id="231" dur="1" fill="hold">
                                          <p:stCondLst>
                                            <p:cond delay="0"/>
                                          </p:stCondLst>
                                        </p:cTn>
                                        <p:tgtEl>
                                          <p:spTgt spid="414806"/>
                                        </p:tgtEl>
                                        <p:attrNameLst>
                                          <p:attrName>style.visibility</p:attrName>
                                        </p:attrNameLst>
                                      </p:cBhvr>
                                      <p:to>
                                        <p:strVal val="visible"/>
                                      </p:to>
                                    </p:set>
                                    <p:anim calcmode="lin" valueType="num">
                                      <p:cBhvr>
                                        <p:cTn id="232" dur="500" fill="hold"/>
                                        <p:tgtEl>
                                          <p:spTgt spid="414806"/>
                                        </p:tgtEl>
                                        <p:attrNameLst>
                                          <p:attrName>ppt_x</p:attrName>
                                        </p:attrNameLst>
                                      </p:cBhvr>
                                      <p:tavLst>
                                        <p:tav tm="0">
                                          <p:val>
                                            <p:strVal val="#ppt_x"/>
                                          </p:val>
                                        </p:tav>
                                        <p:tav tm="100000">
                                          <p:val>
                                            <p:strVal val="#ppt_x"/>
                                          </p:val>
                                        </p:tav>
                                      </p:tavLst>
                                    </p:anim>
                                    <p:anim calcmode="lin" valueType="num">
                                      <p:cBhvr>
                                        <p:cTn id="233" dur="500" fill="hold"/>
                                        <p:tgtEl>
                                          <p:spTgt spid="414806"/>
                                        </p:tgtEl>
                                        <p:attrNameLst>
                                          <p:attrName>ppt_y</p:attrName>
                                        </p:attrNameLst>
                                      </p:cBhvr>
                                      <p:tavLst>
                                        <p:tav tm="0">
                                          <p:val>
                                            <p:strVal val="#ppt_y-#ppt_h/2"/>
                                          </p:val>
                                        </p:tav>
                                        <p:tav tm="100000">
                                          <p:val>
                                            <p:strVal val="#ppt_y"/>
                                          </p:val>
                                        </p:tav>
                                      </p:tavLst>
                                    </p:anim>
                                    <p:anim calcmode="lin" valueType="num">
                                      <p:cBhvr>
                                        <p:cTn id="234" dur="500" fill="hold"/>
                                        <p:tgtEl>
                                          <p:spTgt spid="414806"/>
                                        </p:tgtEl>
                                        <p:attrNameLst>
                                          <p:attrName>ppt_w</p:attrName>
                                        </p:attrNameLst>
                                      </p:cBhvr>
                                      <p:tavLst>
                                        <p:tav tm="0">
                                          <p:val>
                                            <p:strVal val="#ppt_w"/>
                                          </p:val>
                                        </p:tav>
                                        <p:tav tm="100000">
                                          <p:val>
                                            <p:strVal val="#ppt_w"/>
                                          </p:val>
                                        </p:tav>
                                      </p:tavLst>
                                    </p:anim>
                                    <p:anim calcmode="lin" valueType="num">
                                      <p:cBhvr>
                                        <p:cTn id="235" dur="500" fill="hold"/>
                                        <p:tgtEl>
                                          <p:spTgt spid="414806"/>
                                        </p:tgtEl>
                                        <p:attrNameLst>
                                          <p:attrName>ppt_h</p:attrName>
                                        </p:attrNameLst>
                                      </p:cBhvr>
                                      <p:tavLst>
                                        <p:tav tm="0">
                                          <p:val>
                                            <p:fltVal val="0"/>
                                          </p:val>
                                        </p:tav>
                                        <p:tav tm="100000">
                                          <p:val>
                                            <p:strVal val="#ppt_h"/>
                                          </p:val>
                                        </p:tav>
                                      </p:tavLst>
                                    </p:anim>
                                  </p:childTnLst>
                                </p:cTn>
                              </p:par>
                            </p:childTnLst>
                          </p:cTn>
                        </p:par>
                      </p:childTnLst>
                    </p:cTn>
                  </p:par>
                  <p:par>
                    <p:cTn id="236" fill="hold" nodeType="clickPar">
                      <p:stCondLst>
                        <p:cond delay="indefinite"/>
                      </p:stCondLst>
                      <p:childTnLst>
                        <p:par>
                          <p:cTn id="237" fill="hold" nodeType="withGroup">
                            <p:stCondLst>
                              <p:cond delay="0"/>
                            </p:stCondLst>
                            <p:childTnLst>
                              <p:par>
                                <p:cTn id="238" presetID="17" presetClass="entr" presetSubtype="1" fill="hold" grpId="0" nodeType="clickEffect">
                                  <p:stCondLst>
                                    <p:cond delay="0"/>
                                  </p:stCondLst>
                                  <p:childTnLst>
                                    <p:set>
                                      <p:cBhvr>
                                        <p:cTn id="239" dur="1" fill="hold">
                                          <p:stCondLst>
                                            <p:cond delay="0"/>
                                          </p:stCondLst>
                                        </p:cTn>
                                        <p:tgtEl>
                                          <p:spTgt spid="414811"/>
                                        </p:tgtEl>
                                        <p:attrNameLst>
                                          <p:attrName>style.visibility</p:attrName>
                                        </p:attrNameLst>
                                      </p:cBhvr>
                                      <p:to>
                                        <p:strVal val="visible"/>
                                      </p:to>
                                    </p:set>
                                    <p:anim calcmode="lin" valueType="num">
                                      <p:cBhvr>
                                        <p:cTn id="240" dur="500" fill="hold"/>
                                        <p:tgtEl>
                                          <p:spTgt spid="414811"/>
                                        </p:tgtEl>
                                        <p:attrNameLst>
                                          <p:attrName>ppt_x</p:attrName>
                                        </p:attrNameLst>
                                      </p:cBhvr>
                                      <p:tavLst>
                                        <p:tav tm="0">
                                          <p:val>
                                            <p:strVal val="#ppt_x"/>
                                          </p:val>
                                        </p:tav>
                                        <p:tav tm="100000">
                                          <p:val>
                                            <p:strVal val="#ppt_x"/>
                                          </p:val>
                                        </p:tav>
                                      </p:tavLst>
                                    </p:anim>
                                    <p:anim calcmode="lin" valueType="num">
                                      <p:cBhvr>
                                        <p:cTn id="241" dur="500" fill="hold"/>
                                        <p:tgtEl>
                                          <p:spTgt spid="414811"/>
                                        </p:tgtEl>
                                        <p:attrNameLst>
                                          <p:attrName>ppt_y</p:attrName>
                                        </p:attrNameLst>
                                      </p:cBhvr>
                                      <p:tavLst>
                                        <p:tav tm="0">
                                          <p:val>
                                            <p:strVal val="#ppt_y-#ppt_h/2"/>
                                          </p:val>
                                        </p:tav>
                                        <p:tav tm="100000">
                                          <p:val>
                                            <p:strVal val="#ppt_y"/>
                                          </p:val>
                                        </p:tav>
                                      </p:tavLst>
                                    </p:anim>
                                    <p:anim calcmode="lin" valueType="num">
                                      <p:cBhvr>
                                        <p:cTn id="242" dur="500" fill="hold"/>
                                        <p:tgtEl>
                                          <p:spTgt spid="414811"/>
                                        </p:tgtEl>
                                        <p:attrNameLst>
                                          <p:attrName>ppt_w</p:attrName>
                                        </p:attrNameLst>
                                      </p:cBhvr>
                                      <p:tavLst>
                                        <p:tav tm="0">
                                          <p:val>
                                            <p:strVal val="#ppt_w"/>
                                          </p:val>
                                        </p:tav>
                                        <p:tav tm="100000">
                                          <p:val>
                                            <p:strVal val="#ppt_w"/>
                                          </p:val>
                                        </p:tav>
                                      </p:tavLst>
                                    </p:anim>
                                    <p:anim calcmode="lin" valueType="num">
                                      <p:cBhvr>
                                        <p:cTn id="243" dur="500" fill="hold"/>
                                        <p:tgtEl>
                                          <p:spTgt spid="414811"/>
                                        </p:tgtEl>
                                        <p:attrNameLst>
                                          <p:attrName>ppt_h</p:attrName>
                                        </p:attrNameLst>
                                      </p:cBhvr>
                                      <p:tavLst>
                                        <p:tav tm="0">
                                          <p:val>
                                            <p:fltVal val="0"/>
                                          </p:val>
                                        </p:tav>
                                        <p:tav tm="100000">
                                          <p:val>
                                            <p:strVal val="#ppt_h"/>
                                          </p:val>
                                        </p:tav>
                                      </p:tavLst>
                                    </p:anim>
                                  </p:childTnLst>
                                </p:cTn>
                              </p:par>
                            </p:childTnLst>
                          </p:cTn>
                        </p:par>
                      </p:childTnLst>
                    </p:cTn>
                  </p:par>
                  <p:par>
                    <p:cTn id="244" fill="hold" nodeType="clickPar">
                      <p:stCondLst>
                        <p:cond delay="indefinite"/>
                      </p:stCondLst>
                      <p:childTnLst>
                        <p:par>
                          <p:cTn id="245" fill="hold" nodeType="withGroup">
                            <p:stCondLst>
                              <p:cond delay="0"/>
                            </p:stCondLst>
                            <p:childTnLst>
                              <p:par>
                                <p:cTn id="246" presetID="17" presetClass="entr" presetSubtype="1" fill="hold" grpId="0" nodeType="clickEffect">
                                  <p:stCondLst>
                                    <p:cond delay="0"/>
                                  </p:stCondLst>
                                  <p:childTnLst>
                                    <p:set>
                                      <p:cBhvr>
                                        <p:cTn id="247" dur="1" fill="hold">
                                          <p:stCondLst>
                                            <p:cond delay="0"/>
                                          </p:stCondLst>
                                        </p:cTn>
                                        <p:tgtEl>
                                          <p:spTgt spid="414809"/>
                                        </p:tgtEl>
                                        <p:attrNameLst>
                                          <p:attrName>style.visibility</p:attrName>
                                        </p:attrNameLst>
                                      </p:cBhvr>
                                      <p:to>
                                        <p:strVal val="visible"/>
                                      </p:to>
                                    </p:set>
                                    <p:anim calcmode="lin" valueType="num">
                                      <p:cBhvr>
                                        <p:cTn id="248" dur="500" fill="hold"/>
                                        <p:tgtEl>
                                          <p:spTgt spid="414809"/>
                                        </p:tgtEl>
                                        <p:attrNameLst>
                                          <p:attrName>ppt_x</p:attrName>
                                        </p:attrNameLst>
                                      </p:cBhvr>
                                      <p:tavLst>
                                        <p:tav tm="0">
                                          <p:val>
                                            <p:strVal val="#ppt_x"/>
                                          </p:val>
                                        </p:tav>
                                        <p:tav tm="100000">
                                          <p:val>
                                            <p:strVal val="#ppt_x"/>
                                          </p:val>
                                        </p:tav>
                                      </p:tavLst>
                                    </p:anim>
                                    <p:anim calcmode="lin" valueType="num">
                                      <p:cBhvr>
                                        <p:cTn id="249" dur="500" fill="hold"/>
                                        <p:tgtEl>
                                          <p:spTgt spid="414809"/>
                                        </p:tgtEl>
                                        <p:attrNameLst>
                                          <p:attrName>ppt_y</p:attrName>
                                        </p:attrNameLst>
                                      </p:cBhvr>
                                      <p:tavLst>
                                        <p:tav tm="0">
                                          <p:val>
                                            <p:strVal val="#ppt_y-#ppt_h/2"/>
                                          </p:val>
                                        </p:tav>
                                        <p:tav tm="100000">
                                          <p:val>
                                            <p:strVal val="#ppt_y"/>
                                          </p:val>
                                        </p:tav>
                                      </p:tavLst>
                                    </p:anim>
                                    <p:anim calcmode="lin" valueType="num">
                                      <p:cBhvr>
                                        <p:cTn id="250" dur="500" fill="hold"/>
                                        <p:tgtEl>
                                          <p:spTgt spid="414809"/>
                                        </p:tgtEl>
                                        <p:attrNameLst>
                                          <p:attrName>ppt_w</p:attrName>
                                        </p:attrNameLst>
                                      </p:cBhvr>
                                      <p:tavLst>
                                        <p:tav tm="0">
                                          <p:val>
                                            <p:strVal val="#ppt_w"/>
                                          </p:val>
                                        </p:tav>
                                        <p:tav tm="100000">
                                          <p:val>
                                            <p:strVal val="#ppt_w"/>
                                          </p:val>
                                        </p:tav>
                                      </p:tavLst>
                                    </p:anim>
                                    <p:anim calcmode="lin" valueType="num">
                                      <p:cBhvr>
                                        <p:cTn id="251" dur="500" fill="hold"/>
                                        <p:tgtEl>
                                          <p:spTgt spid="414809"/>
                                        </p:tgtEl>
                                        <p:attrNameLst>
                                          <p:attrName>ppt_h</p:attrName>
                                        </p:attrNameLst>
                                      </p:cBhvr>
                                      <p:tavLst>
                                        <p:tav tm="0">
                                          <p:val>
                                            <p:fltVal val="0"/>
                                          </p:val>
                                        </p:tav>
                                        <p:tav tm="100000">
                                          <p:val>
                                            <p:strVal val="#ppt_h"/>
                                          </p:val>
                                        </p:tav>
                                      </p:tavLst>
                                    </p:anim>
                                  </p:childTnLst>
                                </p:cTn>
                              </p:par>
                            </p:childTnLst>
                          </p:cTn>
                        </p:par>
                      </p:childTnLst>
                    </p:cTn>
                  </p:par>
                  <p:par>
                    <p:cTn id="252" fill="hold" nodeType="clickPar">
                      <p:stCondLst>
                        <p:cond delay="indefinite"/>
                      </p:stCondLst>
                      <p:childTnLst>
                        <p:par>
                          <p:cTn id="253" fill="hold" nodeType="withGroup">
                            <p:stCondLst>
                              <p:cond delay="0"/>
                            </p:stCondLst>
                            <p:childTnLst>
                              <p:par>
                                <p:cTn id="254" presetID="1" presetClass="entr" presetSubtype="0" fill="hold" grpId="0" nodeType="clickEffect">
                                  <p:stCondLst>
                                    <p:cond delay="0"/>
                                  </p:stCondLst>
                                  <p:childTnLst>
                                    <p:set>
                                      <p:cBhvr>
                                        <p:cTn id="255" dur="1" fill="hold">
                                          <p:stCondLst>
                                            <p:cond delay="499"/>
                                          </p:stCondLst>
                                        </p:cTn>
                                        <p:tgtEl>
                                          <p:spTgt spid="414812"/>
                                        </p:tgtEl>
                                        <p:attrNameLst>
                                          <p:attrName>style.visibility</p:attrName>
                                        </p:attrNameLst>
                                      </p:cBhvr>
                                      <p:to>
                                        <p:strVal val="visible"/>
                                      </p:to>
                                    </p:set>
                                  </p:childTnLst>
                                </p:cTn>
                              </p:par>
                            </p:childTnLst>
                          </p:cTn>
                        </p:par>
                      </p:childTnLst>
                    </p:cTn>
                  </p:par>
                  <p:par>
                    <p:cTn id="256" fill="hold" nodeType="clickPar">
                      <p:stCondLst>
                        <p:cond delay="indefinite"/>
                      </p:stCondLst>
                      <p:childTnLst>
                        <p:par>
                          <p:cTn id="257" fill="hold" nodeType="withGroup">
                            <p:stCondLst>
                              <p:cond delay="0"/>
                            </p:stCondLst>
                            <p:childTnLst>
                              <p:par>
                                <p:cTn id="258" presetID="1" presetClass="entr" presetSubtype="0" fill="hold" grpId="0" nodeType="clickEffect">
                                  <p:stCondLst>
                                    <p:cond delay="0"/>
                                  </p:stCondLst>
                                  <p:childTnLst>
                                    <p:set>
                                      <p:cBhvr>
                                        <p:cTn id="259" dur="1" fill="hold">
                                          <p:stCondLst>
                                            <p:cond delay="499"/>
                                          </p:stCondLst>
                                        </p:cTn>
                                        <p:tgtEl>
                                          <p:spTgt spid="414813"/>
                                        </p:tgtEl>
                                        <p:attrNameLst>
                                          <p:attrName>style.visibility</p:attrName>
                                        </p:attrNameLst>
                                      </p:cBhvr>
                                      <p:to>
                                        <p:strVal val="visible"/>
                                      </p:to>
                                    </p:set>
                                  </p:childTnLst>
                                </p:cTn>
                              </p:par>
                            </p:childTnLst>
                          </p:cTn>
                        </p:par>
                      </p:childTnLst>
                    </p:cTn>
                  </p:par>
                  <p:par>
                    <p:cTn id="260" fill="hold" nodeType="clickPar">
                      <p:stCondLst>
                        <p:cond delay="indefinite"/>
                      </p:stCondLst>
                      <p:childTnLst>
                        <p:par>
                          <p:cTn id="261" fill="hold" nodeType="withGroup">
                            <p:stCondLst>
                              <p:cond delay="0"/>
                            </p:stCondLst>
                            <p:childTnLst>
                              <p:par>
                                <p:cTn id="262" presetID="15" presetClass="entr" presetSubtype="0" fill="hold" nodeType="clickEffect">
                                  <p:stCondLst>
                                    <p:cond delay="0"/>
                                  </p:stCondLst>
                                  <p:childTnLst>
                                    <p:set>
                                      <p:cBhvr>
                                        <p:cTn id="263" dur="1" fill="hold">
                                          <p:stCondLst>
                                            <p:cond delay="0"/>
                                          </p:stCondLst>
                                        </p:cTn>
                                        <p:tgtEl>
                                          <p:spTgt spid="414877"/>
                                        </p:tgtEl>
                                        <p:attrNameLst>
                                          <p:attrName>style.visibility</p:attrName>
                                        </p:attrNameLst>
                                      </p:cBhvr>
                                      <p:to>
                                        <p:strVal val="visible"/>
                                      </p:to>
                                    </p:set>
                                    <p:anim calcmode="lin" valueType="num">
                                      <p:cBhvr>
                                        <p:cTn id="264" dur="1000" fill="hold"/>
                                        <p:tgtEl>
                                          <p:spTgt spid="414877"/>
                                        </p:tgtEl>
                                        <p:attrNameLst>
                                          <p:attrName>ppt_w</p:attrName>
                                        </p:attrNameLst>
                                      </p:cBhvr>
                                      <p:tavLst>
                                        <p:tav tm="0">
                                          <p:val>
                                            <p:fltVal val="0"/>
                                          </p:val>
                                        </p:tav>
                                        <p:tav tm="100000">
                                          <p:val>
                                            <p:strVal val="#ppt_w"/>
                                          </p:val>
                                        </p:tav>
                                      </p:tavLst>
                                    </p:anim>
                                    <p:anim calcmode="lin" valueType="num">
                                      <p:cBhvr>
                                        <p:cTn id="265" dur="1000" fill="hold"/>
                                        <p:tgtEl>
                                          <p:spTgt spid="414877"/>
                                        </p:tgtEl>
                                        <p:attrNameLst>
                                          <p:attrName>ppt_h</p:attrName>
                                        </p:attrNameLst>
                                      </p:cBhvr>
                                      <p:tavLst>
                                        <p:tav tm="0">
                                          <p:val>
                                            <p:fltVal val="0"/>
                                          </p:val>
                                        </p:tav>
                                        <p:tav tm="100000">
                                          <p:val>
                                            <p:strVal val="#ppt_h"/>
                                          </p:val>
                                        </p:tav>
                                      </p:tavLst>
                                    </p:anim>
                                    <p:anim calcmode="lin" valueType="num">
                                      <p:cBhvr>
                                        <p:cTn id="266" dur="1000" fill="hold"/>
                                        <p:tgtEl>
                                          <p:spTgt spid="414877"/>
                                        </p:tgtEl>
                                        <p:attrNameLst>
                                          <p:attrName>ppt_x</p:attrName>
                                        </p:attrNameLst>
                                      </p:cBhvr>
                                      <p:tavLst>
                                        <p:tav tm="0" fmla="#ppt_x+(cos(-2*pi*(1-$))*-#ppt_x-sin(-2*pi*(1-$))*(1-#ppt_y))*(1-$)">
                                          <p:val>
                                            <p:fltVal val="0"/>
                                          </p:val>
                                        </p:tav>
                                        <p:tav tm="100000">
                                          <p:val>
                                            <p:fltVal val="1"/>
                                          </p:val>
                                        </p:tav>
                                      </p:tavLst>
                                    </p:anim>
                                    <p:anim calcmode="lin" valueType="num">
                                      <p:cBhvr>
                                        <p:cTn id="267" dur="1000" fill="hold"/>
                                        <p:tgtEl>
                                          <p:spTgt spid="41487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68" fill="hold" nodeType="clickPar">
                      <p:stCondLst>
                        <p:cond delay="indefinite"/>
                      </p:stCondLst>
                      <p:childTnLst>
                        <p:par>
                          <p:cTn id="269" fill="hold" nodeType="withGroup">
                            <p:stCondLst>
                              <p:cond delay="0"/>
                            </p:stCondLst>
                            <p:childTnLst>
                              <p:par>
                                <p:cTn id="270" presetID="18" presetClass="entr" presetSubtype="3" fill="hold" nodeType="clickEffect">
                                  <p:stCondLst>
                                    <p:cond delay="0"/>
                                  </p:stCondLst>
                                  <p:childTnLst>
                                    <p:set>
                                      <p:cBhvr>
                                        <p:cTn id="271" dur="1" fill="hold">
                                          <p:stCondLst>
                                            <p:cond delay="0"/>
                                          </p:stCondLst>
                                        </p:cTn>
                                        <p:tgtEl>
                                          <p:spTgt spid="414814"/>
                                        </p:tgtEl>
                                        <p:attrNameLst>
                                          <p:attrName>style.visibility</p:attrName>
                                        </p:attrNameLst>
                                      </p:cBhvr>
                                      <p:to>
                                        <p:strVal val="visible"/>
                                      </p:to>
                                    </p:set>
                                    <p:animEffect transition="in" filter="strips(upRight)">
                                      <p:cBhvr>
                                        <p:cTn id="272" dur="500"/>
                                        <p:tgtEl>
                                          <p:spTgt spid="414814"/>
                                        </p:tgtEl>
                                      </p:cBhvr>
                                    </p:animEffect>
                                  </p:childTnLst>
                                </p:cTn>
                              </p:par>
                            </p:childTnLst>
                          </p:cTn>
                        </p:par>
                      </p:childTnLst>
                    </p:cTn>
                  </p:par>
                  <p:par>
                    <p:cTn id="273" fill="hold" nodeType="clickPar">
                      <p:stCondLst>
                        <p:cond delay="indefinite"/>
                      </p:stCondLst>
                      <p:childTnLst>
                        <p:par>
                          <p:cTn id="274" fill="hold" nodeType="withGroup">
                            <p:stCondLst>
                              <p:cond delay="0"/>
                            </p:stCondLst>
                            <p:childTnLst>
                              <p:par>
                                <p:cTn id="275" presetID="1" presetClass="entr" presetSubtype="0" fill="hold" grpId="0" nodeType="clickEffect">
                                  <p:stCondLst>
                                    <p:cond delay="0"/>
                                  </p:stCondLst>
                                  <p:childTnLst>
                                    <p:set>
                                      <p:cBhvr>
                                        <p:cTn id="276" dur="1" fill="hold">
                                          <p:stCondLst>
                                            <p:cond delay="499"/>
                                          </p:stCondLst>
                                        </p:cTn>
                                        <p:tgtEl>
                                          <p:spTgt spid="414802"/>
                                        </p:tgtEl>
                                        <p:attrNameLst>
                                          <p:attrName>style.visibility</p:attrName>
                                        </p:attrNameLst>
                                      </p:cBhvr>
                                      <p:to>
                                        <p:strVal val="visible"/>
                                      </p:to>
                                    </p:set>
                                  </p:childTnLst>
                                </p:cTn>
                              </p:par>
                            </p:childTnLst>
                          </p:cTn>
                        </p:par>
                      </p:childTnLst>
                    </p:cTn>
                  </p:par>
                  <p:par>
                    <p:cTn id="277" fill="hold" nodeType="clickPar">
                      <p:stCondLst>
                        <p:cond delay="indefinite"/>
                      </p:stCondLst>
                      <p:childTnLst>
                        <p:par>
                          <p:cTn id="278" fill="hold" nodeType="withGroup">
                            <p:stCondLst>
                              <p:cond delay="0"/>
                            </p:stCondLst>
                            <p:childTnLst>
                              <p:par>
                                <p:cTn id="279" presetID="1" presetClass="entr" presetSubtype="0" fill="hold" grpId="0" nodeType="clickEffect">
                                  <p:stCondLst>
                                    <p:cond delay="0"/>
                                  </p:stCondLst>
                                  <p:childTnLst>
                                    <p:set>
                                      <p:cBhvr>
                                        <p:cTn id="280" dur="1" fill="hold">
                                          <p:stCondLst>
                                            <p:cond delay="499"/>
                                          </p:stCondLst>
                                        </p:cTn>
                                        <p:tgtEl>
                                          <p:spTgt spid="414810"/>
                                        </p:tgtEl>
                                        <p:attrNameLst>
                                          <p:attrName>style.visibility</p:attrName>
                                        </p:attrNameLst>
                                      </p:cBhvr>
                                      <p:to>
                                        <p:strVal val="visible"/>
                                      </p:to>
                                    </p:set>
                                  </p:childTnLst>
                                </p:cTn>
                              </p:par>
                            </p:childTnLst>
                          </p:cTn>
                        </p:par>
                      </p:childTnLst>
                    </p:cTn>
                  </p:par>
                  <p:par>
                    <p:cTn id="281" fill="hold" nodeType="clickPar">
                      <p:stCondLst>
                        <p:cond delay="indefinite"/>
                      </p:stCondLst>
                      <p:childTnLst>
                        <p:par>
                          <p:cTn id="282" fill="hold" nodeType="withGroup">
                            <p:stCondLst>
                              <p:cond delay="0"/>
                            </p:stCondLst>
                            <p:childTnLst>
                              <p:par>
                                <p:cTn id="283" presetID="2" presetClass="entr" presetSubtype="8" fill="hold" grpId="0" nodeType="clickEffect">
                                  <p:stCondLst>
                                    <p:cond delay="0"/>
                                  </p:stCondLst>
                                  <p:childTnLst>
                                    <p:set>
                                      <p:cBhvr>
                                        <p:cTn id="284" dur="1" fill="hold">
                                          <p:stCondLst>
                                            <p:cond delay="0"/>
                                          </p:stCondLst>
                                        </p:cTn>
                                        <p:tgtEl>
                                          <p:spTgt spid="414777"/>
                                        </p:tgtEl>
                                        <p:attrNameLst>
                                          <p:attrName>style.visibility</p:attrName>
                                        </p:attrNameLst>
                                      </p:cBhvr>
                                      <p:to>
                                        <p:strVal val="visible"/>
                                      </p:to>
                                    </p:set>
                                    <p:anim calcmode="lin" valueType="num">
                                      <p:cBhvr additive="base">
                                        <p:cTn id="285" dur="500" fill="hold"/>
                                        <p:tgtEl>
                                          <p:spTgt spid="414777"/>
                                        </p:tgtEl>
                                        <p:attrNameLst>
                                          <p:attrName>ppt_x</p:attrName>
                                        </p:attrNameLst>
                                      </p:cBhvr>
                                      <p:tavLst>
                                        <p:tav tm="0">
                                          <p:val>
                                            <p:strVal val="0-#ppt_w/2"/>
                                          </p:val>
                                        </p:tav>
                                        <p:tav tm="100000">
                                          <p:val>
                                            <p:strVal val="#ppt_x"/>
                                          </p:val>
                                        </p:tav>
                                      </p:tavLst>
                                    </p:anim>
                                    <p:anim calcmode="lin" valueType="num">
                                      <p:cBhvr additive="base">
                                        <p:cTn id="286" dur="500" fill="hold"/>
                                        <p:tgtEl>
                                          <p:spTgt spid="414777"/>
                                        </p:tgtEl>
                                        <p:attrNameLst>
                                          <p:attrName>ppt_y</p:attrName>
                                        </p:attrNameLst>
                                      </p:cBhvr>
                                      <p:tavLst>
                                        <p:tav tm="0">
                                          <p:val>
                                            <p:strVal val="#ppt_y"/>
                                          </p:val>
                                        </p:tav>
                                        <p:tav tm="100000">
                                          <p:val>
                                            <p:strVal val="#ppt_y"/>
                                          </p:val>
                                        </p:tav>
                                      </p:tavLst>
                                    </p:anim>
                                  </p:childTnLst>
                                </p:cTn>
                              </p:par>
                            </p:childTnLst>
                          </p:cTn>
                        </p:par>
                      </p:childTnLst>
                    </p:cTn>
                  </p:par>
                  <p:par>
                    <p:cTn id="287" fill="hold" nodeType="clickPar">
                      <p:stCondLst>
                        <p:cond delay="indefinite"/>
                      </p:stCondLst>
                      <p:childTnLst>
                        <p:par>
                          <p:cTn id="288" fill="hold" nodeType="withGroup">
                            <p:stCondLst>
                              <p:cond delay="0"/>
                            </p:stCondLst>
                            <p:childTnLst>
                              <p:par>
                                <p:cTn id="289" presetID="2" presetClass="entr" presetSubtype="8" fill="hold" grpId="0" nodeType="clickEffect">
                                  <p:stCondLst>
                                    <p:cond delay="0"/>
                                  </p:stCondLst>
                                  <p:childTnLst>
                                    <p:set>
                                      <p:cBhvr>
                                        <p:cTn id="290" dur="1" fill="hold">
                                          <p:stCondLst>
                                            <p:cond delay="0"/>
                                          </p:stCondLst>
                                        </p:cTn>
                                        <p:tgtEl>
                                          <p:spTgt spid="414857"/>
                                        </p:tgtEl>
                                        <p:attrNameLst>
                                          <p:attrName>style.visibility</p:attrName>
                                        </p:attrNameLst>
                                      </p:cBhvr>
                                      <p:to>
                                        <p:strVal val="visible"/>
                                      </p:to>
                                    </p:set>
                                    <p:anim calcmode="lin" valueType="num">
                                      <p:cBhvr additive="base">
                                        <p:cTn id="291" dur="500" fill="hold"/>
                                        <p:tgtEl>
                                          <p:spTgt spid="414857"/>
                                        </p:tgtEl>
                                        <p:attrNameLst>
                                          <p:attrName>ppt_x</p:attrName>
                                        </p:attrNameLst>
                                      </p:cBhvr>
                                      <p:tavLst>
                                        <p:tav tm="0">
                                          <p:val>
                                            <p:strVal val="0-#ppt_w/2"/>
                                          </p:val>
                                        </p:tav>
                                        <p:tav tm="100000">
                                          <p:val>
                                            <p:strVal val="#ppt_x"/>
                                          </p:val>
                                        </p:tav>
                                      </p:tavLst>
                                    </p:anim>
                                    <p:anim calcmode="lin" valueType="num">
                                      <p:cBhvr additive="base">
                                        <p:cTn id="292" dur="500" fill="hold"/>
                                        <p:tgtEl>
                                          <p:spTgt spid="414857"/>
                                        </p:tgtEl>
                                        <p:attrNameLst>
                                          <p:attrName>ppt_y</p:attrName>
                                        </p:attrNameLst>
                                      </p:cBhvr>
                                      <p:tavLst>
                                        <p:tav tm="0">
                                          <p:val>
                                            <p:strVal val="#ppt_y"/>
                                          </p:val>
                                        </p:tav>
                                        <p:tav tm="100000">
                                          <p:val>
                                            <p:strVal val="#ppt_y"/>
                                          </p:val>
                                        </p:tav>
                                      </p:tavLst>
                                    </p:anim>
                                  </p:childTnLst>
                                </p:cTn>
                              </p:par>
                            </p:childTnLst>
                          </p:cTn>
                        </p:par>
                      </p:childTnLst>
                    </p:cTn>
                  </p:par>
                  <p:par>
                    <p:cTn id="293" fill="hold" nodeType="clickPar">
                      <p:stCondLst>
                        <p:cond delay="indefinite"/>
                      </p:stCondLst>
                      <p:childTnLst>
                        <p:par>
                          <p:cTn id="294" fill="hold" nodeType="withGroup">
                            <p:stCondLst>
                              <p:cond delay="0"/>
                            </p:stCondLst>
                            <p:childTnLst>
                              <p:par>
                                <p:cTn id="295" presetID="2" presetClass="entr" presetSubtype="8" fill="hold" grpId="0" nodeType="clickEffect">
                                  <p:stCondLst>
                                    <p:cond delay="0"/>
                                  </p:stCondLst>
                                  <p:childTnLst>
                                    <p:set>
                                      <p:cBhvr>
                                        <p:cTn id="296" dur="1" fill="hold">
                                          <p:stCondLst>
                                            <p:cond delay="0"/>
                                          </p:stCondLst>
                                        </p:cTn>
                                        <p:tgtEl>
                                          <p:spTgt spid="414858"/>
                                        </p:tgtEl>
                                        <p:attrNameLst>
                                          <p:attrName>style.visibility</p:attrName>
                                        </p:attrNameLst>
                                      </p:cBhvr>
                                      <p:to>
                                        <p:strVal val="visible"/>
                                      </p:to>
                                    </p:set>
                                    <p:anim calcmode="lin" valueType="num">
                                      <p:cBhvr additive="base">
                                        <p:cTn id="297" dur="500" fill="hold"/>
                                        <p:tgtEl>
                                          <p:spTgt spid="414858"/>
                                        </p:tgtEl>
                                        <p:attrNameLst>
                                          <p:attrName>ppt_x</p:attrName>
                                        </p:attrNameLst>
                                      </p:cBhvr>
                                      <p:tavLst>
                                        <p:tav tm="0">
                                          <p:val>
                                            <p:strVal val="0-#ppt_w/2"/>
                                          </p:val>
                                        </p:tav>
                                        <p:tav tm="100000">
                                          <p:val>
                                            <p:strVal val="#ppt_x"/>
                                          </p:val>
                                        </p:tav>
                                      </p:tavLst>
                                    </p:anim>
                                    <p:anim calcmode="lin" valueType="num">
                                      <p:cBhvr additive="base">
                                        <p:cTn id="298" dur="500" fill="hold"/>
                                        <p:tgtEl>
                                          <p:spTgt spid="414858"/>
                                        </p:tgtEl>
                                        <p:attrNameLst>
                                          <p:attrName>ppt_y</p:attrName>
                                        </p:attrNameLst>
                                      </p:cBhvr>
                                      <p:tavLst>
                                        <p:tav tm="0">
                                          <p:val>
                                            <p:strVal val="#ppt_y"/>
                                          </p:val>
                                        </p:tav>
                                        <p:tav tm="100000">
                                          <p:val>
                                            <p:strVal val="#ppt_y"/>
                                          </p:val>
                                        </p:tav>
                                      </p:tavLst>
                                    </p:anim>
                                  </p:childTnLst>
                                </p:cTn>
                              </p:par>
                            </p:childTnLst>
                          </p:cTn>
                        </p:par>
                      </p:childTnLst>
                    </p:cTn>
                  </p:par>
                  <p:par>
                    <p:cTn id="299" fill="hold" nodeType="clickPar">
                      <p:stCondLst>
                        <p:cond delay="indefinite"/>
                      </p:stCondLst>
                      <p:childTnLst>
                        <p:par>
                          <p:cTn id="300" fill="hold" nodeType="withGroup">
                            <p:stCondLst>
                              <p:cond delay="0"/>
                            </p:stCondLst>
                            <p:childTnLst>
                              <p:par>
                                <p:cTn id="301" presetID="2" presetClass="entr" presetSubtype="8" fill="hold" grpId="0" nodeType="clickEffect">
                                  <p:stCondLst>
                                    <p:cond delay="0"/>
                                  </p:stCondLst>
                                  <p:childTnLst>
                                    <p:set>
                                      <p:cBhvr>
                                        <p:cTn id="302" dur="1" fill="hold">
                                          <p:stCondLst>
                                            <p:cond delay="0"/>
                                          </p:stCondLst>
                                        </p:cTn>
                                        <p:tgtEl>
                                          <p:spTgt spid="414859"/>
                                        </p:tgtEl>
                                        <p:attrNameLst>
                                          <p:attrName>style.visibility</p:attrName>
                                        </p:attrNameLst>
                                      </p:cBhvr>
                                      <p:to>
                                        <p:strVal val="visible"/>
                                      </p:to>
                                    </p:set>
                                    <p:anim calcmode="lin" valueType="num">
                                      <p:cBhvr additive="base">
                                        <p:cTn id="303" dur="500" fill="hold"/>
                                        <p:tgtEl>
                                          <p:spTgt spid="414859"/>
                                        </p:tgtEl>
                                        <p:attrNameLst>
                                          <p:attrName>ppt_x</p:attrName>
                                        </p:attrNameLst>
                                      </p:cBhvr>
                                      <p:tavLst>
                                        <p:tav tm="0">
                                          <p:val>
                                            <p:strVal val="0-#ppt_w/2"/>
                                          </p:val>
                                        </p:tav>
                                        <p:tav tm="100000">
                                          <p:val>
                                            <p:strVal val="#ppt_x"/>
                                          </p:val>
                                        </p:tav>
                                      </p:tavLst>
                                    </p:anim>
                                    <p:anim calcmode="lin" valueType="num">
                                      <p:cBhvr additive="base">
                                        <p:cTn id="304" dur="500" fill="hold"/>
                                        <p:tgtEl>
                                          <p:spTgt spid="414859"/>
                                        </p:tgtEl>
                                        <p:attrNameLst>
                                          <p:attrName>ppt_y</p:attrName>
                                        </p:attrNameLst>
                                      </p:cBhvr>
                                      <p:tavLst>
                                        <p:tav tm="0">
                                          <p:val>
                                            <p:strVal val="#ppt_y"/>
                                          </p:val>
                                        </p:tav>
                                        <p:tav tm="100000">
                                          <p:val>
                                            <p:strVal val="#ppt_y"/>
                                          </p:val>
                                        </p:tav>
                                      </p:tavLst>
                                    </p:anim>
                                  </p:childTnLst>
                                </p:cTn>
                              </p:par>
                            </p:childTnLst>
                          </p:cTn>
                        </p:par>
                      </p:childTnLst>
                    </p:cTn>
                  </p:par>
                  <p:par>
                    <p:cTn id="305" fill="hold" nodeType="clickPar">
                      <p:stCondLst>
                        <p:cond delay="indefinite"/>
                      </p:stCondLst>
                      <p:childTnLst>
                        <p:par>
                          <p:cTn id="306" fill="hold" nodeType="withGroup">
                            <p:stCondLst>
                              <p:cond delay="0"/>
                            </p:stCondLst>
                            <p:childTnLst>
                              <p:par>
                                <p:cTn id="307" presetID="2" presetClass="entr" presetSubtype="8" fill="hold" grpId="0" nodeType="clickEffect">
                                  <p:stCondLst>
                                    <p:cond delay="0"/>
                                  </p:stCondLst>
                                  <p:childTnLst>
                                    <p:set>
                                      <p:cBhvr>
                                        <p:cTn id="308" dur="1" fill="hold">
                                          <p:stCondLst>
                                            <p:cond delay="0"/>
                                          </p:stCondLst>
                                        </p:cTn>
                                        <p:tgtEl>
                                          <p:spTgt spid="414860"/>
                                        </p:tgtEl>
                                        <p:attrNameLst>
                                          <p:attrName>style.visibility</p:attrName>
                                        </p:attrNameLst>
                                      </p:cBhvr>
                                      <p:to>
                                        <p:strVal val="visible"/>
                                      </p:to>
                                    </p:set>
                                    <p:anim calcmode="lin" valueType="num">
                                      <p:cBhvr additive="base">
                                        <p:cTn id="309" dur="500" fill="hold"/>
                                        <p:tgtEl>
                                          <p:spTgt spid="414860"/>
                                        </p:tgtEl>
                                        <p:attrNameLst>
                                          <p:attrName>ppt_x</p:attrName>
                                        </p:attrNameLst>
                                      </p:cBhvr>
                                      <p:tavLst>
                                        <p:tav tm="0">
                                          <p:val>
                                            <p:strVal val="0-#ppt_w/2"/>
                                          </p:val>
                                        </p:tav>
                                        <p:tav tm="100000">
                                          <p:val>
                                            <p:strVal val="#ppt_x"/>
                                          </p:val>
                                        </p:tav>
                                      </p:tavLst>
                                    </p:anim>
                                    <p:anim calcmode="lin" valueType="num">
                                      <p:cBhvr additive="base">
                                        <p:cTn id="310" dur="500" fill="hold"/>
                                        <p:tgtEl>
                                          <p:spTgt spid="414860"/>
                                        </p:tgtEl>
                                        <p:attrNameLst>
                                          <p:attrName>ppt_y</p:attrName>
                                        </p:attrNameLst>
                                      </p:cBhvr>
                                      <p:tavLst>
                                        <p:tav tm="0">
                                          <p:val>
                                            <p:strVal val="#ppt_y"/>
                                          </p:val>
                                        </p:tav>
                                        <p:tav tm="100000">
                                          <p:val>
                                            <p:strVal val="#ppt_y"/>
                                          </p:val>
                                        </p:tav>
                                      </p:tavLst>
                                    </p:anim>
                                  </p:childTnLst>
                                </p:cTn>
                              </p:par>
                            </p:childTnLst>
                          </p:cTn>
                        </p:par>
                      </p:childTnLst>
                    </p:cTn>
                  </p:par>
                  <p:par>
                    <p:cTn id="311" fill="hold" nodeType="clickPar">
                      <p:stCondLst>
                        <p:cond delay="indefinite"/>
                      </p:stCondLst>
                      <p:childTnLst>
                        <p:par>
                          <p:cTn id="312" fill="hold" nodeType="withGroup">
                            <p:stCondLst>
                              <p:cond delay="0"/>
                            </p:stCondLst>
                            <p:childTnLst>
                              <p:par>
                                <p:cTn id="313" presetID="2" presetClass="entr" presetSubtype="8" fill="hold" grpId="0" nodeType="clickEffect">
                                  <p:stCondLst>
                                    <p:cond delay="0"/>
                                  </p:stCondLst>
                                  <p:childTnLst>
                                    <p:set>
                                      <p:cBhvr>
                                        <p:cTn id="314" dur="1" fill="hold">
                                          <p:stCondLst>
                                            <p:cond delay="0"/>
                                          </p:stCondLst>
                                        </p:cTn>
                                        <p:tgtEl>
                                          <p:spTgt spid="414861"/>
                                        </p:tgtEl>
                                        <p:attrNameLst>
                                          <p:attrName>style.visibility</p:attrName>
                                        </p:attrNameLst>
                                      </p:cBhvr>
                                      <p:to>
                                        <p:strVal val="visible"/>
                                      </p:to>
                                    </p:set>
                                    <p:anim calcmode="lin" valueType="num">
                                      <p:cBhvr additive="base">
                                        <p:cTn id="315" dur="500" fill="hold"/>
                                        <p:tgtEl>
                                          <p:spTgt spid="414861"/>
                                        </p:tgtEl>
                                        <p:attrNameLst>
                                          <p:attrName>ppt_x</p:attrName>
                                        </p:attrNameLst>
                                      </p:cBhvr>
                                      <p:tavLst>
                                        <p:tav tm="0">
                                          <p:val>
                                            <p:strVal val="0-#ppt_w/2"/>
                                          </p:val>
                                        </p:tav>
                                        <p:tav tm="100000">
                                          <p:val>
                                            <p:strVal val="#ppt_x"/>
                                          </p:val>
                                        </p:tav>
                                      </p:tavLst>
                                    </p:anim>
                                    <p:anim calcmode="lin" valueType="num">
                                      <p:cBhvr additive="base">
                                        <p:cTn id="316" dur="500" fill="hold"/>
                                        <p:tgtEl>
                                          <p:spTgt spid="414861"/>
                                        </p:tgtEl>
                                        <p:attrNameLst>
                                          <p:attrName>ppt_y</p:attrName>
                                        </p:attrNameLst>
                                      </p:cBhvr>
                                      <p:tavLst>
                                        <p:tav tm="0">
                                          <p:val>
                                            <p:strVal val="#ppt_y"/>
                                          </p:val>
                                        </p:tav>
                                        <p:tav tm="100000">
                                          <p:val>
                                            <p:strVal val="#ppt_y"/>
                                          </p:val>
                                        </p:tav>
                                      </p:tavLst>
                                    </p:anim>
                                  </p:childTnLst>
                                </p:cTn>
                              </p:par>
                            </p:childTnLst>
                          </p:cTn>
                        </p:par>
                      </p:childTnLst>
                    </p:cTn>
                  </p:par>
                  <p:par>
                    <p:cTn id="317" fill="hold" nodeType="clickPar">
                      <p:stCondLst>
                        <p:cond delay="indefinite"/>
                      </p:stCondLst>
                      <p:childTnLst>
                        <p:par>
                          <p:cTn id="318" fill="hold" nodeType="withGroup">
                            <p:stCondLst>
                              <p:cond delay="0"/>
                            </p:stCondLst>
                            <p:childTnLst>
                              <p:par>
                                <p:cTn id="319" presetID="2" presetClass="entr" presetSubtype="8" fill="hold" grpId="0" nodeType="clickEffect">
                                  <p:stCondLst>
                                    <p:cond delay="0"/>
                                  </p:stCondLst>
                                  <p:childTnLst>
                                    <p:set>
                                      <p:cBhvr>
                                        <p:cTn id="320" dur="1" fill="hold">
                                          <p:stCondLst>
                                            <p:cond delay="0"/>
                                          </p:stCondLst>
                                        </p:cTn>
                                        <p:tgtEl>
                                          <p:spTgt spid="414862"/>
                                        </p:tgtEl>
                                        <p:attrNameLst>
                                          <p:attrName>style.visibility</p:attrName>
                                        </p:attrNameLst>
                                      </p:cBhvr>
                                      <p:to>
                                        <p:strVal val="visible"/>
                                      </p:to>
                                    </p:set>
                                    <p:anim calcmode="lin" valueType="num">
                                      <p:cBhvr additive="base">
                                        <p:cTn id="321" dur="500" fill="hold"/>
                                        <p:tgtEl>
                                          <p:spTgt spid="414862"/>
                                        </p:tgtEl>
                                        <p:attrNameLst>
                                          <p:attrName>ppt_x</p:attrName>
                                        </p:attrNameLst>
                                      </p:cBhvr>
                                      <p:tavLst>
                                        <p:tav tm="0">
                                          <p:val>
                                            <p:strVal val="0-#ppt_w/2"/>
                                          </p:val>
                                        </p:tav>
                                        <p:tav tm="100000">
                                          <p:val>
                                            <p:strVal val="#ppt_x"/>
                                          </p:val>
                                        </p:tav>
                                      </p:tavLst>
                                    </p:anim>
                                    <p:anim calcmode="lin" valueType="num">
                                      <p:cBhvr additive="base">
                                        <p:cTn id="322" dur="500" fill="hold"/>
                                        <p:tgtEl>
                                          <p:spTgt spid="414862"/>
                                        </p:tgtEl>
                                        <p:attrNameLst>
                                          <p:attrName>ppt_y</p:attrName>
                                        </p:attrNameLst>
                                      </p:cBhvr>
                                      <p:tavLst>
                                        <p:tav tm="0">
                                          <p:val>
                                            <p:strVal val="#ppt_y"/>
                                          </p:val>
                                        </p:tav>
                                        <p:tav tm="100000">
                                          <p:val>
                                            <p:strVal val="#ppt_y"/>
                                          </p:val>
                                        </p:tav>
                                      </p:tavLst>
                                    </p:anim>
                                  </p:childTnLst>
                                </p:cTn>
                              </p:par>
                            </p:childTnLst>
                          </p:cTn>
                        </p:par>
                      </p:childTnLst>
                    </p:cTn>
                  </p:par>
                  <p:par>
                    <p:cTn id="323" fill="hold" nodeType="clickPar">
                      <p:stCondLst>
                        <p:cond delay="indefinite"/>
                      </p:stCondLst>
                      <p:childTnLst>
                        <p:par>
                          <p:cTn id="324" fill="hold" nodeType="withGroup">
                            <p:stCondLst>
                              <p:cond delay="0"/>
                            </p:stCondLst>
                            <p:childTnLst>
                              <p:par>
                                <p:cTn id="325" presetID="2" presetClass="entr" presetSubtype="8" fill="hold" grpId="0" nodeType="clickEffect">
                                  <p:stCondLst>
                                    <p:cond delay="0"/>
                                  </p:stCondLst>
                                  <p:childTnLst>
                                    <p:set>
                                      <p:cBhvr>
                                        <p:cTn id="326" dur="1" fill="hold">
                                          <p:stCondLst>
                                            <p:cond delay="0"/>
                                          </p:stCondLst>
                                        </p:cTn>
                                        <p:tgtEl>
                                          <p:spTgt spid="414863"/>
                                        </p:tgtEl>
                                        <p:attrNameLst>
                                          <p:attrName>style.visibility</p:attrName>
                                        </p:attrNameLst>
                                      </p:cBhvr>
                                      <p:to>
                                        <p:strVal val="visible"/>
                                      </p:to>
                                    </p:set>
                                    <p:anim calcmode="lin" valueType="num">
                                      <p:cBhvr additive="base">
                                        <p:cTn id="327" dur="500" fill="hold"/>
                                        <p:tgtEl>
                                          <p:spTgt spid="414863"/>
                                        </p:tgtEl>
                                        <p:attrNameLst>
                                          <p:attrName>ppt_x</p:attrName>
                                        </p:attrNameLst>
                                      </p:cBhvr>
                                      <p:tavLst>
                                        <p:tav tm="0">
                                          <p:val>
                                            <p:strVal val="0-#ppt_w/2"/>
                                          </p:val>
                                        </p:tav>
                                        <p:tav tm="100000">
                                          <p:val>
                                            <p:strVal val="#ppt_x"/>
                                          </p:val>
                                        </p:tav>
                                      </p:tavLst>
                                    </p:anim>
                                    <p:anim calcmode="lin" valueType="num">
                                      <p:cBhvr additive="base">
                                        <p:cTn id="328" dur="500" fill="hold"/>
                                        <p:tgtEl>
                                          <p:spTgt spid="414863"/>
                                        </p:tgtEl>
                                        <p:attrNameLst>
                                          <p:attrName>ppt_y</p:attrName>
                                        </p:attrNameLst>
                                      </p:cBhvr>
                                      <p:tavLst>
                                        <p:tav tm="0">
                                          <p:val>
                                            <p:strVal val="#ppt_y"/>
                                          </p:val>
                                        </p:tav>
                                        <p:tav tm="100000">
                                          <p:val>
                                            <p:strVal val="#ppt_y"/>
                                          </p:val>
                                        </p:tav>
                                      </p:tavLst>
                                    </p:anim>
                                  </p:childTnLst>
                                </p:cTn>
                              </p:par>
                            </p:childTnLst>
                          </p:cTn>
                        </p:par>
                      </p:childTnLst>
                    </p:cTn>
                  </p:par>
                  <p:par>
                    <p:cTn id="329" fill="hold" nodeType="clickPar">
                      <p:stCondLst>
                        <p:cond delay="indefinite"/>
                      </p:stCondLst>
                      <p:childTnLst>
                        <p:par>
                          <p:cTn id="330" fill="hold" nodeType="withGroup">
                            <p:stCondLst>
                              <p:cond delay="0"/>
                            </p:stCondLst>
                            <p:childTnLst>
                              <p:par>
                                <p:cTn id="331" presetID="2" presetClass="entr" presetSubtype="8" fill="hold" grpId="0" nodeType="clickEffect">
                                  <p:stCondLst>
                                    <p:cond delay="0"/>
                                  </p:stCondLst>
                                  <p:childTnLst>
                                    <p:set>
                                      <p:cBhvr>
                                        <p:cTn id="332" dur="1" fill="hold">
                                          <p:stCondLst>
                                            <p:cond delay="0"/>
                                          </p:stCondLst>
                                        </p:cTn>
                                        <p:tgtEl>
                                          <p:spTgt spid="414864"/>
                                        </p:tgtEl>
                                        <p:attrNameLst>
                                          <p:attrName>style.visibility</p:attrName>
                                        </p:attrNameLst>
                                      </p:cBhvr>
                                      <p:to>
                                        <p:strVal val="visible"/>
                                      </p:to>
                                    </p:set>
                                    <p:anim calcmode="lin" valueType="num">
                                      <p:cBhvr additive="base">
                                        <p:cTn id="333" dur="500" fill="hold"/>
                                        <p:tgtEl>
                                          <p:spTgt spid="414864"/>
                                        </p:tgtEl>
                                        <p:attrNameLst>
                                          <p:attrName>ppt_x</p:attrName>
                                        </p:attrNameLst>
                                      </p:cBhvr>
                                      <p:tavLst>
                                        <p:tav tm="0">
                                          <p:val>
                                            <p:strVal val="0-#ppt_w/2"/>
                                          </p:val>
                                        </p:tav>
                                        <p:tav tm="100000">
                                          <p:val>
                                            <p:strVal val="#ppt_x"/>
                                          </p:val>
                                        </p:tav>
                                      </p:tavLst>
                                    </p:anim>
                                    <p:anim calcmode="lin" valueType="num">
                                      <p:cBhvr additive="base">
                                        <p:cTn id="334" dur="500" fill="hold"/>
                                        <p:tgtEl>
                                          <p:spTgt spid="414864"/>
                                        </p:tgtEl>
                                        <p:attrNameLst>
                                          <p:attrName>ppt_y</p:attrName>
                                        </p:attrNameLst>
                                      </p:cBhvr>
                                      <p:tavLst>
                                        <p:tav tm="0">
                                          <p:val>
                                            <p:strVal val="#ppt_y"/>
                                          </p:val>
                                        </p:tav>
                                        <p:tav tm="100000">
                                          <p:val>
                                            <p:strVal val="#ppt_y"/>
                                          </p:val>
                                        </p:tav>
                                      </p:tavLst>
                                    </p:anim>
                                  </p:childTnLst>
                                </p:cTn>
                              </p:par>
                            </p:childTnLst>
                          </p:cTn>
                        </p:par>
                      </p:childTnLst>
                    </p:cTn>
                  </p:par>
                  <p:par>
                    <p:cTn id="335" fill="hold" nodeType="clickPar">
                      <p:stCondLst>
                        <p:cond delay="indefinite"/>
                      </p:stCondLst>
                      <p:childTnLst>
                        <p:par>
                          <p:cTn id="336" fill="hold" nodeType="withGroup">
                            <p:stCondLst>
                              <p:cond delay="0"/>
                            </p:stCondLst>
                            <p:childTnLst>
                              <p:par>
                                <p:cTn id="337" presetID="18" presetClass="entr" presetSubtype="12" fill="hold" nodeType="clickEffect">
                                  <p:stCondLst>
                                    <p:cond delay="0"/>
                                  </p:stCondLst>
                                  <p:childTnLst>
                                    <p:set>
                                      <p:cBhvr>
                                        <p:cTn id="338" dur="1" fill="hold">
                                          <p:stCondLst>
                                            <p:cond delay="0"/>
                                          </p:stCondLst>
                                        </p:cTn>
                                        <p:tgtEl>
                                          <p:spTgt spid="414893"/>
                                        </p:tgtEl>
                                        <p:attrNameLst>
                                          <p:attrName>style.visibility</p:attrName>
                                        </p:attrNameLst>
                                      </p:cBhvr>
                                      <p:to>
                                        <p:strVal val="visible"/>
                                      </p:to>
                                    </p:set>
                                    <p:animEffect transition="in" filter="strips(downLeft)">
                                      <p:cBhvr>
                                        <p:cTn id="339" dur="500"/>
                                        <p:tgtEl>
                                          <p:spTgt spid="414893"/>
                                        </p:tgtEl>
                                      </p:cBhvr>
                                    </p:animEffect>
                                  </p:childTnLst>
                                </p:cTn>
                              </p:par>
                            </p:childTnLst>
                          </p:cTn>
                        </p:par>
                      </p:childTnLst>
                    </p:cTn>
                  </p:par>
                  <p:par>
                    <p:cTn id="340" fill="hold" nodeType="clickPar">
                      <p:stCondLst>
                        <p:cond delay="indefinite"/>
                      </p:stCondLst>
                      <p:childTnLst>
                        <p:par>
                          <p:cTn id="341" fill="hold" nodeType="withGroup">
                            <p:stCondLst>
                              <p:cond delay="0"/>
                            </p:stCondLst>
                            <p:childTnLst>
                              <p:par>
                                <p:cTn id="342" presetID="18" presetClass="entr" presetSubtype="6" fill="hold" grpId="0" nodeType="clickEffect">
                                  <p:stCondLst>
                                    <p:cond delay="0"/>
                                  </p:stCondLst>
                                  <p:childTnLst>
                                    <p:set>
                                      <p:cBhvr>
                                        <p:cTn id="343" dur="1" fill="hold">
                                          <p:stCondLst>
                                            <p:cond delay="0"/>
                                          </p:stCondLst>
                                        </p:cTn>
                                        <p:tgtEl>
                                          <p:spTgt spid="414865"/>
                                        </p:tgtEl>
                                        <p:attrNameLst>
                                          <p:attrName>style.visibility</p:attrName>
                                        </p:attrNameLst>
                                      </p:cBhvr>
                                      <p:to>
                                        <p:strVal val="visible"/>
                                      </p:to>
                                    </p:set>
                                    <p:animEffect transition="in" filter="strips(downRight)">
                                      <p:cBhvr>
                                        <p:cTn id="344" dur="500"/>
                                        <p:tgtEl>
                                          <p:spTgt spid="414865"/>
                                        </p:tgtEl>
                                      </p:cBhvr>
                                    </p:animEffect>
                                  </p:childTnLst>
                                </p:cTn>
                              </p:par>
                            </p:childTnLst>
                          </p:cTn>
                        </p:par>
                      </p:childTnLst>
                    </p:cTn>
                  </p:par>
                  <p:par>
                    <p:cTn id="345" fill="hold" nodeType="clickPar">
                      <p:stCondLst>
                        <p:cond delay="indefinite"/>
                      </p:stCondLst>
                      <p:childTnLst>
                        <p:par>
                          <p:cTn id="346" fill="hold" nodeType="withGroup">
                            <p:stCondLst>
                              <p:cond delay="0"/>
                            </p:stCondLst>
                            <p:childTnLst>
                              <p:par>
                                <p:cTn id="347" presetID="18" presetClass="entr" presetSubtype="3" fill="hold" nodeType="clickEffect">
                                  <p:stCondLst>
                                    <p:cond delay="0"/>
                                  </p:stCondLst>
                                  <p:childTnLst>
                                    <p:set>
                                      <p:cBhvr>
                                        <p:cTn id="348" dur="1" fill="hold">
                                          <p:stCondLst>
                                            <p:cond delay="0"/>
                                          </p:stCondLst>
                                        </p:cTn>
                                        <p:tgtEl>
                                          <p:spTgt spid="414901"/>
                                        </p:tgtEl>
                                        <p:attrNameLst>
                                          <p:attrName>style.visibility</p:attrName>
                                        </p:attrNameLst>
                                      </p:cBhvr>
                                      <p:to>
                                        <p:strVal val="visible"/>
                                      </p:to>
                                    </p:set>
                                    <p:animEffect transition="in" filter="strips(upRight)">
                                      <p:cBhvr>
                                        <p:cTn id="349" dur="500"/>
                                        <p:tgtEl>
                                          <p:spTgt spid="414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2" grpId="0" animBg="1"/>
      <p:bldP spid="414723" grpId="0" animBg="1" autoUpdateAnimBg="0"/>
      <p:bldP spid="414724" grpId="0" animBg="1"/>
      <p:bldP spid="414725" grpId="0" animBg="1"/>
      <p:bldP spid="414741" grpId="0" autoUpdateAnimBg="0"/>
      <p:bldP spid="414742" grpId="0" autoUpdateAnimBg="0"/>
      <p:bldP spid="414753" grpId="0" autoUpdateAnimBg="0"/>
      <p:bldP spid="414765" grpId="0" animBg="1"/>
      <p:bldP spid="414766" grpId="0" animBg="1"/>
      <p:bldP spid="414767" grpId="0" animBg="1"/>
      <p:bldP spid="414768" grpId="0" animBg="1"/>
      <p:bldP spid="414777" grpId="0" animBg="1"/>
      <p:bldP spid="414778" grpId="0" autoUpdateAnimBg="0"/>
      <p:bldP spid="414787" grpId="0" animBg="1" autoUpdateAnimBg="0"/>
      <p:bldP spid="414788" grpId="0" animBg="1" autoUpdateAnimBg="0"/>
      <p:bldP spid="414789" grpId="0" animBg="1" autoUpdateAnimBg="0"/>
      <p:bldP spid="414790" grpId="0" animBg="1" autoUpdateAnimBg="0"/>
      <p:bldP spid="414791" grpId="0" animBg="1" autoUpdateAnimBg="0"/>
      <p:bldP spid="414792" grpId="0" animBg="1" autoUpdateAnimBg="0"/>
      <p:bldP spid="414793" grpId="0" animBg="1" autoUpdateAnimBg="0"/>
      <p:bldP spid="414794" grpId="0" animBg="1" autoUpdateAnimBg="0"/>
      <p:bldP spid="414795" grpId="0" animBg="1" autoUpdateAnimBg="0"/>
      <p:bldP spid="414802" grpId="0" animBg="1" autoUpdateAnimBg="0"/>
      <p:bldP spid="414809" grpId="0" animBg="1"/>
      <p:bldP spid="414810" grpId="0" animBg="1" autoUpdateAnimBg="0"/>
      <p:bldP spid="414811" grpId="0" animBg="1"/>
      <p:bldP spid="414812" grpId="0" animBg="1"/>
      <p:bldP spid="414813" grpId="0" animBg="1" autoUpdateAnimBg="0"/>
      <p:bldP spid="414857" grpId="0" animBg="1"/>
      <p:bldP spid="414858" grpId="0" animBg="1"/>
      <p:bldP spid="414859" grpId="0" animBg="1"/>
      <p:bldP spid="414860" grpId="0" animBg="1"/>
      <p:bldP spid="414861" grpId="0" animBg="1"/>
      <p:bldP spid="414862" grpId="0" animBg="1"/>
      <p:bldP spid="414863" grpId="0" animBg="1"/>
      <p:bldP spid="414864" grpId="0" animBg="1"/>
      <p:bldP spid="414865" grpId="0" animBg="1"/>
      <p:bldP spid="41491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838200"/>
            <a:ext cx="8229600" cy="477838"/>
          </a:xfrm>
        </p:spPr>
        <p:txBody>
          <a:bodyPr>
            <a:normAutofit fontScale="90000"/>
          </a:bodyPr>
          <a:lstStyle/>
          <a:p>
            <a:endParaRPr lang="en-US" dirty="0" smtClean="0"/>
          </a:p>
        </p:txBody>
      </p:sp>
      <p:sp>
        <p:nvSpPr>
          <p:cNvPr id="24579" name="Content Placeholder 2"/>
          <p:cNvSpPr>
            <a:spLocks noGrp="1"/>
          </p:cNvSpPr>
          <p:nvPr>
            <p:ph idx="1"/>
          </p:nvPr>
        </p:nvSpPr>
        <p:spPr>
          <a:xfrm>
            <a:off x="457200" y="1447800"/>
            <a:ext cx="8229600" cy="1816100"/>
          </a:xfrm>
        </p:spPr>
        <p:txBody>
          <a:bodyPr/>
          <a:lstStyle/>
          <a:p>
            <a:endParaRPr lang="en-US" smtClean="0"/>
          </a:p>
        </p:txBody>
      </p:sp>
      <p:pic>
        <p:nvPicPr>
          <p:cNvPr id="24583" name="Picture 2"/>
          <p:cNvPicPr>
            <a:picLocks noChangeAspect="1" noChangeArrowheads="1"/>
          </p:cNvPicPr>
          <p:nvPr/>
        </p:nvPicPr>
        <p:blipFill>
          <a:blip r:embed="rId2" cstate="print"/>
          <a:srcRect/>
          <a:stretch>
            <a:fillRect/>
          </a:stretch>
        </p:blipFill>
        <p:spPr bwMode="auto">
          <a:xfrm>
            <a:off x="1676400" y="1329264"/>
            <a:ext cx="6172200" cy="4962525"/>
          </a:xfrm>
          <a:prstGeom prst="rect">
            <a:avLst/>
          </a:prstGeom>
          <a:noFill/>
          <a:ln w="9525">
            <a:noFill/>
            <a:miter lim="800000"/>
            <a:headEnd/>
            <a:tailEnd/>
          </a:ln>
        </p:spPr>
      </p:pic>
      <p:sp>
        <p:nvSpPr>
          <p:cNvPr id="8" name="TextBox 7"/>
          <p:cNvSpPr txBox="1">
            <a:spLocks noChangeArrowheads="1"/>
          </p:cNvSpPr>
          <p:nvPr/>
        </p:nvSpPr>
        <p:spPr bwMode="auto">
          <a:xfrm>
            <a:off x="3505200" y="3539064"/>
            <a:ext cx="5867400" cy="584200"/>
          </a:xfrm>
          <a:prstGeom prst="rect">
            <a:avLst/>
          </a:prstGeom>
          <a:noFill/>
          <a:ln w="9525">
            <a:noFill/>
            <a:miter lim="800000"/>
            <a:headEnd/>
            <a:tailEnd/>
          </a:ln>
        </p:spPr>
        <p:txBody>
          <a:bodyPr>
            <a:spAutoFit/>
          </a:bodyPr>
          <a:lstStyle/>
          <a:p>
            <a:pPr>
              <a:spcBef>
                <a:spcPct val="0"/>
              </a:spcBef>
            </a:pPr>
            <a:r>
              <a:rPr lang="en-US" sz="3200" b="1" i="1">
                <a:solidFill>
                  <a:srgbClr val="3333FF"/>
                </a:solidFill>
                <a:latin typeface="Times New Roman" pitchFamily="18" charset="0"/>
                <a:cs typeface="Times New Roman" pitchFamily="18" charset="0"/>
              </a:rPr>
              <a:t>Thank You for Patient Hearing</a:t>
            </a:r>
          </a:p>
        </p:txBody>
      </p:sp>
    </p:spTree>
    <p:extLst>
      <p:ext uri="{BB962C8B-B14F-4D97-AF65-F5344CB8AC3E}">
        <p14:creationId xmlns:p14="http://schemas.microsoft.com/office/powerpoint/2010/main" val="10070407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0" presetClass="path" presetSubtype="0" accel="50000" decel="50000" fill="hold" grpId="1" nodeType="withEffect">
                                  <p:stCondLst>
                                    <p:cond delay="0"/>
                                  </p:stCondLst>
                                  <p:childTnLst>
                                    <p:animMotion origin="layout" path="M -1.38889E-6 1.85185E-6 C 0.06511 -0.05139 0.13038 -0.10278 0.10365 -0.14514 C 0.07708 -0.1875 -0.11232 -0.20741 -0.15972 -0.25324 C -0.20712 -0.29908 -0.19444 -0.35972 -0.18177 -0.42037 " pathEditMode="relative" rAng="0" ptsTypes="aaaA">
                                      <p:cBhvr>
                                        <p:cTn id="9" dur="1000" fill="hold"/>
                                        <p:tgtEl>
                                          <p:spTgt spid="8"/>
                                        </p:tgtEl>
                                        <p:attrNameLst>
                                          <p:attrName>ppt_x</p:attrName>
                                          <p:attrName>ppt_y</p:attrName>
                                        </p:attrNameLst>
                                      </p:cBhvr>
                                      <p:rCtr x="-3800" y="-21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22.6|1.3|7.4|3.3|5.3|2.9|18.4|2.2|4.9|5.1|2.1|1.3|4.8|1.6|1.5|20.4|4.3|2.3|8.7|17.9|5.3|3.1|34.2|1.5|1.2|5.6|3.5|7.9|1.6|13.5|3.7|10.7|0.5|0.5|0.5|15.6|1.|45.1|0.9|0.6|1.1|1.3|1.2|7.9|1.4|9.4|1.1|1.|1.8|1.|0.8|2.5|2.1|0.5|0.5|0.5|0.5|0.5|0.5|1.2|7.2|24.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Boeing1</Template>
  <TotalTime>829</TotalTime>
  <Words>2672</Words>
  <Application>Microsoft Office PowerPoint</Application>
  <PresentationFormat>On-screen Show (4:3)</PresentationFormat>
  <Paragraphs>777</Paragraphs>
  <Slides>28</Slides>
  <Notes>12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6" baseType="lpstr">
      <vt:lpstr>Arial</vt:lpstr>
      <vt:lpstr>Calibri</vt:lpstr>
      <vt:lpstr>Garamond</vt:lpstr>
      <vt:lpstr>Symbol</vt:lpstr>
      <vt:lpstr>Times New Roman</vt:lpstr>
      <vt:lpstr>Wingdings</vt:lpstr>
      <vt:lpstr>1_Office Theme</vt:lpstr>
      <vt:lpstr>CorelDRAW</vt:lpstr>
      <vt:lpstr>CE101  Engineering Drawing  Lec8: Development of Surfaces</vt:lpstr>
      <vt:lpstr>Outline</vt:lpstr>
      <vt:lpstr>PowerPoint Presentation</vt:lpstr>
      <vt:lpstr>PowerPoint Presentation</vt:lpstr>
      <vt:lpstr>Importance of Surface Development</vt:lpstr>
      <vt:lpstr>Importance of Surface Development – contd.</vt:lpstr>
      <vt:lpstr>Methods Used to Develop Surfaces</vt:lpstr>
      <vt:lpstr>Parallel Line Development</vt:lpstr>
      <vt:lpstr>Development of Surface for Solids</vt:lpstr>
      <vt:lpstr>Development of a Right Rectangular Prism</vt:lpstr>
      <vt:lpstr>Truncated Prism / Cylinder</vt:lpstr>
      <vt:lpstr>Truncated Cylinder</vt:lpstr>
      <vt:lpstr>A Right Circular Cone</vt:lpstr>
      <vt:lpstr>Truncated Right Circular Cone</vt:lpstr>
      <vt:lpstr>Example Problems</vt:lpstr>
      <vt:lpstr>Example 1</vt:lpstr>
      <vt:lpstr>Example 2</vt:lpstr>
      <vt:lpstr>Frustums – Development of Surfaces</vt:lpstr>
      <vt:lpstr>PowerPoint Presentation</vt:lpstr>
      <vt:lpstr>PowerPoint Presentation</vt:lpstr>
      <vt:lpstr>PowerPoint Presentation</vt:lpstr>
      <vt:lpstr>PowerPoint Presentation</vt:lpstr>
      <vt:lpstr>PowerPoint Presentation</vt:lpstr>
      <vt:lpstr>Advanced problems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Tharun Dolla</dc:creator>
  <cp:lastModifiedBy>Sparsh Johari</cp:lastModifiedBy>
  <cp:revision>122</cp:revision>
  <dcterms:created xsi:type="dcterms:W3CDTF">2016-04-05T07:03:46Z</dcterms:created>
  <dcterms:modified xsi:type="dcterms:W3CDTF">2023-10-06T06:02:02Z</dcterms:modified>
</cp:coreProperties>
</file>